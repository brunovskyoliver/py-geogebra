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6" r:id="rId17"/>
    <p:sldId id="271" r:id="rId18"/>
    <p:sldId id="272" r:id="rId19"/>
    <p:sldId id="273" r:id="rId20"/>
    <p:sldId id="274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085"/>
    <p:restoredTop sz="94679"/>
  </p:normalViewPr>
  <p:slideViewPr>
    <p:cSldViewPr>
      <p:cViewPr varScale="1">
        <p:scale>
          <a:sx n="93" d="100"/>
          <a:sy n="93" d="100"/>
        </p:scale>
        <p:origin x="264" y="6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A5FDC-B021-3741-A209-0A1F50128C9C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181EB9-EA31-BB42-BFCC-A6968BE5D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4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81EB9-EA31-BB42-BFCC-A6968BE5DE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31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81EB9-EA31-BB42-BFCC-A6968BE5DE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057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181EB9-EA31-BB42-BFCC-A6968BE5DE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23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9800" y="949325"/>
            <a:ext cx="2878454" cy="322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rgbClr val="8A857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8A857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8A857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8A857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F6F3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9800" y="863600"/>
            <a:ext cx="13973175" cy="1459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rgbClr val="8A857C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3504247"/>
            <a:ext cx="16459200" cy="3573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0.png"/><Relationship Id="rId117" Type="http://schemas.openxmlformats.org/officeDocument/2006/relationships/image" Target="../media/image141.png"/><Relationship Id="rId21" Type="http://schemas.openxmlformats.org/officeDocument/2006/relationships/image" Target="../media/image45.png"/><Relationship Id="rId42" Type="http://schemas.openxmlformats.org/officeDocument/2006/relationships/image" Target="../media/image66.png"/><Relationship Id="rId47" Type="http://schemas.openxmlformats.org/officeDocument/2006/relationships/image" Target="../media/image71.png"/><Relationship Id="rId63" Type="http://schemas.openxmlformats.org/officeDocument/2006/relationships/image" Target="../media/image87.png"/><Relationship Id="rId68" Type="http://schemas.openxmlformats.org/officeDocument/2006/relationships/image" Target="../media/image92.png"/><Relationship Id="rId84" Type="http://schemas.openxmlformats.org/officeDocument/2006/relationships/image" Target="../media/image108.png"/><Relationship Id="rId89" Type="http://schemas.openxmlformats.org/officeDocument/2006/relationships/image" Target="../media/image113.png"/><Relationship Id="rId112" Type="http://schemas.openxmlformats.org/officeDocument/2006/relationships/image" Target="../media/image136.png"/><Relationship Id="rId16" Type="http://schemas.openxmlformats.org/officeDocument/2006/relationships/image" Target="../media/image40.png"/><Relationship Id="rId107" Type="http://schemas.openxmlformats.org/officeDocument/2006/relationships/image" Target="../media/image131.png"/><Relationship Id="rId11" Type="http://schemas.openxmlformats.org/officeDocument/2006/relationships/image" Target="../media/image35.png"/><Relationship Id="rId32" Type="http://schemas.openxmlformats.org/officeDocument/2006/relationships/image" Target="../media/image56.png"/><Relationship Id="rId37" Type="http://schemas.openxmlformats.org/officeDocument/2006/relationships/image" Target="../media/image61.png"/><Relationship Id="rId53" Type="http://schemas.openxmlformats.org/officeDocument/2006/relationships/image" Target="../media/image77.png"/><Relationship Id="rId58" Type="http://schemas.openxmlformats.org/officeDocument/2006/relationships/image" Target="../media/image82.png"/><Relationship Id="rId74" Type="http://schemas.openxmlformats.org/officeDocument/2006/relationships/image" Target="../media/image98.png"/><Relationship Id="rId79" Type="http://schemas.openxmlformats.org/officeDocument/2006/relationships/image" Target="../media/image103.png"/><Relationship Id="rId102" Type="http://schemas.openxmlformats.org/officeDocument/2006/relationships/image" Target="../media/image126.png"/><Relationship Id="rId5" Type="http://schemas.openxmlformats.org/officeDocument/2006/relationships/image" Target="../media/image29.png"/><Relationship Id="rId90" Type="http://schemas.openxmlformats.org/officeDocument/2006/relationships/image" Target="../media/image114.png"/><Relationship Id="rId95" Type="http://schemas.openxmlformats.org/officeDocument/2006/relationships/image" Target="../media/image119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43" Type="http://schemas.openxmlformats.org/officeDocument/2006/relationships/image" Target="../media/image67.png"/><Relationship Id="rId48" Type="http://schemas.openxmlformats.org/officeDocument/2006/relationships/image" Target="../media/image72.png"/><Relationship Id="rId64" Type="http://schemas.openxmlformats.org/officeDocument/2006/relationships/image" Target="../media/image88.png"/><Relationship Id="rId69" Type="http://schemas.openxmlformats.org/officeDocument/2006/relationships/image" Target="../media/image93.png"/><Relationship Id="rId113" Type="http://schemas.openxmlformats.org/officeDocument/2006/relationships/image" Target="../media/image137.png"/><Relationship Id="rId118" Type="http://schemas.openxmlformats.org/officeDocument/2006/relationships/image" Target="../media/image25.png"/><Relationship Id="rId80" Type="http://schemas.openxmlformats.org/officeDocument/2006/relationships/image" Target="../media/image104.png"/><Relationship Id="rId85" Type="http://schemas.openxmlformats.org/officeDocument/2006/relationships/image" Target="../media/image109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33" Type="http://schemas.openxmlformats.org/officeDocument/2006/relationships/image" Target="../media/image57.png"/><Relationship Id="rId38" Type="http://schemas.openxmlformats.org/officeDocument/2006/relationships/image" Target="../media/image62.png"/><Relationship Id="rId59" Type="http://schemas.openxmlformats.org/officeDocument/2006/relationships/image" Target="../media/image83.png"/><Relationship Id="rId103" Type="http://schemas.openxmlformats.org/officeDocument/2006/relationships/image" Target="../media/image127.png"/><Relationship Id="rId108" Type="http://schemas.openxmlformats.org/officeDocument/2006/relationships/image" Target="../media/image132.png"/><Relationship Id="rId54" Type="http://schemas.openxmlformats.org/officeDocument/2006/relationships/image" Target="../media/image78.png"/><Relationship Id="rId70" Type="http://schemas.openxmlformats.org/officeDocument/2006/relationships/image" Target="../media/image94.png"/><Relationship Id="rId75" Type="http://schemas.openxmlformats.org/officeDocument/2006/relationships/image" Target="../media/image99.png"/><Relationship Id="rId91" Type="http://schemas.openxmlformats.org/officeDocument/2006/relationships/image" Target="../media/image115.png"/><Relationship Id="rId96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49" Type="http://schemas.openxmlformats.org/officeDocument/2006/relationships/image" Target="../media/image73.png"/><Relationship Id="rId114" Type="http://schemas.openxmlformats.org/officeDocument/2006/relationships/image" Target="../media/image138.png"/><Relationship Id="rId10" Type="http://schemas.openxmlformats.org/officeDocument/2006/relationships/image" Target="../media/image34.png"/><Relationship Id="rId31" Type="http://schemas.openxmlformats.org/officeDocument/2006/relationships/image" Target="../media/image55.png"/><Relationship Id="rId44" Type="http://schemas.openxmlformats.org/officeDocument/2006/relationships/image" Target="../media/image68.png"/><Relationship Id="rId52" Type="http://schemas.openxmlformats.org/officeDocument/2006/relationships/image" Target="../media/image76.png"/><Relationship Id="rId60" Type="http://schemas.openxmlformats.org/officeDocument/2006/relationships/image" Target="../media/image84.png"/><Relationship Id="rId65" Type="http://schemas.openxmlformats.org/officeDocument/2006/relationships/image" Target="../media/image89.png"/><Relationship Id="rId73" Type="http://schemas.openxmlformats.org/officeDocument/2006/relationships/image" Target="../media/image97.png"/><Relationship Id="rId78" Type="http://schemas.openxmlformats.org/officeDocument/2006/relationships/image" Target="../media/image102.png"/><Relationship Id="rId81" Type="http://schemas.openxmlformats.org/officeDocument/2006/relationships/image" Target="../media/image105.png"/><Relationship Id="rId86" Type="http://schemas.openxmlformats.org/officeDocument/2006/relationships/image" Target="../media/image110.png"/><Relationship Id="rId94" Type="http://schemas.openxmlformats.org/officeDocument/2006/relationships/image" Target="../media/image118.png"/><Relationship Id="rId99" Type="http://schemas.openxmlformats.org/officeDocument/2006/relationships/image" Target="../media/image123.png"/><Relationship Id="rId101" Type="http://schemas.openxmlformats.org/officeDocument/2006/relationships/image" Target="../media/image125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9" Type="http://schemas.openxmlformats.org/officeDocument/2006/relationships/image" Target="../media/image63.png"/><Relationship Id="rId109" Type="http://schemas.openxmlformats.org/officeDocument/2006/relationships/image" Target="../media/image133.png"/><Relationship Id="rId34" Type="http://schemas.openxmlformats.org/officeDocument/2006/relationships/image" Target="../media/image58.png"/><Relationship Id="rId50" Type="http://schemas.openxmlformats.org/officeDocument/2006/relationships/image" Target="../media/image74.png"/><Relationship Id="rId55" Type="http://schemas.openxmlformats.org/officeDocument/2006/relationships/image" Target="../media/image79.png"/><Relationship Id="rId76" Type="http://schemas.openxmlformats.org/officeDocument/2006/relationships/image" Target="../media/image100.png"/><Relationship Id="rId97" Type="http://schemas.openxmlformats.org/officeDocument/2006/relationships/image" Target="../media/image121.png"/><Relationship Id="rId104" Type="http://schemas.openxmlformats.org/officeDocument/2006/relationships/image" Target="../media/image128.png"/><Relationship Id="rId7" Type="http://schemas.openxmlformats.org/officeDocument/2006/relationships/image" Target="../media/image31.png"/><Relationship Id="rId71" Type="http://schemas.openxmlformats.org/officeDocument/2006/relationships/image" Target="../media/image95.png"/><Relationship Id="rId92" Type="http://schemas.openxmlformats.org/officeDocument/2006/relationships/image" Target="../media/image116.png"/><Relationship Id="rId2" Type="http://schemas.openxmlformats.org/officeDocument/2006/relationships/image" Target="../media/image26.png"/><Relationship Id="rId29" Type="http://schemas.openxmlformats.org/officeDocument/2006/relationships/image" Target="../media/image53.png"/><Relationship Id="rId24" Type="http://schemas.openxmlformats.org/officeDocument/2006/relationships/image" Target="../media/image48.png"/><Relationship Id="rId40" Type="http://schemas.openxmlformats.org/officeDocument/2006/relationships/image" Target="../media/image64.png"/><Relationship Id="rId45" Type="http://schemas.openxmlformats.org/officeDocument/2006/relationships/image" Target="../media/image69.png"/><Relationship Id="rId66" Type="http://schemas.openxmlformats.org/officeDocument/2006/relationships/image" Target="../media/image90.png"/><Relationship Id="rId87" Type="http://schemas.openxmlformats.org/officeDocument/2006/relationships/image" Target="../media/image111.png"/><Relationship Id="rId110" Type="http://schemas.openxmlformats.org/officeDocument/2006/relationships/image" Target="../media/image134.png"/><Relationship Id="rId115" Type="http://schemas.openxmlformats.org/officeDocument/2006/relationships/image" Target="../media/image139.png"/><Relationship Id="rId61" Type="http://schemas.openxmlformats.org/officeDocument/2006/relationships/image" Target="../media/image85.png"/><Relationship Id="rId82" Type="http://schemas.openxmlformats.org/officeDocument/2006/relationships/image" Target="../media/image106.png"/><Relationship Id="rId19" Type="http://schemas.openxmlformats.org/officeDocument/2006/relationships/image" Target="../media/image43.png"/><Relationship Id="rId14" Type="http://schemas.openxmlformats.org/officeDocument/2006/relationships/image" Target="../media/image38.png"/><Relationship Id="rId30" Type="http://schemas.openxmlformats.org/officeDocument/2006/relationships/image" Target="../media/image54.png"/><Relationship Id="rId35" Type="http://schemas.openxmlformats.org/officeDocument/2006/relationships/image" Target="../media/image59.png"/><Relationship Id="rId56" Type="http://schemas.openxmlformats.org/officeDocument/2006/relationships/image" Target="../media/image80.png"/><Relationship Id="rId77" Type="http://schemas.openxmlformats.org/officeDocument/2006/relationships/image" Target="../media/image101.png"/><Relationship Id="rId100" Type="http://schemas.openxmlformats.org/officeDocument/2006/relationships/image" Target="../media/image124.png"/><Relationship Id="rId105" Type="http://schemas.openxmlformats.org/officeDocument/2006/relationships/image" Target="../media/image129.png"/><Relationship Id="rId8" Type="http://schemas.openxmlformats.org/officeDocument/2006/relationships/image" Target="../media/image32.png"/><Relationship Id="rId51" Type="http://schemas.openxmlformats.org/officeDocument/2006/relationships/image" Target="../media/image75.png"/><Relationship Id="rId72" Type="http://schemas.openxmlformats.org/officeDocument/2006/relationships/image" Target="../media/image96.png"/><Relationship Id="rId93" Type="http://schemas.openxmlformats.org/officeDocument/2006/relationships/image" Target="../media/image117.png"/><Relationship Id="rId98" Type="http://schemas.openxmlformats.org/officeDocument/2006/relationships/image" Target="../media/image122.png"/><Relationship Id="rId3" Type="http://schemas.openxmlformats.org/officeDocument/2006/relationships/image" Target="../media/image27.png"/><Relationship Id="rId25" Type="http://schemas.openxmlformats.org/officeDocument/2006/relationships/image" Target="../media/image49.png"/><Relationship Id="rId46" Type="http://schemas.openxmlformats.org/officeDocument/2006/relationships/image" Target="../media/image70.png"/><Relationship Id="rId67" Type="http://schemas.openxmlformats.org/officeDocument/2006/relationships/image" Target="../media/image91.png"/><Relationship Id="rId116" Type="http://schemas.openxmlformats.org/officeDocument/2006/relationships/image" Target="../media/image140.png"/><Relationship Id="rId20" Type="http://schemas.openxmlformats.org/officeDocument/2006/relationships/image" Target="../media/image44.png"/><Relationship Id="rId41" Type="http://schemas.openxmlformats.org/officeDocument/2006/relationships/image" Target="../media/image65.png"/><Relationship Id="rId62" Type="http://schemas.openxmlformats.org/officeDocument/2006/relationships/image" Target="../media/image86.png"/><Relationship Id="rId83" Type="http://schemas.openxmlformats.org/officeDocument/2006/relationships/image" Target="../media/image107.png"/><Relationship Id="rId88" Type="http://schemas.openxmlformats.org/officeDocument/2006/relationships/image" Target="../media/image112.png"/><Relationship Id="rId111" Type="http://schemas.openxmlformats.org/officeDocument/2006/relationships/image" Target="../media/image135.png"/><Relationship Id="rId15" Type="http://schemas.openxmlformats.org/officeDocument/2006/relationships/image" Target="../media/image39.png"/><Relationship Id="rId36" Type="http://schemas.openxmlformats.org/officeDocument/2006/relationships/image" Target="../media/image60.png"/><Relationship Id="rId57" Type="http://schemas.openxmlformats.org/officeDocument/2006/relationships/image" Target="../media/image81.png"/><Relationship Id="rId106" Type="http://schemas.openxmlformats.org/officeDocument/2006/relationships/image" Target="../media/image130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6.png"/><Relationship Id="rId21" Type="http://schemas.openxmlformats.org/officeDocument/2006/relationships/image" Target="../media/image161.png"/><Relationship Id="rId42" Type="http://schemas.openxmlformats.org/officeDocument/2006/relationships/image" Target="../media/image182.png"/><Relationship Id="rId47" Type="http://schemas.openxmlformats.org/officeDocument/2006/relationships/image" Target="../media/image187.png"/><Relationship Id="rId63" Type="http://schemas.openxmlformats.org/officeDocument/2006/relationships/image" Target="../media/image203.png"/><Relationship Id="rId68" Type="http://schemas.openxmlformats.org/officeDocument/2006/relationships/image" Target="../media/image208.png"/><Relationship Id="rId84" Type="http://schemas.openxmlformats.org/officeDocument/2006/relationships/image" Target="../media/image224.png"/><Relationship Id="rId89" Type="http://schemas.openxmlformats.org/officeDocument/2006/relationships/image" Target="../media/image229.png"/><Relationship Id="rId16" Type="http://schemas.openxmlformats.org/officeDocument/2006/relationships/image" Target="../media/image156.png"/><Relationship Id="rId107" Type="http://schemas.openxmlformats.org/officeDocument/2006/relationships/image" Target="../media/image247.png"/><Relationship Id="rId11" Type="http://schemas.openxmlformats.org/officeDocument/2006/relationships/image" Target="../media/image151.png"/><Relationship Id="rId32" Type="http://schemas.openxmlformats.org/officeDocument/2006/relationships/image" Target="../media/image172.png"/><Relationship Id="rId37" Type="http://schemas.openxmlformats.org/officeDocument/2006/relationships/image" Target="../media/image177.png"/><Relationship Id="rId53" Type="http://schemas.openxmlformats.org/officeDocument/2006/relationships/image" Target="../media/image193.png"/><Relationship Id="rId58" Type="http://schemas.openxmlformats.org/officeDocument/2006/relationships/image" Target="../media/image198.png"/><Relationship Id="rId74" Type="http://schemas.openxmlformats.org/officeDocument/2006/relationships/image" Target="../media/image214.png"/><Relationship Id="rId79" Type="http://schemas.openxmlformats.org/officeDocument/2006/relationships/image" Target="../media/image219.png"/><Relationship Id="rId102" Type="http://schemas.openxmlformats.org/officeDocument/2006/relationships/image" Target="../media/image242.png"/><Relationship Id="rId5" Type="http://schemas.openxmlformats.org/officeDocument/2006/relationships/image" Target="../media/image145.png"/><Relationship Id="rId90" Type="http://schemas.openxmlformats.org/officeDocument/2006/relationships/image" Target="../media/image230.png"/><Relationship Id="rId95" Type="http://schemas.openxmlformats.org/officeDocument/2006/relationships/image" Target="../media/image235.png"/><Relationship Id="rId22" Type="http://schemas.openxmlformats.org/officeDocument/2006/relationships/image" Target="../media/image162.png"/><Relationship Id="rId27" Type="http://schemas.openxmlformats.org/officeDocument/2006/relationships/image" Target="../media/image167.png"/><Relationship Id="rId43" Type="http://schemas.openxmlformats.org/officeDocument/2006/relationships/image" Target="../media/image183.png"/><Relationship Id="rId48" Type="http://schemas.openxmlformats.org/officeDocument/2006/relationships/image" Target="../media/image188.png"/><Relationship Id="rId64" Type="http://schemas.openxmlformats.org/officeDocument/2006/relationships/image" Target="../media/image204.png"/><Relationship Id="rId69" Type="http://schemas.openxmlformats.org/officeDocument/2006/relationships/image" Target="../media/image209.png"/><Relationship Id="rId80" Type="http://schemas.openxmlformats.org/officeDocument/2006/relationships/image" Target="../media/image220.png"/><Relationship Id="rId85" Type="http://schemas.openxmlformats.org/officeDocument/2006/relationships/image" Target="../media/image225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33" Type="http://schemas.openxmlformats.org/officeDocument/2006/relationships/image" Target="../media/image173.png"/><Relationship Id="rId38" Type="http://schemas.openxmlformats.org/officeDocument/2006/relationships/image" Target="../media/image178.png"/><Relationship Id="rId59" Type="http://schemas.openxmlformats.org/officeDocument/2006/relationships/image" Target="../media/image199.png"/><Relationship Id="rId103" Type="http://schemas.openxmlformats.org/officeDocument/2006/relationships/image" Target="../media/image243.png"/><Relationship Id="rId108" Type="http://schemas.openxmlformats.org/officeDocument/2006/relationships/image" Target="../media/image248.png"/><Relationship Id="rId54" Type="http://schemas.openxmlformats.org/officeDocument/2006/relationships/image" Target="../media/image194.png"/><Relationship Id="rId70" Type="http://schemas.openxmlformats.org/officeDocument/2006/relationships/image" Target="../media/image210.png"/><Relationship Id="rId75" Type="http://schemas.openxmlformats.org/officeDocument/2006/relationships/image" Target="../media/image215.png"/><Relationship Id="rId91" Type="http://schemas.openxmlformats.org/officeDocument/2006/relationships/image" Target="../media/image231.png"/><Relationship Id="rId96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5" Type="http://schemas.openxmlformats.org/officeDocument/2006/relationships/image" Target="../media/image155.png"/><Relationship Id="rId23" Type="http://schemas.openxmlformats.org/officeDocument/2006/relationships/image" Target="../media/image163.png"/><Relationship Id="rId28" Type="http://schemas.openxmlformats.org/officeDocument/2006/relationships/image" Target="../media/image168.png"/><Relationship Id="rId36" Type="http://schemas.openxmlformats.org/officeDocument/2006/relationships/image" Target="../media/image176.png"/><Relationship Id="rId49" Type="http://schemas.openxmlformats.org/officeDocument/2006/relationships/image" Target="../media/image189.png"/><Relationship Id="rId57" Type="http://schemas.openxmlformats.org/officeDocument/2006/relationships/image" Target="../media/image197.png"/><Relationship Id="rId106" Type="http://schemas.openxmlformats.org/officeDocument/2006/relationships/image" Target="../media/image246.png"/><Relationship Id="rId10" Type="http://schemas.openxmlformats.org/officeDocument/2006/relationships/image" Target="../media/image150.png"/><Relationship Id="rId31" Type="http://schemas.openxmlformats.org/officeDocument/2006/relationships/image" Target="../media/image171.png"/><Relationship Id="rId44" Type="http://schemas.openxmlformats.org/officeDocument/2006/relationships/image" Target="../media/image184.png"/><Relationship Id="rId52" Type="http://schemas.openxmlformats.org/officeDocument/2006/relationships/image" Target="../media/image192.png"/><Relationship Id="rId60" Type="http://schemas.openxmlformats.org/officeDocument/2006/relationships/image" Target="../media/image200.png"/><Relationship Id="rId65" Type="http://schemas.openxmlformats.org/officeDocument/2006/relationships/image" Target="../media/image205.png"/><Relationship Id="rId73" Type="http://schemas.openxmlformats.org/officeDocument/2006/relationships/image" Target="../media/image213.png"/><Relationship Id="rId78" Type="http://schemas.openxmlformats.org/officeDocument/2006/relationships/image" Target="../media/image218.png"/><Relationship Id="rId81" Type="http://schemas.openxmlformats.org/officeDocument/2006/relationships/image" Target="../media/image221.png"/><Relationship Id="rId86" Type="http://schemas.openxmlformats.org/officeDocument/2006/relationships/image" Target="../media/image226.png"/><Relationship Id="rId94" Type="http://schemas.openxmlformats.org/officeDocument/2006/relationships/image" Target="../media/image234.png"/><Relationship Id="rId99" Type="http://schemas.openxmlformats.org/officeDocument/2006/relationships/image" Target="../media/image239.png"/><Relationship Id="rId101" Type="http://schemas.openxmlformats.org/officeDocument/2006/relationships/image" Target="../media/image241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39" Type="http://schemas.openxmlformats.org/officeDocument/2006/relationships/image" Target="../media/image179.png"/><Relationship Id="rId109" Type="http://schemas.openxmlformats.org/officeDocument/2006/relationships/image" Target="../media/image249.png"/><Relationship Id="rId34" Type="http://schemas.openxmlformats.org/officeDocument/2006/relationships/image" Target="../media/image174.png"/><Relationship Id="rId50" Type="http://schemas.openxmlformats.org/officeDocument/2006/relationships/image" Target="../media/image190.png"/><Relationship Id="rId55" Type="http://schemas.openxmlformats.org/officeDocument/2006/relationships/image" Target="../media/image195.png"/><Relationship Id="rId76" Type="http://schemas.openxmlformats.org/officeDocument/2006/relationships/image" Target="../media/image216.png"/><Relationship Id="rId97" Type="http://schemas.openxmlformats.org/officeDocument/2006/relationships/image" Target="../media/image237.png"/><Relationship Id="rId104" Type="http://schemas.openxmlformats.org/officeDocument/2006/relationships/image" Target="../media/image244.png"/><Relationship Id="rId7" Type="http://schemas.openxmlformats.org/officeDocument/2006/relationships/image" Target="../media/image147.png"/><Relationship Id="rId71" Type="http://schemas.openxmlformats.org/officeDocument/2006/relationships/image" Target="../media/image211.png"/><Relationship Id="rId92" Type="http://schemas.openxmlformats.org/officeDocument/2006/relationships/image" Target="../media/image232.png"/><Relationship Id="rId2" Type="http://schemas.openxmlformats.org/officeDocument/2006/relationships/image" Target="../media/image142.png"/><Relationship Id="rId29" Type="http://schemas.openxmlformats.org/officeDocument/2006/relationships/image" Target="../media/image169.png"/><Relationship Id="rId24" Type="http://schemas.openxmlformats.org/officeDocument/2006/relationships/image" Target="../media/image164.png"/><Relationship Id="rId40" Type="http://schemas.openxmlformats.org/officeDocument/2006/relationships/image" Target="../media/image180.png"/><Relationship Id="rId45" Type="http://schemas.openxmlformats.org/officeDocument/2006/relationships/image" Target="../media/image185.png"/><Relationship Id="rId66" Type="http://schemas.openxmlformats.org/officeDocument/2006/relationships/image" Target="../media/image206.png"/><Relationship Id="rId87" Type="http://schemas.openxmlformats.org/officeDocument/2006/relationships/image" Target="../media/image227.png"/><Relationship Id="rId61" Type="http://schemas.openxmlformats.org/officeDocument/2006/relationships/image" Target="../media/image201.png"/><Relationship Id="rId82" Type="http://schemas.openxmlformats.org/officeDocument/2006/relationships/image" Target="../media/image222.png"/><Relationship Id="rId19" Type="http://schemas.openxmlformats.org/officeDocument/2006/relationships/image" Target="../media/image159.png"/><Relationship Id="rId14" Type="http://schemas.openxmlformats.org/officeDocument/2006/relationships/image" Target="../media/image154.png"/><Relationship Id="rId30" Type="http://schemas.openxmlformats.org/officeDocument/2006/relationships/image" Target="../media/image170.png"/><Relationship Id="rId35" Type="http://schemas.openxmlformats.org/officeDocument/2006/relationships/image" Target="../media/image175.png"/><Relationship Id="rId56" Type="http://schemas.openxmlformats.org/officeDocument/2006/relationships/image" Target="../media/image196.png"/><Relationship Id="rId77" Type="http://schemas.openxmlformats.org/officeDocument/2006/relationships/image" Target="../media/image217.png"/><Relationship Id="rId100" Type="http://schemas.openxmlformats.org/officeDocument/2006/relationships/image" Target="../media/image240.png"/><Relationship Id="rId105" Type="http://schemas.openxmlformats.org/officeDocument/2006/relationships/image" Target="../media/image245.png"/><Relationship Id="rId8" Type="http://schemas.openxmlformats.org/officeDocument/2006/relationships/image" Target="../media/image148.png"/><Relationship Id="rId51" Type="http://schemas.openxmlformats.org/officeDocument/2006/relationships/image" Target="../media/image191.png"/><Relationship Id="rId72" Type="http://schemas.openxmlformats.org/officeDocument/2006/relationships/image" Target="../media/image212.png"/><Relationship Id="rId93" Type="http://schemas.openxmlformats.org/officeDocument/2006/relationships/image" Target="../media/image233.png"/><Relationship Id="rId98" Type="http://schemas.openxmlformats.org/officeDocument/2006/relationships/image" Target="../media/image238.png"/><Relationship Id="rId3" Type="http://schemas.openxmlformats.org/officeDocument/2006/relationships/image" Target="../media/image143.png"/><Relationship Id="rId25" Type="http://schemas.openxmlformats.org/officeDocument/2006/relationships/image" Target="../media/image165.png"/><Relationship Id="rId46" Type="http://schemas.openxmlformats.org/officeDocument/2006/relationships/image" Target="../media/image186.png"/><Relationship Id="rId67" Type="http://schemas.openxmlformats.org/officeDocument/2006/relationships/image" Target="../media/image207.png"/><Relationship Id="rId20" Type="http://schemas.openxmlformats.org/officeDocument/2006/relationships/image" Target="../media/image160.png"/><Relationship Id="rId41" Type="http://schemas.openxmlformats.org/officeDocument/2006/relationships/image" Target="../media/image181.png"/><Relationship Id="rId62" Type="http://schemas.openxmlformats.org/officeDocument/2006/relationships/image" Target="../media/image202.png"/><Relationship Id="rId83" Type="http://schemas.openxmlformats.org/officeDocument/2006/relationships/image" Target="../media/image223.png"/><Relationship Id="rId88" Type="http://schemas.openxmlformats.org/officeDocument/2006/relationships/image" Target="../media/image2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4.png"/><Relationship Id="rId4" Type="http://schemas.openxmlformats.org/officeDocument/2006/relationships/image" Target="../media/image25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6.png"/><Relationship Id="rId18" Type="http://schemas.openxmlformats.org/officeDocument/2006/relationships/image" Target="../media/image271.png"/><Relationship Id="rId26" Type="http://schemas.openxmlformats.org/officeDocument/2006/relationships/image" Target="../media/image279.png"/><Relationship Id="rId39" Type="http://schemas.openxmlformats.org/officeDocument/2006/relationships/image" Target="../media/image292.png"/><Relationship Id="rId21" Type="http://schemas.openxmlformats.org/officeDocument/2006/relationships/image" Target="../media/image274.png"/><Relationship Id="rId34" Type="http://schemas.openxmlformats.org/officeDocument/2006/relationships/image" Target="../media/image287.png"/><Relationship Id="rId42" Type="http://schemas.openxmlformats.org/officeDocument/2006/relationships/image" Target="../media/image295.png"/><Relationship Id="rId47" Type="http://schemas.openxmlformats.org/officeDocument/2006/relationships/image" Target="../media/image300.png"/><Relationship Id="rId50" Type="http://schemas.openxmlformats.org/officeDocument/2006/relationships/image" Target="../media/image303.png"/><Relationship Id="rId55" Type="http://schemas.openxmlformats.org/officeDocument/2006/relationships/image" Target="../media/image308.png"/><Relationship Id="rId7" Type="http://schemas.openxmlformats.org/officeDocument/2006/relationships/image" Target="../media/image260.png"/><Relationship Id="rId2" Type="http://schemas.openxmlformats.org/officeDocument/2006/relationships/image" Target="../media/image255.png"/><Relationship Id="rId16" Type="http://schemas.openxmlformats.org/officeDocument/2006/relationships/image" Target="../media/image269.png"/><Relationship Id="rId29" Type="http://schemas.openxmlformats.org/officeDocument/2006/relationships/image" Target="../media/image282.png"/><Relationship Id="rId11" Type="http://schemas.openxmlformats.org/officeDocument/2006/relationships/image" Target="../media/image264.png"/><Relationship Id="rId24" Type="http://schemas.openxmlformats.org/officeDocument/2006/relationships/image" Target="../media/image277.png"/><Relationship Id="rId32" Type="http://schemas.openxmlformats.org/officeDocument/2006/relationships/image" Target="../media/image285.png"/><Relationship Id="rId37" Type="http://schemas.openxmlformats.org/officeDocument/2006/relationships/image" Target="../media/image290.png"/><Relationship Id="rId40" Type="http://schemas.openxmlformats.org/officeDocument/2006/relationships/image" Target="../media/image293.png"/><Relationship Id="rId45" Type="http://schemas.openxmlformats.org/officeDocument/2006/relationships/image" Target="../media/image298.png"/><Relationship Id="rId53" Type="http://schemas.openxmlformats.org/officeDocument/2006/relationships/image" Target="../media/image306.png"/><Relationship Id="rId5" Type="http://schemas.openxmlformats.org/officeDocument/2006/relationships/image" Target="../media/image258.png"/><Relationship Id="rId19" Type="http://schemas.openxmlformats.org/officeDocument/2006/relationships/image" Target="../media/image272.png"/><Relationship Id="rId4" Type="http://schemas.openxmlformats.org/officeDocument/2006/relationships/image" Target="../media/image257.png"/><Relationship Id="rId9" Type="http://schemas.openxmlformats.org/officeDocument/2006/relationships/image" Target="../media/image262.png"/><Relationship Id="rId14" Type="http://schemas.openxmlformats.org/officeDocument/2006/relationships/image" Target="../media/image267.png"/><Relationship Id="rId22" Type="http://schemas.openxmlformats.org/officeDocument/2006/relationships/image" Target="../media/image275.png"/><Relationship Id="rId27" Type="http://schemas.openxmlformats.org/officeDocument/2006/relationships/image" Target="../media/image280.png"/><Relationship Id="rId30" Type="http://schemas.openxmlformats.org/officeDocument/2006/relationships/image" Target="../media/image283.png"/><Relationship Id="rId35" Type="http://schemas.openxmlformats.org/officeDocument/2006/relationships/image" Target="../media/image288.png"/><Relationship Id="rId43" Type="http://schemas.openxmlformats.org/officeDocument/2006/relationships/image" Target="../media/image296.png"/><Relationship Id="rId48" Type="http://schemas.openxmlformats.org/officeDocument/2006/relationships/image" Target="../media/image301.png"/><Relationship Id="rId56" Type="http://schemas.openxmlformats.org/officeDocument/2006/relationships/image" Target="../media/image309.png"/><Relationship Id="rId8" Type="http://schemas.openxmlformats.org/officeDocument/2006/relationships/image" Target="../media/image261.png"/><Relationship Id="rId51" Type="http://schemas.openxmlformats.org/officeDocument/2006/relationships/image" Target="../media/image304.png"/><Relationship Id="rId3" Type="http://schemas.openxmlformats.org/officeDocument/2006/relationships/image" Target="../media/image256.png"/><Relationship Id="rId12" Type="http://schemas.openxmlformats.org/officeDocument/2006/relationships/image" Target="../media/image265.png"/><Relationship Id="rId17" Type="http://schemas.openxmlformats.org/officeDocument/2006/relationships/image" Target="../media/image270.png"/><Relationship Id="rId25" Type="http://schemas.openxmlformats.org/officeDocument/2006/relationships/image" Target="../media/image278.png"/><Relationship Id="rId33" Type="http://schemas.openxmlformats.org/officeDocument/2006/relationships/image" Target="../media/image286.png"/><Relationship Id="rId38" Type="http://schemas.openxmlformats.org/officeDocument/2006/relationships/image" Target="../media/image291.png"/><Relationship Id="rId46" Type="http://schemas.openxmlformats.org/officeDocument/2006/relationships/image" Target="../media/image299.png"/><Relationship Id="rId20" Type="http://schemas.openxmlformats.org/officeDocument/2006/relationships/image" Target="../media/image273.png"/><Relationship Id="rId41" Type="http://schemas.openxmlformats.org/officeDocument/2006/relationships/image" Target="../media/image294.png"/><Relationship Id="rId54" Type="http://schemas.openxmlformats.org/officeDocument/2006/relationships/image" Target="../media/image30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9.png"/><Relationship Id="rId15" Type="http://schemas.openxmlformats.org/officeDocument/2006/relationships/image" Target="../media/image268.png"/><Relationship Id="rId23" Type="http://schemas.openxmlformats.org/officeDocument/2006/relationships/image" Target="../media/image276.png"/><Relationship Id="rId28" Type="http://schemas.openxmlformats.org/officeDocument/2006/relationships/image" Target="../media/image281.png"/><Relationship Id="rId36" Type="http://schemas.openxmlformats.org/officeDocument/2006/relationships/image" Target="../media/image289.png"/><Relationship Id="rId49" Type="http://schemas.openxmlformats.org/officeDocument/2006/relationships/image" Target="../media/image302.png"/><Relationship Id="rId57" Type="http://schemas.openxmlformats.org/officeDocument/2006/relationships/image" Target="../media/image310.png"/><Relationship Id="rId10" Type="http://schemas.openxmlformats.org/officeDocument/2006/relationships/image" Target="../media/image263.png"/><Relationship Id="rId31" Type="http://schemas.openxmlformats.org/officeDocument/2006/relationships/image" Target="../media/image284.png"/><Relationship Id="rId44" Type="http://schemas.openxmlformats.org/officeDocument/2006/relationships/image" Target="../media/image297.png"/><Relationship Id="rId52" Type="http://schemas.openxmlformats.org/officeDocument/2006/relationships/image" Target="../media/image30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25.png"/><Relationship Id="rId21" Type="http://schemas.openxmlformats.org/officeDocument/2006/relationships/image" Target="../media/image329.png"/><Relationship Id="rId42" Type="http://schemas.openxmlformats.org/officeDocument/2006/relationships/image" Target="../media/image350.png"/><Relationship Id="rId63" Type="http://schemas.openxmlformats.org/officeDocument/2006/relationships/image" Target="../media/image371.png"/><Relationship Id="rId84" Type="http://schemas.openxmlformats.org/officeDocument/2006/relationships/image" Target="../media/image392.png"/><Relationship Id="rId138" Type="http://schemas.openxmlformats.org/officeDocument/2006/relationships/image" Target="../media/image446.png"/><Relationship Id="rId159" Type="http://schemas.openxmlformats.org/officeDocument/2006/relationships/image" Target="../media/image467.png"/><Relationship Id="rId107" Type="http://schemas.openxmlformats.org/officeDocument/2006/relationships/image" Target="../media/image415.png"/><Relationship Id="rId11" Type="http://schemas.openxmlformats.org/officeDocument/2006/relationships/image" Target="../media/image319.png"/><Relationship Id="rId32" Type="http://schemas.openxmlformats.org/officeDocument/2006/relationships/image" Target="../media/image340.png"/><Relationship Id="rId53" Type="http://schemas.openxmlformats.org/officeDocument/2006/relationships/image" Target="../media/image361.png"/><Relationship Id="rId74" Type="http://schemas.openxmlformats.org/officeDocument/2006/relationships/image" Target="../media/image382.png"/><Relationship Id="rId128" Type="http://schemas.openxmlformats.org/officeDocument/2006/relationships/image" Target="../media/image436.png"/><Relationship Id="rId149" Type="http://schemas.openxmlformats.org/officeDocument/2006/relationships/image" Target="../media/image457.png"/><Relationship Id="rId5" Type="http://schemas.openxmlformats.org/officeDocument/2006/relationships/image" Target="../media/image313.png"/><Relationship Id="rId95" Type="http://schemas.openxmlformats.org/officeDocument/2006/relationships/image" Target="../media/image403.png"/><Relationship Id="rId160" Type="http://schemas.openxmlformats.org/officeDocument/2006/relationships/image" Target="../media/image468.png"/><Relationship Id="rId22" Type="http://schemas.openxmlformats.org/officeDocument/2006/relationships/image" Target="../media/image330.png"/><Relationship Id="rId43" Type="http://schemas.openxmlformats.org/officeDocument/2006/relationships/image" Target="../media/image351.png"/><Relationship Id="rId64" Type="http://schemas.openxmlformats.org/officeDocument/2006/relationships/image" Target="../media/image372.png"/><Relationship Id="rId118" Type="http://schemas.openxmlformats.org/officeDocument/2006/relationships/image" Target="../media/image426.png"/><Relationship Id="rId139" Type="http://schemas.openxmlformats.org/officeDocument/2006/relationships/image" Target="../media/image447.png"/><Relationship Id="rId85" Type="http://schemas.openxmlformats.org/officeDocument/2006/relationships/image" Target="../media/image393.png"/><Relationship Id="rId150" Type="http://schemas.openxmlformats.org/officeDocument/2006/relationships/image" Target="../media/image458.png"/><Relationship Id="rId12" Type="http://schemas.openxmlformats.org/officeDocument/2006/relationships/image" Target="../media/image320.png"/><Relationship Id="rId17" Type="http://schemas.openxmlformats.org/officeDocument/2006/relationships/image" Target="../media/image325.png"/><Relationship Id="rId33" Type="http://schemas.openxmlformats.org/officeDocument/2006/relationships/image" Target="../media/image341.png"/><Relationship Id="rId38" Type="http://schemas.openxmlformats.org/officeDocument/2006/relationships/image" Target="../media/image346.png"/><Relationship Id="rId59" Type="http://schemas.openxmlformats.org/officeDocument/2006/relationships/image" Target="../media/image367.png"/><Relationship Id="rId103" Type="http://schemas.openxmlformats.org/officeDocument/2006/relationships/image" Target="../media/image411.png"/><Relationship Id="rId108" Type="http://schemas.openxmlformats.org/officeDocument/2006/relationships/image" Target="../media/image416.png"/><Relationship Id="rId124" Type="http://schemas.openxmlformats.org/officeDocument/2006/relationships/image" Target="../media/image432.png"/><Relationship Id="rId129" Type="http://schemas.openxmlformats.org/officeDocument/2006/relationships/image" Target="../media/image437.png"/><Relationship Id="rId54" Type="http://schemas.openxmlformats.org/officeDocument/2006/relationships/image" Target="../media/image362.png"/><Relationship Id="rId70" Type="http://schemas.openxmlformats.org/officeDocument/2006/relationships/image" Target="../media/image378.png"/><Relationship Id="rId75" Type="http://schemas.openxmlformats.org/officeDocument/2006/relationships/image" Target="../media/image383.png"/><Relationship Id="rId91" Type="http://schemas.openxmlformats.org/officeDocument/2006/relationships/image" Target="../media/image399.png"/><Relationship Id="rId96" Type="http://schemas.openxmlformats.org/officeDocument/2006/relationships/image" Target="../media/image404.png"/><Relationship Id="rId140" Type="http://schemas.openxmlformats.org/officeDocument/2006/relationships/image" Target="../media/image448.png"/><Relationship Id="rId145" Type="http://schemas.openxmlformats.org/officeDocument/2006/relationships/image" Target="../media/image453.png"/><Relationship Id="rId161" Type="http://schemas.openxmlformats.org/officeDocument/2006/relationships/image" Target="../media/image4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4.png"/><Relationship Id="rId23" Type="http://schemas.openxmlformats.org/officeDocument/2006/relationships/image" Target="../media/image331.png"/><Relationship Id="rId28" Type="http://schemas.openxmlformats.org/officeDocument/2006/relationships/image" Target="../media/image336.png"/><Relationship Id="rId49" Type="http://schemas.openxmlformats.org/officeDocument/2006/relationships/image" Target="../media/image357.png"/><Relationship Id="rId114" Type="http://schemas.openxmlformats.org/officeDocument/2006/relationships/image" Target="../media/image422.png"/><Relationship Id="rId119" Type="http://schemas.openxmlformats.org/officeDocument/2006/relationships/image" Target="../media/image427.png"/><Relationship Id="rId44" Type="http://schemas.openxmlformats.org/officeDocument/2006/relationships/image" Target="../media/image352.png"/><Relationship Id="rId60" Type="http://schemas.openxmlformats.org/officeDocument/2006/relationships/image" Target="../media/image368.png"/><Relationship Id="rId65" Type="http://schemas.openxmlformats.org/officeDocument/2006/relationships/image" Target="../media/image373.png"/><Relationship Id="rId81" Type="http://schemas.openxmlformats.org/officeDocument/2006/relationships/image" Target="../media/image389.png"/><Relationship Id="rId86" Type="http://schemas.openxmlformats.org/officeDocument/2006/relationships/image" Target="../media/image394.png"/><Relationship Id="rId130" Type="http://schemas.openxmlformats.org/officeDocument/2006/relationships/image" Target="../media/image438.png"/><Relationship Id="rId135" Type="http://schemas.openxmlformats.org/officeDocument/2006/relationships/image" Target="../media/image443.png"/><Relationship Id="rId151" Type="http://schemas.openxmlformats.org/officeDocument/2006/relationships/image" Target="../media/image459.png"/><Relationship Id="rId156" Type="http://schemas.openxmlformats.org/officeDocument/2006/relationships/image" Target="../media/image464.png"/><Relationship Id="rId13" Type="http://schemas.openxmlformats.org/officeDocument/2006/relationships/image" Target="../media/image321.png"/><Relationship Id="rId18" Type="http://schemas.openxmlformats.org/officeDocument/2006/relationships/image" Target="../media/image326.png"/><Relationship Id="rId39" Type="http://schemas.openxmlformats.org/officeDocument/2006/relationships/image" Target="../media/image347.png"/><Relationship Id="rId109" Type="http://schemas.openxmlformats.org/officeDocument/2006/relationships/image" Target="../media/image417.png"/><Relationship Id="rId34" Type="http://schemas.openxmlformats.org/officeDocument/2006/relationships/image" Target="../media/image342.png"/><Relationship Id="rId50" Type="http://schemas.openxmlformats.org/officeDocument/2006/relationships/image" Target="../media/image358.png"/><Relationship Id="rId55" Type="http://schemas.openxmlformats.org/officeDocument/2006/relationships/image" Target="../media/image363.png"/><Relationship Id="rId76" Type="http://schemas.openxmlformats.org/officeDocument/2006/relationships/image" Target="../media/image384.png"/><Relationship Id="rId97" Type="http://schemas.openxmlformats.org/officeDocument/2006/relationships/image" Target="../media/image405.png"/><Relationship Id="rId104" Type="http://schemas.openxmlformats.org/officeDocument/2006/relationships/image" Target="../media/image412.png"/><Relationship Id="rId120" Type="http://schemas.openxmlformats.org/officeDocument/2006/relationships/image" Target="../media/image428.png"/><Relationship Id="rId125" Type="http://schemas.openxmlformats.org/officeDocument/2006/relationships/image" Target="../media/image433.png"/><Relationship Id="rId141" Type="http://schemas.openxmlformats.org/officeDocument/2006/relationships/image" Target="../media/image449.png"/><Relationship Id="rId146" Type="http://schemas.openxmlformats.org/officeDocument/2006/relationships/image" Target="../media/image454.png"/><Relationship Id="rId7" Type="http://schemas.openxmlformats.org/officeDocument/2006/relationships/image" Target="../media/image315.png"/><Relationship Id="rId71" Type="http://schemas.openxmlformats.org/officeDocument/2006/relationships/image" Target="../media/image379.png"/><Relationship Id="rId92" Type="http://schemas.openxmlformats.org/officeDocument/2006/relationships/image" Target="../media/image400.png"/><Relationship Id="rId162" Type="http://schemas.openxmlformats.org/officeDocument/2006/relationships/image" Target="../media/image470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337.png"/><Relationship Id="rId24" Type="http://schemas.openxmlformats.org/officeDocument/2006/relationships/image" Target="../media/image332.png"/><Relationship Id="rId40" Type="http://schemas.openxmlformats.org/officeDocument/2006/relationships/image" Target="../media/image348.png"/><Relationship Id="rId45" Type="http://schemas.openxmlformats.org/officeDocument/2006/relationships/image" Target="../media/image353.png"/><Relationship Id="rId66" Type="http://schemas.openxmlformats.org/officeDocument/2006/relationships/image" Target="../media/image374.png"/><Relationship Id="rId87" Type="http://schemas.openxmlformats.org/officeDocument/2006/relationships/image" Target="../media/image395.png"/><Relationship Id="rId110" Type="http://schemas.openxmlformats.org/officeDocument/2006/relationships/image" Target="../media/image418.png"/><Relationship Id="rId115" Type="http://schemas.openxmlformats.org/officeDocument/2006/relationships/image" Target="../media/image423.png"/><Relationship Id="rId131" Type="http://schemas.openxmlformats.org/officeDocument/2006/relationships/image" Target="../media/image439.png"/><Relationship Id="rId136" Type="http://schemas.openxmlformats.org/officeDocument/2006/relationships/image" Target="../media/image444.png"/><Relationship Id="rId157" Type="http://schemas.openxmlformats.org/officeDocument/2006/relationships/image" Target="../media/image465.png"/><Relationship Id="rId61" Type="http://schemas.openxmlformats.org/officeDocument/2006/relationships/image" Target="../media/image369.png"/><Relationship Id="rId82" Type="http://schemas.openxmlformats.org/officeDocument/2006/relationships/image" Target="../media/image390.png"/><Relationship Id="rId152" Type="http://schemas.openxmlformats.org/officeDocument/2006/relationships/image" Target="../media/image460.png"/><Relationship Id="rId19" Type="http://schemas.openxmlformats.org/officeDocument/2006/relationships/image" Target="../media/image327.png"/><Relationship Id="rId14" Type="http://schemas.openxmlformats.org/officeDocument/2006/relationships/image" Target="../media/image322.png"/><Relationship Id="rId30" Type="http://schemas.openxmlformats.org/officeDocument/2006/relationships/image" Target="../media/image338.png"/><Relationship Id="rId35" Type="http://schemas.openxmlformats.org/officeDocument/2006/relationships/image" Target="../media/image343.png"/><Relationship Id="rId56" Type="http://schemas.openxmlformats.org/officeDocument/2006/relationships/image" Target="../media/image364.png"/><Relationship Id="rId77" Type="http://schemas.openxmlformats.org/officeDocument/2006/relationships/image" Target="../media/image385.png"/><Relationship Id="rId100" Type="http://schemas.openxmlformats.org/officeDocument/2006/relationships/image" Target="../media/image408.png"/><Relationship Id="rId105" Type="http://schemas.openxmlformats.org/officeDocument/2006/relationships/image" Target="../media/image413.png"/><Relationship Id="rId126" Type="http://schemas.openxmlformats.org/officeDocument/2006/relationships/image" Target="../media/image434.png"/><Relationship Id="rId147" Type="http://schemas.openxmlformats.org/officeDocument/2006/relationships/image" Target="../media/image455.png"/><Relationship Id="rId8" Type="http://schemas.openxmlformats.org/officeDocument/2006/relationships/image" Target="../media/image316.png"/><Relationship Id="rId51" Type="http://schemas.openxmlformats.org/officeDocument/2006/relationships/image" Target="../media/image359.png"/><Relationship Id="rId72" Type="http://schemas.openxmlformats.org/officeDocument/2006/relationships/image" Target="../media/image380.png"/><Relationship Id="rId93" Type="http://schemas.openxmlformats.org/officeDocument/2006/relationships/image" Target="../media/image401.png"/><Relationship Id="rId98" Type="http://schemas.openxmlformats.org/officeDocument/2006/relationships/image" Target="../media/image406.png"/><Relationship Id="rId121" Type="http://schemas.openxmlformats.org/officeDocument/2006/relationships/image" Target="../media/image429.png"/><Relationship Id="rId142" Type="http://schemas.openxmlformats.org/officeDocument/2006/relationships/image" Target="../media/image450.png"/><Relationship Id="rId163" Type="http://schemas.openxmlformats.org/officeDocument/2006/relationships/image" Target="../media/image471.png"/><Relationship Id="rId3" Type="http://schemas.openxmlformats.org/officeDocument/2006/relationships/image" Target="../media/image311.png"/><Relationship Id="rId25" Type="http://schemas.openxmlformats.org/officeDocument/2006/relationships/image" Target="../media/image333.png"/><Relationship Id="rId46" Type="http://schemas.openxmlformats.org/officeDocument/2006/relationships/image" Target="../media/image354.png"/><Relationship Id="rId67" Type="http://schemas.openxmlformats.org/officeDocument/2006/relationships/image" Target="../media/image375.png"/><Relationship Id="rId116" Type="http://schemas.openxmlformats.org/officeDocument/2006/relationships/image" Target="../media/image424.png"/><Relationship Id="rId137" Type="http://schemas.openxmlformats.org/officeDocument/2006/relationships/image" Target="../media/image445.png"/><Relationship Id="rId158" Type="http://schemas.openxmlformats.org/officeDocument/2006/relationships/image" Target="../media/image466.png"/><Relationship Id="rId20" Type="http://schemas.openxmlformats.org/officeDocument/2006/relationships/image" Target="../media/image328.png"/><Relationship Id="rId41" Type="http://schemas.openxmlformats.org/officeDocument/2006/relationships/image" Target="../media/image349.png"/><Relationship Id="rId62" Type="http://schemas.openxmlformats.org/officeDocument/2006/relationships/image" Target="../media/image370.png"/><Relationship Id="rId83" Type="http://schemas.openxmlformats.org/officeDocument/2006/relationships/image" Target="../media/image391.png"/><Relationship Id="rId88" Type="http://schemas.openxmlformats.org/officeDocument/2006/relationships/image" Target="../media/image396.png"/><Relationship Id="rId111" Type="http://schemas.openxmlformats.org/officeDocument/2006/relationships/image" Target="../media/image419.png"/><Relationship Id="rId132" Type="http://schemas.openxmlformats.org/officeDocument/2006/relationships/image" Target="../media/image440.png"/><Relationship Id="rId153" Type="http://schemas.openxmlformats.org/officeDocument/2006/relationships/image" Target="../media/image461.png"/><Relationship Id="rId15" Type="http://schemas.openxmlformats.org/officeDocument/2006/relationships/image" Target="../media/image323.png"/><Relationship Id="rId36" Type="http://schemas.openxmlformats.org/officeDocument/2006/relationships/image" Target="../media/image344.png"/><Relationship Id="rId57" Type="http://schemas.openxmlformats.org/officeDocument/2006/relationships/image" Target="../media/image365.png"/><Relationship Id="rId106" Type="http://schemas.openxmlformats.org/officeDocument/2006/relationships/image" Target="../media/image414.png"/><Relationship Id="rId127" Type="http://schemas.openxmlformats.org/officeDocument/2006/relationships/image" Target="../media/image435.png"/><Relationship Id="rId10" Type="http://schemas.openxmlformats.org/officeDocument/2006/relationships/image" Target="../media/image318.png"/><Relationship Id="rId31" Type="http://schemas.openxmlformats.org/officeDocument/2006/relationships/image" Target="../media/image339.png"/><Relationship Id="rId52" Type="http://schemas.openxmlformats.org/officeDocument/2006/relationships/image" Target="../media/image360.png"/><Relationship Id="rId73" Type="http://schemas.openxmlformats.org/officeDocument/2006/relationships/image" Target="../media/image381.png"/><Relationship Id="rId78" Type="http://schemas.openxmlformats.org/officeDocument/2006/relationships/image" Target="../media/image386.png"/><Relationship Id="rId94" Type="http://schemas.openxmlformats.org/officeDocument/2006/relationships/image" Target="../media/image402.png"/><Relationship Id="rId99" Type="http://schemas.openxmlformats.org/officeDocument/2006/relationships/image" Target="../media/image407.png"/><Relationship Id="rId101" Type="http://schemas.openxmlformats.org/officeDocument/2006/relationships/image" Target="../media/image409.png"/><Relationship Id="rId122" Type="http://schemas.openxmlformats.org/officeDocument/2006/relationships/image" Target="../media/image430.png"/><Relationship Id="rId143" Type="http://schemas.openxmlformats.org/officeDocument/2006/relationships/image" Target="../media/image451.png"/><Relationship Id="rId148" Type="http://schemas.openxmlformats.org/officeDocument/2006/relationships/image" Target="../media/image456.png"/><Relationship Id="rId164" Type="http://schemas.openxmlformats.org/officeDocument/2006/relationships/image" Target="../media/image472.png"/><Relationship Id="rId4" Type="http://schemas.openxmlformats.org/officeDocument/2006/relationships/image" Target="../media/image312.png"/><Relationship Id="rId9" Type="http://schemas.openxmlformats.org/officeDocument/2006/relationships/image" Target="../media/image317.png"/><Relationship Id="rId26" Type="http://schemas.openxmlformats.org/officeDocument/2006/relationships/image" Target="../media/image334.png"/><Relationship Id="rId47" Type="http://schemas.openxmlformats.org/officeDocument/2006/relationships/image" Target="../media/image355.png"/><Relationship Id="rId68" Type="http://schemas.openxmlformats.org/officeDocument/2006/relationships/image" Target="../media/image376.png"/><Relationship Id="rId89" Type="http://schemas.openxmlformats.org/officeDocument/2006/relationships/image" Target="../media/image397.png"/><Relationship Id="rId112" Type="http://schemas.openxmlformats.org/officeDocument/2006/relationships/image" Target="../media/image420.png"/><Relationship Id="rId133" Type="http://schemas.openxmlformats.org/officeDocument/2006/relationships/image" Target="../media/image441.png"/><Relationship Id="rId154" Type="http://schemas.openxmlformats.org/officeDocument/2006/relationships/image" Target="../media/image462.png"/><Relationship Id="rId16" Type="http://schemas.openxmlformats.org/officeDocument/2006/relationships/image" Target="../media/image324.png"/><Relationship Id="rId37" Type="http://schemas.openxmlformats.org/officeDocument/2006/relationships/image" Target="../media/image345.png"/><Relationship Id="rId58" Type="http://schemas.openxmlformats.org/officeDocument/2006/relationships/image" Target="../media/image366.png"/><Relationship Id="rId79" Type="http://schemas.openxmlformats.org/officeDocument/2006/relationships/image" Target="../media/image387.png"/><Relationship Id="rId102" Type="http://schemas.openxmlformats.org/officeDocument/2006/relationships/image" Target="../media/image410.png"/><Relationship Id="rId123" Type="http://schemas.openxmlformats.org/officeDocument/2006/relationships/image" Target="../media/image431.png"/><Relationship Id="rId144" Type="http://schemas.openxmlformats.org/officeDocument/2006/relationships/image" Target="../media/image452.png"/><Relationship Id="rId90" Type="http://schemas.openxmlformats.org/officeDocument/2006/relationships/image" Target="../media/image398.png"/><Relationship Id="rId165" Type="http://schemas.openxmlformats.org/officeDocument/2006/relationships/image" Target="../media/image473.png"/><Relationship Id="rId27" Type="http://schemas.openxmlformats.org/officeDocument/2006/relationships/image" Target="../media/image335.png"/><Relationship Id="rId48" Type="http://schemas.openxmlformats.org/officeDocument/2006/relationships/image" Target="../media/image356.png"/><Relationship Id="rId69" Type="http://schemas.openxmlformats.org/officeDocument/2006/relationships/image" Target="../media/image377.png"/><Relationship Id="rId113" Type="http://schemas.openxmlformats.org/officeDocument/2006/relationships/image" Target="../media/image421.png"/><Relationship Id="rId134" Type="http://schemas.openxmlformats.org/officeDocument/2006/relationships/image" Target="../media/image442.png"/><Relationship Id="rId80" Type="http://schemas.openxmlformats.org/officeDocument/2006/relationships/image" Target="../media/image388.png"/><Relationship Id="rId155" Type="http://schemas.openxmlformats.org/officeDocument/2006/relationships/image" Target="../media/image46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.png"/><Relationship Id="rId13" Type="http://schemas.openxmlformats.org/officeDocument/2006/relationships/image" Target="../media/image150.png"/><Relationship Id="rId18" Type="http://schemas.openxmlformats.org/officeDocument/2006/relationships/image" Target="../media/image483.png"/><Relationship Id="rId3" Type="http://schemas.openxmlformats.org/officeDocument/2006/relationships/image" Target="../media/image474.png"/><Relationship Id="rId21" Type="http://schemas.openxmlformats.org/officeDocument/2006/relationships/image" Target="../media/image485.png"/><Relationship Id="rId7" Type="http://schemas.openxmlformats.org/officeDocument/2006/relationships/image" Target="../media/image476.png"/><Relationship Id="rId12" Type="http://schemas.openxmlformats.org/officeDocument/2006/relationships/image" Target="../media/image480.png"/><Relationship Id="rId17" Type="http://schemas.openxmlformats.org/officeDocument/2006/relationships/image" Target="../media/image15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3.png"/><Relationship Id="rId20" Type="http://schemas.openxmlformats.org/officeDocument/2006/relationships/image" Target="../media/image4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45.png"/><Relationship Id="rId24" Type="http://schemas.openxmlformats.org/officeDocument/2006/relationships/image" Target="../media/image488.png"/><Relationship Id="rId5" Type="http://schemas.openxmlformats.org/officeDocument/2006/relationships/image" Target="../media/image475.png"/><Relationship Id="rId15" Type="http://schemas.openxmlformats.org/officeDocument/2006/relationships/image" Target="../media/image482.png"/><Relationship Id="rId23" Type="http://schemas.openxmlformats.org/officeDocument/2006/relationships/image" Target="../media/image487.png"/><Relationship Id="rId10" Type="http://schemas.openxmlformats.org/officeDocument/2006/relationships/image" Target="../media/image479.png"/><Relationship Id="rId19" Type="http://schemas.openxmlformats.org/officeDocument/2006/relationships/image" Target="../media/image159.png"/><Relationship Id="rId4" Type="http://schemas.openxmlformats.org/officeDocument/2006/relationships/image" Target="../media/image157.png"/><Relationship Id="rId9" Type="http://schemas.openxmlformats.org/officeDocument/2006/relationships/image" Target="../media/image478.png"/><Relationship Id="rId14" Type="http://schemas.openxmlformats.org/officeDocument/2006/relationships/image" Target="../media/image481.png"/><Relationship Id="rId22" Type="http://schemas.openxmlformats.org/officeDocument/2006/relationships/image" Target="../media/image486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0.png"/><Relationship Id="rId18" Type="http://schemas.openxmlformats.org/officeDocument/2006/relationships/image" Target="../media/image505.png"/><Relationship Id="rId26" Type="http://schemas.openxmlformats.org/officeDocument/2006/relationships/image" Target="../media/image513.png"/><Relationship Id="rId39" Type="http://schemas.openxmlformats.org/officeDocument/2006/relationships/image" Target="../media/image526.png"/><Relationship Id="rId21" Type="http://schemas.openxmlformats.org/officeDocument/2006/relationships/image" Target="../media/image508.png"/><Relationship Id="rId34" Type="http://schemas.openxmlformats.org/officeDocument/2006/relationships/image" Target="../media/image521.png"/><Relationship Id="rId42" Type="http://schemas.openxmlformats.org/officeDocument/2006/relationships/image" Target="../media/image529.png"/><Relationship Id="rId47" Type="http://schemas.openxmlformats.org/officeDocument/2006/relationships/image" Target="../media/image534.png"/><Relationship Id="rId50" Type="http://schemas.openxmlformats.org/officeDocument/2006/relationships/image" Target="../media/image537.png"/><Relationship Id="rId55" Type="http://schemas.openxmlformats.org/officeDocument/2006/relationships/image" Target="../media/image542.png"/><Relationship Id="rId7" Type="http://schemas.openxmlformats.org/officeDocument/2006/relationships/image" Target="../media/image494.png"/><Relationship Id="rId2" Type="http://schemas.openxmlformats.org/officeDocument/2006/relationships/image" Target="../media/image489.png"/><Relationship Id="rId16" Type="http://schemas.openxmlformats.org/officeDocument/2006/relationships/image" Target="../media/image503.png"/><Relationship Id="rId29" Type="http://schemas.openxmlformats.org/officeDocument/2006/relationships/image" Target="../media/image516.png"/><Relationship Id="rId11" Type="http://schemas.openxmlformats.org/officeDocument/2006/relationships/image" Target="../media/image498.png"/><Relationship Id="rId24" Type="http://schemas.openxmlformats.org/officeDocument/2006/relationships/image" Target="../media/image511.png"/><Relationship Id="rId32" Type="http://schemas.openxmlformats.org/officeDocument/2006/relationships/image" Target="../media/image519.png"/><Relationship Id="rId37" Type="http://schemas.openxmlformats.org/officeDocument/2006/relationships/image" Target="../media/image524.png"/><Relationship Id="rId40" Type="http://schemas.openxmlformats.org/officeDocument/2006/relationships/image" Target="../media/image527.png"/><Relationship Id="rId45" Type="http://schemas.openxmlformats.org/officeDocument/2006/relationships/image" Target="../media/image532.png"/><Relationship Id="rId53" Type="http://schemas.openxmlformats.org/officeDocument/2006/relationships/image" Target="../media/image540.png"/><Relationship Id="rId5" Type="http://schemas.openxmlformats.org/officeDocument/2006/relationships/image" Target="../media/image492.png"/><Relationship Id="rId10" Type="http://schemas.openxmlformats.org/officeDocument/2006/relationships/image" Target="../media/image497.png"/><Relationship Id="rId19" Type="http://schemas.openxmlformats.org/officeDocument/2006/relationships/image" Target="../media/image506.png"/><Relationship Id="rId31" Type="http://schemas.openxmlformats.org/officeDocument/2006/relationships/image" Target="../media/image518.png"/><Relationship Id="rId44" Type="http://schemas.openxmlformats.org/officeDocument/2006/relationships/image" Target="../media/image531.png"/><Relationship Id="rId52" Type="http://schemas.openxmlformats.org/officeDocument/2006/relationships/image" Target="../media/image539.png"/><Relationship Id="rId4" Type="http://schemas.openxmlformats.org/officeDocument/2006/relationships/image" Target="../media/image491.png"/><Relationship Id="rId9" Type="http://schemas.openxmlformats.org/officeDocument/2006/relationships/image" Target="../media/image496.png"/><Relationship Id="rId14" Type="http://schemas.openxmlformats.org/officeDocument/2006/relationships/image" Target="../media/image501.png"/><Relationship Id="rId22" Type="http://schemas.openxmlformats.org/officeDocument/2006/relationships/image" Target="../media/image509.png"/><Relationship Id="rId27" Type="http://schemas.openxmlformats.org/officeDocument/2006/relationships/image" Target="../media/image514.png"/><Relationship Id="rId30" Type="http://schemas.openxmlformats.org/officeDocument/2006/relationships/image" Target="../media/image517.png"/><Relationship Id="rId35" Type="http://schemas.openxmlformats.org/officeDocument/2006/relationships/image" Target="../media/image522.png"/><Relationship Id="rId43" Type="http://schemas.openxmlformats.org/officeDocument/2006/relationships/image" Target="../media/image530.png"/><Relationship Id="rId48" Type="http://schemas.openxmlformats.org/officeDocument/2006/relationships/image" Target="../media/image535.png"/><Relationship Id="rId56" Type="http://schemas.openxmlformats.org/officeDocument/2006/relationships/image" Target="../media/image543.jpg"/><Relationship Id="rId8" Type="http://schemas.openxmlformats.org/officeDocument/2006/relationships/image" Target="../media/image495.png"/><Relationship Id="rId51" Type="http://schemas.openxmlformats.org/officeDocument/2006/relationships/image" Target="../media/image538.png"/><Relationship Id="rId3" Type="http://schemas.openxmlformats.org/officeDocument/2006/relationships/image" Target="../media/image490.png"/><Relationship Id="rId12" Type="http://schemas.openxmlformats.org/officeDocument/2006/relationships/image" Target="../media/image499.png"/><Relationship Id="rId17" Type="http://schemas.openxmlformats.org/officeDocument/2006/relationships/image" Target="../media/image504.png"/><Relationship Id="rId25" Type="http://schemas.openxmlformats.org/officeDocument/2006/relationships/image" Target="../media/image512.png"/><Relationship Id="rId33" Type="http://schemas.openxmlformats.org/officeDocument/2006/relationships/image" Target="../media/image520.png"/><Relationship Id="rId38" Type="http://schemas.openxmlformats.org/officeDocument/2006/relationships/image" Target="../media/image525.png"/><Relationship Id="rId46" Type="http://schemas.openxmlformats.org/officeDocument/2006/relationships/image" Target="../media/image533.png"/><Relationship Id="rId20" Type="http://schemas.openxmlformats.org/officeDocument/2006/relationships/image" Target="../media/image507.png"/><Relationship Id="rId41" Type="http://schemas.openxmlformats.org/officeDocument/2006/relationships/image" Target="../media/image528.png"/><Relationship Id="rId54" Type="http://schemas.openxmlformats.org/officeDocument/2006/relationships/image" Target="../media/image5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3.png"/><Relationship Id="rId15" Type="http://schemas.openxmlformats.org/officeDocument/2006/relationships/image" Target="../media/image502.png"/><Relationship Id="rId23" Type="http://schemas.openxmlformats.org/officeDocument/2006/relationships/image" Target="../media/image510.png"/><Relationship Id="rId28" Type="http://schemas.openxmlformats.org/officeDocument/2006/relationships/image" Target="../media/image515.png"/><Relationship Id="rId36" Type="http://schemas.openxmlformats.org/officeDocument/2006/relationships/image" Target="../media/image523.png"/><Relationship Id="rId49" Type="http://schemas.openxmlformats.org/officeDocument/2006/relationships/image" Target="../media/image536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.png"/><Relationship Id="rId117" Type="http://schemas.openxmlformats.org/officeDocument/2006/relationships/image" Target="../media/image613.png"/><Relationship Id="rId21" Type="http://schemas.openxmlformats.org/officeDocument/2006/relationships/image" Target="../media/image555.png"/><Relationship Id="rId42" Type="http://schemas.openxmlformats.org/officeDocument/2006/relationships/image" Target="../media/image29.png"/><Relationship Id="rId47" Type="http://schemas.openxmlformats.org/officeDocument/2006/relationships/image" Target="../media/image565.png"/><Relationship Id="rId63" Type="http://schemas.openxmlformats.org/officeDocument/2006/relationships/image" Target="../media/image574.png"/><Relationship Id="rId68" Type="http://schemas.openxmlformats.org/officeDocument/2006/relationships/image" Target="../media/image59.png"/><Relationship Id="rId84" Type="http://schemas.openxmlformats.org/officeDocument/2006/relationships/image" Target="../media/image587.png"/><Relationship Id="rId89" Type="http://schemas.openxmlformats.org/officeDocument/2006/relationships/image" Target="../media/image592.png"/><Relationship Id="rId112" Type="http://schemas.openxmlformats.org/officeDocument/2006/relationships/image" Target="../media/image609.png"/><Relationship Id="rId16" Type="http://schemas.openxmlformats.org/officeDocument/2006/relationships/image" Target="../media/image72.png"/><Relationship Id="rId107" Type="http://schemas.openxmlformats.org/officeDocument/2006/relationships/image" Target="../media/image604.png"/><Relationship Id="rId11" Type="http://schemas.openxmlformats.org/officeDocument/2006/relationships/image" Target="../media/image548.png"/><Relationship Id="rId32" Type="http://schemas.openxmlformats.org/officeDocument/2006/relationships/image" Target="../media/image98.png"/><Relationship Id="rId37" Type="http://schemas.openxmlformats.org/officeDocument/2006/relationships/image" Target="../media/image48.png"/><Relationship Id="rId53" Type="http://schemas.openxmlformats.org/officeDocument/2006/relationships/image" Target="../media/image96.png"/><Relationship Id="rId58" Type="http://schemas.openxmlformats.org/officeDocument/2006/relationships/image" Target="../media/image92.png"/><Relationship Id="rId74" Type="http://schemas.openxmlformats.org/officeDocument/2006/relationships/image" Target="../media/image139.png"/><Relationship Id="rId79" Type="http://schemas.openxmlformats.org/officeDocument/2006/relationships/image" Target="../media/image117.png"/><Relationship Id="rId102" Type="http://schemas.openxmlformats.org/officeDocument/2006/relationships/image" Target="../media/image599.png"/><Relationship Id="rId5" Type="http://schemas.openxmlformats.org/officeDocument/2006/relationships/image" Target="../media/image123.png"/><Relationship Id="rId90" Type="http://schemas.openxmlformats.org/officeDocument/2006/relationships/image" Target="../media/image593.png"/><Relationship Id="rId95" Type="http://schemas.openxmlformats.org/officeDocument/2006/relationships/image" Target="../media/image150.png"/><Relationship Id="rId22" Type="http://schemas.openxmlformats.org/officeDocument/2006/relationships/image" Target="../media/image556.png"/><Relationship Id="rId27" Type="http://schemas.openxmlformats.org/officeDocument/2006/relationships/image" Target="../media/image559.png"/><Relationship Id="rId43" Type="http://schemas.openxmlformats.org/officeDocument/2006/relationships/image" Target="../media/image89.png"/><Relationship Id="rId48" Type="http://schemas.openxmlformats.org/officeDocument/2006/relationships/image" Target="../media/image566.png"/><Relationship Id="rId64" Type="http://schemas.openxmlformats.org/officeDocument/2006/relationships/image" Target="../media/image575.png"/><Relationship Id="rId69" Type="http://schemas.openxmlformats.org/officeDocument/2006/relationships/image" Target="../media/image578.png"/><Relationship Id="rId113" Type="http://schemas.openxmlformats.org/officeDocument/2006/relationships/image" Target="../media/image610.png"/><Relationship Id="rId118" Type="http://schemas.openxmlformats.org/officeDocument/2006/relationships/image" Target="../media/image614.png"/><Relationship Id="rId80" Type="http://schemas.openxmlformats.org/officeDocument/2006/relationships/image" Target="../media/image141.png"/><Relationship Id="rId85" Type="http://schemas.openxmlformats.org/officeDocument/2006/relationships/image" Target="../media/image588.png"/><Relationship Id="rId12" Type="http://schemas.openxmlformats.org/officeDocument/2006/relationships/image" Target="../media/image549.png"/><Relationship Id="rId17" Type="http://schemas.openxmlformats.org/officeDocument/2006/relationships/image" Target="../media/image552.png"/><Relationship Id="rId33" Type="http://schemas.openxmlformats.org/officeDocument/2006/relationships/image" Target="../media/image54.png"/><Relationship Id="rId38" Type="http://schemas.openxmlformats.org/officeDocument/2006/relationships/image" Target="../media/image108.png"/><Relationship Id="rId59" Type="http://schemas.openxmlformats.org/officeDocument/2006/relationships/image" Target="../media/image107.png"/><Relationship Id="rId103" Type="http://schemas.openxmlformats.org/officeDocument/2006/relationships/image" Target="../media/image600.png"/><Relationship Id="rId108" Type="http://schemas.openxmlformats.org/officeDocument/2006/relationships/image" Target="../media/image605.png"/><Relationship Id="rId54" Type="http://schemas.openxmlformats.org/officeDocument/2006/relationships/image" Target="../media/image129.png"/><Relationship Id="rId70" Type="http://schemas.openxmlformats.org/officeDocument/2006/relationships/image" Target="../media/image579.png"/><Relationship Id="rId75" Type="http://schemas.openxmlformats.org/officeDocument/2006/relationships/image" Target="../media/image34.png"/><Relationship Id="rId91" Type="http://schemas.openxmlformats.org/officeDocument/2006/relationships/image" Target="../media/image594.png"/><Relationship Id="rId96" Type="http://schemas.openxmlformats.org/officeDocument/2006/relationships/image" Target="../media/image5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23" Type="http://schemas.openxmlformats.org/officeDocument/2006/relationships/image" Target="../media/image557.png"/><Relationship Id="rId28" Type="http://schemas.openxmlformats.org/officeDocument/2006/relationships/image" Target="../media/image138.png"/><Relationship Id="rId49" Type="http://schemas.openxmlformats.org/officeDocument/2006/relationships/image" Target="../media/image567.png"/><Relationship Id="rId114" Type="http://schemas.openxmlformats.org/officeDocument/2006/relationships/image" Target="../media/image611.png"/><Relationship Id="rId10" Type="http://schemas.openxmlformats.org/officeDocument/2006/relationships/image" Target="../media/image36.png"/><Relationship Id="rId31" Type="http://schemas.openxmlformats.org/officeDocument/2006/relationships/image" Target="../media/image60.png"/><Relationship Id="rId44" Type="http://schemas.openxmlformats.org/officeDocument/2006/relationships/image" Target="../media/image75.png"/><Relationship Id="rId52" Type="http://schemas.openxmlformats.org/officeDocument/2006/relationships/image" Target="../media/image568.png"/><Relationship Id="rId60" Type="http://schemas.openxmlformats.org/officeDocument/2006/relationships/image" Target="../media/image571.png"/><Relationship Id="rId65" Type="http://schemas.openxmlformats.org/officeDocument/2006/relationships/image" Target="../media/image53.png"/><Relationship Id="rId73" Type="http://schemas.openxmlformats.org/officeDocument/2006/relationships/image" Target="../media/image582.png"/><Relationship Id="rId78" Type="http://schemas.openxmlformats.org/officeDocument/2006/relationships/image" Target="../media/image584.png"/><Relationship Id="rId81" Type="http://schemas.openxmlformats.org/officeDocument/2006/relationships/image" Target="../media/image585.png"/><Relationship Id="rId86" Type="http://schemas.openxmlformats.org/officeDocument/2006/relationships/image" Target="../media/image589.png"/><Relationship Id="rId94" Type="http://schemas.openxmlformats.org/officeDocument/2006/relationships/image" Target="../media/image595.png"/><Relationship Id="rId99" Type="http://schemas.openxmlformats.org/officeDocument/2006/relationships/image" Target="../media/image597.png"/><Relationship Id="rId101" Type="http://schemas.openxmlformats.org/officeDocument/2006/relationships/image" Target="../media/image598.png"/><Relationship Id="rId4" Type="http://schemas.openxmlformats.org/officeDocument/2006/relationships/image" Target="../media/image545.png"/><Relationship Id="rId9" Type="http://schemas.openxmlformats.org/officeDocument/2006/relationships/image" Target="../media/image124.png"/><Relationship Id="rId13" Type="http://schemas.openxmlformats.org/officeDocument/2006/relationships/image" Target="../media/image550.png"/><Relationship Id="rId18" Type="http://schemas.openxmlformats.org/officeDocument/2006/relationships/image" Target="../media/image553.png"/><Relationship Id="rId39" Type="http://schemas.openxmlformats.org/officeDocument/2006/relationships/image" Target="../media/image109.png"/><Relationship Id="rId109" Type="http://schemas.openxmlformats.org/officeDocument/2006/relationships/image" Target="../media/image606.png"/><Relationship Id="rId34" Type="http://schemas.openxmlformats.org/officeDocument/2006/relationships/image" Target="../media/image61.png"/><Relationship Id="rId50" Type="http://schemas.openxmlformats.org/officeDocument/2006/relationships/image" Target="../media/image38.png"/><Relationship Id="rId55" Type="http://schemas.openxmlformats.org/officeDocument/2006/relationships/image" Target="../media/image569.png"/><Relationship Id="rId76" Type="http://schemas.openxmlformats.org/officeDocument/2006/relationships/image" Target="../media/image86.png"/><Relationship Id="rId97" Type="http://schemas.openxmlformats.org/officeDocument/2006/relationships/image" Target="../media/image160.png"/><Relationship Id="rId104" Type="http://schemas.openxmlformats.org/officeDocument/2006/relationships/image" Target="../media/image601.png"/><Relationship Id="rId7" Type="http://schemas.openxmlformats.org/officeDocument/2006/relationships/image" Target="../media/image546.png"/><Relationship Id="rId71" Type="http://schemas.openxmlformats.org/officeDocument/2006/relationships/image" Target="../media/image580.png"/><Relationship Id="rId92" Type="http://schemas.openxmlformats.org/officeDocument/2006/relationships/image" Target="../media/image83.png"/><Relationship Id="rId2" Type="http://schemas.openxmlformats.org/officeDocument/2006/relationships/notesSlide" Target="../notesSlides/notesSlide3.xml"/><Relationship Id="rId29" Type="http://schemas.openxmlformats.org/officeDocument/2006/relationships/image" Target="../media/image560.png"/><Relationship Id="rId24" Type="http://schemas.openxmlformats.org/officeDocument/2006/relationships/image" Target="../media/image57.png"/><Relationship Id="rId40" Type="http://schemas.openxmlformats.org/officeDocument/2006/relationships/image" Target="../media/image562.png"/><Relationship Id="rId45" Type="http://schemas.openxmlformats.org/officeDocument/2006/relationships/image" Target="../media/image564.png"/><Relationship Id="rId66" Type="http://schemas.openxmlformats.org/officeDocument/2006/relationships/image" Target="../media/image576.png"/><Relationship Id="rId87" Type="http://schemas.openxmlformats.org/officeDocument/2006/relationships/image" Target="../media/image590.png"/><Relationship Id="rId110" Type="http://schemas.openxmlformats.org/officeDocument/2006/relationships/image" Target="../media/image607.png"/><Relationship Id="rId115" Type="http://schemas.openxmlformats.org/officeDocument/2006/relationships/image" Target="../media/image149.png"/><Relationship Id="rId61" Type="http://schemas.openxmlformats.org/officeDocument/2006/relationships/image" Target="../media/image572.png"/><Relationship Id="rId82" Type="http://schemas.openxmlformats.org/officeDocument/2006/relationships/image" Target="../media/image65.png"/><Relationship Id="rId19" Type="http://schemas.openxmlformats.org/officeDocument/2006/relationships/image" Target="../media/image42.png"/><Relationship Id="rId14" Type="http://schemas.openxmlformats.org/officeDocument/2006/relationships/image" Target="../media/image551.png"/><Relationship Id="rId30" Type="http://schemas.openxmlformats.org/officeDocument/2006/relationships/image" Target="../media/image561.png"/><Relationship Id="rId35" Type="http://schemas.openxmlformats.org/officeDocument/2006/relationships/image" Target="../media/image78.png"/><Relationship Id="rId56" Type="http://schemas.openxmlformats.org/officeDocument/2006/relationships/image" Target="../media/image570.png"/><Relationship Id="rId77" Type="http://schemas.openxmlformats.org/officeDocument/2006/relationships/image" Target="../media/image583.png"/><Relationship Id="rId100" Type="http://schemas.openxmlformats.org/officeDocument/2006/relationships/image" Target="../media/image155.png"/><Relationship Id="rId105" Type="http://schemas.openxmlformats.org/officeDocument/2006/relationships/image" Target="../media/image602.png"/><Relationship Id="rId8" Type="http://schemas.openxmlformats.org/officeDocument/2006/relationships/image" Target="../media/image547.png"/><Relationship Id="rId51" Type="http://schemas.openxmlformats.org/officeDocument/2006/relationships/image" Target="../media/image94.png"/><Relationship Id="rId72" Type="http://schemas.openxmlformats.org/officeDocument/2006/relationships/image" Target="../media/image581.png"/><Relationship Id="rId93" Type="http://schemas.openxmlformats.org/officeDocument/2006/relationships/image" Target="../media/image52.png"/><Relationship Id="rId98" Type="http://schemas.openxmlformats.org/officeDocument/2006/relationships/image" Target="../media/image153.png"/><Relationship Id="rId3" Type="http://schemas.openxmlformats.org/officeDocument/2006/relationships/image" Target="../media/image544.png"/><Relationship Id="rId25" Type="http://schemas.openxmlformats.org/officeDocument/2006/relationships/image" Target="../media/image558.png"/><Relationship Id="rId46" Type="http://schemas.openxmlformats.org/officeDocument/2006/relationships/image" Target="../media/image74.png"/><Relationship Id="rId67" Type="http://schemas.openxmlformats.org/officeDocument/2006/relationships/image" Target="../media/image577.png"/><Relationship Id="rId116" Type="http://schemas.openxmlformats.org/officeDocument/2006/relationships/image" Target="../media/image612.png"/><Relationship Id="rId20" Type="http://schemas.openxmlformats.org/officeDocument/2006/relationships/image" Target="../media/image554.png"/><Relationship Id="rId41" Type="http://schemas.openxmlformats.org/officeDocument/2006/relationships/image" Target="../media/image563.png"/><Relationship Id="rId62" Type="http://schemas.openxmlformats.org/officeDocument/2006/relationships/image" Target="../media/image573.png"/><Relationship Id="rId83" Type="http://schemas.openxmlformats.org/officeDocument/2006/relationships/image" Target="../media/image586.png"/><Relationship Id="rId88" Type="http://schemas.openxmlformats.org/officeDocument/2006/relationships/image" Target="../media/image591.png"/><Relationship Id="rId111" Type="http://schemas.openxmlformats.org/officeDocument/2006/relationships/image" Target="../media/image608.png"/><Relationship Id="rId15" Type="http://schemas.openxmlformats.org/officeDocument/2006/relationships/image" Target="../media/image71.png"/><Relationship Id="rId36" Type="http://schemas.openxmlformats.org/officeDocument/2006/relationships/image" Target="../media/image58.png"/><Relationship Id="rId57" Type="http://schemas.openxmlformats.org/officeDocument/2006/relationships/image" Target="../media/image112.png"/><Relationship Id="rId106" Type="http://schemas.openxmlformats.org/officeDocument/2006/relationships/image" Target="../media/image60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1.png"/><Relationship Id="rId117" Type="http://schemas.openxmlformats.org/officeDocument/2006/relationships/image" Target="../media/image712.png"/><Relationship Id="rId21" Type="http://schemas.openxmlformats.org/officeDocument/2006/relationships/image" Target="../media/image627.png"/><Relationship Id="rId42" Type="http://schemas.openxmlformats.org/officeDocument/2006/relationships/image" Target="../media/image641.png"/><Relationship Id="rId47" Type="http://schemas.openxmlformats.org/officeDocument/2006/relationships/image" Target="../media/image181.png"/><Relationship Id="rId63" Type="http://schemas.openxmlformats.org/officeDocument/2006/relationships/image" Target="../media/image658.png"/><Relationship Id="rId68" Type="http://schemas.openxmlformats.org/officeDocument/2006/relationships/image" Target="../media/image663.png"/><Relationship Id="rId84" Type="http://schemas.openxmlformats.org/officeDocument/2006/relationships/image" Target="../media/image679.png"/><Relationship Id="rId89" Type="http://schemas.openxmlformats.org/officeDocument/2006/relationships/image" Target="../media/image684.png"/><Relationship Id="rId112" Type="http://schemas.openxmlformats.org/officeDocument/2006/relationships/image" Target="../media/image707.png"/><Relationship Id="rId16" Type="http://schemas.openxmlformats.org/officeDocument/2006/relationships/image" Target="../media/image186.png"/><Relationship Id="rId107" Type="http://schemas.openxmlformats.org/officeDocument/2006/relationships/image" Target="../media/image702.png"/><Relationship Id="rId11" Type="http://schemas.openxmlformats.org/officeDocument/2006/relationships/image" Target="../media/image173.png"/><Relationship Id="rId32" Type="http://schemas.openxmlformats.org/officeDocument/2006/relationships/image" Target="../media/image634.png"/><Relationship Id="rId37" Type="http://schemas.openxmlformats.org/officeDocument/2006/relationships/image" Target="../media/image219.png"/><Relationship Id="rId53" Type="http://schemas.openxmlformats.org/officeDocument/2006/relationships/image" Target="../media/image648.png"/><Relationship Id="rId58" Type="http://schemas.openxmlformats.org/officeDocument/2006/relationships/image" Target="../media/image653.png"/><Relationship Id="rId74" Type="http://schemas.openxmlformats.org/officeDocument/2006/relationships/image" Target="../media/image669.png"/><Relationship Id="rId79" Type="http://schemas.openxmlformats.org/officeDocument/2006/relationships/image" Target="../media/image674.png"/><Relationship Id="rId102" Type="http://schemas.openxmlformats.org/officeDocument/2006/relationships/image" Target="../media/image697.png"/><Relationship Id="rId5" Type="http://schemas.openxmlformats.org/officeDocument/2006/relationships/image" Target="../media/image618.png"/><Relationship Id="rId90" Type="http://schemas.openxmlformats.org/officeDocument/2006/relationships/image" Target="../media/image685.png"/><Relationship Id="rId95" Type="http://schemas.openxmlformats.org/officeDocument/2006/relationships/image" Target="../media/image690.png"/><Relationship Id="rId22" Type="http://schemas.openxmlformats.org/officeDocument/2006/relationships/image" Target="../media/image628.png"/><Relationship Id="rId27" Type="http://schemas.openxmlformats.org/officeDocument/2006/relationships/image" Target="../media/image632.png"/><Relationship Id="rId43" Type="http://schemas.openxmlformats.org/officeDocument/2006/relationships/image" Target="../media/image642.png"/><Relationship Id="rId48" Type="http://schemas.openxmlformats.org/officeDocument/2006/relationships/image" Target="../media/image644.png"/><Relationship Id="rId64" Type="http://schemas.openxmlformats.org/officeDocument/2006/relationships/image" Target="../media/image659.png"/><Relationship Id="rId69" Type="http://schemas.openxmlformats.org/officeDocument/2006/relationships/image" Target="../media/image664.png"/><Relationship Id="rId113" Type="http://schemas.openxmlformats.org/officeDocument/2006/relationships/image" Target="../media/image708.png"/><Relationship Id="rId118" Type="http://schemas.openxmlformats.org/officeDocument/2006/relationships/image" Target="../media/image713.png"/><Relationship Id="rId80" Type="http://schemas.openxmlformats.org/officeDocument/2006/relationships/image" Target="../media/image675.png"/><Relationship Id="rId85" Type="http://schemas.openxmlformats.org/officeDocument/2006/relationships/image" Target="../media/image680.png"/><Relationship Id="rId12" Type="http://schemas.openxmlformats.org/officeDocument/2006/relationships/image" Target="../media/image175.png"/><Relationship Id="rId17" Type="http://schemas.openxmlformats.org/officeDocument/2006/relationships/image" Target="../media/image625.png"/><Relationship Id="rId33" Type="http://schemas.openxmlformats.org/officeDocument/2006/relationships/image" Target="../media/image635.png"/><Relationship Id="rId38" Type="http://schemas.openxmlformats.org/officeDocument/2006/relationships/image" Target="../media/image207.png"/><Relationship Id="rId59" Type="http://schemas.openxmlformats.org/officeDocument/2006/relationships/image" Target="../media/image654.png"/><Relationship Id="rId103" Type="http://schemas.openxmlformats.org/officeDocument/2006/relationships/image" Target="../media/image698.png"/><Relationship Id="rId108" Type="http://schemas.openxmlformats.org/officeDocument/2006/relationships/image" Target="../media/image703.png"/><Relationship Id="rId54" Type="http://schemas.openxmlformats.org/officeDocument/2006/relationships/image" Target="../media/image649.png"/><Relationship Id="rId70" Type="http://schemas.openxmlformats.org/officeDocument/2006/relationships/image" Target="../media/image665.png"/><Relationship Id="rId75" Type="http://schemas.openxmlformats.org/officeDocument/2006/relationships/image" Target="../media/image670.png"/><Relationship Id="rId91" Type="http://schemas.openxmlformats.org/officeDocument/2006/relationships/image" Target="../media/image686.png"/><Relationship Id="rId96" Type="http://schemas.openxmlformats.org/officeDocument/2006/relationships/image" Target="../media/image6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9.png"/><Relationship Id="rId23" Type="http://schemas.openxmlformats.org/officeDocument/2006/relationships/image" Target="../media/image225.png"/><Relationship Id="rId28" Type="http://schemas.openxmlformats.org/officeDocument/2006/relationships/image" Target="../media/image205.png"/><Relationship Id="rId49" Type="http://schemas.openxmlformats.org/officeDocument/2006/relationships/image" Target="../media/image253.png"/><Relationship Id="rId114" Type="http://schemas.openxmlformats.org/officeDocument/2006/relationships/image" Target="../media/image709.png"/><Relationship Id="rId119" Type="http://schemas.openxmlformats.org/officeDocument/2006/relationships/image" Target="../media/image714.png"/><Relationship Id="rId44" Type="http://schemas.openxmlformats.org/officeDocument/2006/relationships/image" Target="../media/image177.png"/><Relationship Id="rId60" Type="http://schemas.openxmlformats.org/officeDocument/2006/relationships/image" Target="../media/image655.png"/><Relationship Id="rId65" Type="http://schemas.openxmlformats.org/officeDocument/2006/relationships/image" Target="../media/image660.png"/><Relationship Id="rId81" Type="http://schemas.openxmlformats.org/officeDocument/2006/relationships/image" Target="../media/image676.png"/><Relationship Id="rId86" Type="http://schemas.openxmlformats.org/officeDocument/2006/relationships/image" Target="../media/image681.png"/><Relationship Id="rId4" Type="http://schemas.openxmlformats.org/officeDocument/2006/relationships/image" Target="../media/image617.png"/><Relationship Id="rId9" Type="http://schemas.openxmlformats.org/officeDocument/2006/relationships/image" Target="../media/image195.png"/><Relationship Id="rId13" Type="http://schemas.openxmlformats.org/officeDocument/2006/relationships/image" Target="../media/image185.png"/><Relationship Id="rId18" Type="http://schemas.openxmlformats.org/officeDocument/2006/relationships/image" Target="../media/image217.png"/><Relationship Id="rId39" Type="http://schemas.openxmlformats.org/officeDocument/2006/relationships/image" Target="../media/image639.png"/><Relationship Id="rId109" Type="http://schemas.openxmlformats.org/officeDocument/2006/relationships/image" Target="../media/image704.png"/><Relationship Id="rId34" Type="http://schemas.openxmlformats.org/officeDocument/2006/relationships/image" Target="../media/image636.png"/><Relationship Id="rId50" Type="http://schemas.openxmlformats.org/officeDocument/2006/relationships/image" Target="../media/image645.png"/><Relationship Id="rId55" Type="http://schemas.openxmlformats.org/officeDocument/2006/relationships/image" Target="../media/image650.png"/><Relationship Id="rId76" Type="http://schemas.openxmlformats.org/officeDocument/2006/relationships/image" Target="../media/image671.png"/><Relationship Id="rId97" Type="http://schemas.openxmlformats.org/officeDocument/2006/relationships/image" Target="../media/image692.png"/><Relationship Id="rId104" Type="http://schemas.openxmlformats.org/officeDocument/2006/relationships/image" Target="../media/image699.png"/><Relationship Id="rId120" Type="http://schemas.openxmlformats.org/officeDocument/2006/relationships/image" Target="../media/image715.png"/><Relationship Id="rId7" Type="http://schemas.openxmlformats.org/officeDocument/2006/relationships/image" Target="../media/image620.png"/><Relationship Id="rId71" Type="http://schemas.openxmlformats.org/officeDocument/2006/relationships/image" Target="../media/image666.png"/><Relationship Id="rId92" Type="http://schemas.openxmlformats.org/officeDocument/2006/relationships/image" Target="../media/image687.png"/><Relationship Id="rId2" Type="http://schemas.openxmlformats.org/officeDocument/2006/relationships/image" Target="../media/image615.png"/><Relationship Id="rId29" Type="http://schemas.openxmlformats.org/officeDocument/2006/relationships/image" Target="../media/image633.png"/><Relationship Id="rId24" Type="http://schemas.openxmlformats.org/officeDocument/2006/relationships/image" Target="../media/image629.png"/><Relationship Id="rId40" Type="http://schemas.openxmlformats.org/officeDocument/2006/relationships/image" Target="../media/image640.png"/><Relationship Id="rId45" Type="http://schemas.openxmlformats.org/officeDocument/2006/relationships/image" Target="../media/image182.png"/><Relationship Id="rId66" Type="http://schemas.openxmlformats.org/officeDocument/2006/relationships/image" Target="../media/image661.png"/><Relationship Id="rId87" Type="http://schemas.openxmlformats.org/officeDocument/2006/relationships/image" Target="../media/image682.png"/><Relationship Id="rId110" Type="http://schemas.openxmlformats.org/officeDocument/2006/relationships/image" Target="../media/image705.png"/><Relationship Id="rId115" Type="http://schemas.openxmlformats.org/officeDocument/2006/relationships/image" Target="../media/image710.png"/><Relationship Id="rId61" Type="http://schemas.openxmlformats.org/officeDocument/2006/relationships/image" Target="../media/image656.png"/><Relationship Id="rId82" Type="http://schemas.openxmlformats.org/officeDocument/2006/relationships/image" Target="../media/image677.png"/><Relationship Id="rId19" Type="http://schemas.openxmlformats.org/officeDocument/2006/relationships/image" Target="../media/image626.png"/><Relationship Id="rId14" Type="http://schemas.openxmlformats.org/officeDocument/2006/relationships/image" Target="../media/image623.png"/><Relationship Id="rId30" Type="http://schemas.openxmlformats.org/officeDocument/2006/relationships/image" Target="../media/image215.png"/><Relationship Id="rId35" Type="http://schemas.openxmlformats.org/officeDocument/2006/relationships/image" Target="../media/image637.png"/><Relationship Id="rId56" Type="http://schemas.openxmlformats.org/officeDocument/2006/relationships/image" Target="../media/image651.png"/><Relationship Id="rId77" Type="http://schemas.openxmlformats.org/officeDocument/2006/relationships/image" Target="../media/image672.png"/><Relationship Id="rId100" Type="http://schemas.openxmlformats.org/officeDocument/2006/relationships/image" Target="../media/image695.png"/><Relationship Id="rId105" Type="http://schemas.openxmlformats.org/officeDocument/2006/relationships/image" Target="../media/image700.png"/><Relationship Id="rId8" Type="http://schemas.openxmlformats.org/officeDocument/2006/relationships/image" Target="../media/image621.png"/><Relationship Id="rId51" Type="http://schemas.openxmlformats.org/officeDocument/2006/relationships/image" Target="../media/image646.png"/><Relationship Id="rId72" Type="http://schemas.openxmlformats.org/officeDocument/2006/relationships/image" Target="../media/image667.png"/><Relationship Id="rId93" Type="http://schemas.openxmlformats.org/officeDocument/2006/relationships/image" Target="../media/image688.png"/><Relationship Id="rId98" Type="http://schemas.openxmlformats.org/officeDocument/2006/relationships/image" Target="../media/image693.png"/><Relationship Id="rId121" Type="http://schemas.openxmlformats.org/officeDocument/2006/relationships/image" Target="../media/image716.png"/><Relationship Id="rId3" Type="http://schemas.openxmlformats.org/officeDocument/2006/relationships/image" Target="../media/image616.png"/><Relationship Id="rId25" Type="http://schemas.openxmlformats.org/officeDocument/2006/relationships/image" Target="../media/image630.png"/><Relationship Id="rId46" Type="http://schemas.openxmlformats.org/officeDocument/2006/relationships/image" Target="../media/image643.png"/><Relationship Id="rId67" Type="http://schemas.openxmlformats.org/officeDocument/2006/relationships/image" Target="../media/image662.png"/><Relationship Id="rId116" Type="http://schemas.openxmlformats.org/officeDocument/2006/relationships/image" Target="../media/image711.png"/><Relationship Id="rId20" Type="http://schemas.openxmlformats.org/officeDocument/2006/relationships/image" Target="../media/image193.png"/><Relationship Id="rId41" Type="http://schemas.openxmlformats.org/officeDocument/2006/relationships/image" Target="../media/image212.png"/><Relationship Id="rId62" Type="http://schemas.openxmlformats.org/officeDocument/2006/relationships/image" Target="../media/image657.png"/><Relationship Id="rId83" Type="http://schemas.openxmlformats.org/officeDocument/2006/relationships/image" Target="../media/image678.png"/><Relationship Id="rId88" Type="http://schemas.openxmlformats.org/officeDocument/2006/relationships/image" Target="../media/image683.png"/><Relationship Id="rId111" Type="http://schemas.openxmlformats.org/officeDocument/2006/relationships/image" Target="../media/image706.png"/><Relationship Id="rId15" Type="http://schemas.openxmlformats.org/officeDocument/2006/relationships/image" Target="../media/image624.png"/><Relationship Id="rId36" Type="http://schemas.openxmlformats.org/officeDocument/2006/relationships/image" Target="../media/image638.png"/><Relationship Id="rId57" Type="http://schemas.openxmlformats.org/officeDocument/2006/relationships/image" Target="../media/image652.png"/><Relationship Id="rId106" Type="http://schemas.openxmlformats.org/officeDocument/2006/relationships/image" Target="../media/image701.png"/><Relationship Id="rId10" Type="http://schemas.openxmlformats.org/officeDocument/2006/relationships/image" Target="../media/image622.png"/><Relationship Id="rId31" Type="http://schemas.openxmlformats.org/officeDocument/2006/relationships/image" Target="../media/image187.png"/><Relationship Id="rId52" Type="http://schemas.openxmlformats.org/officeDocument/2006/relationships/image" Target="../media/image647.png"/><Relationship Id="rId73" Type="http://schemas.openxmlformats.org/officeDocument/2006/relationships/image" Target="../media/image668.png"/><Relationship Id="rId78" Type="http://schemas.openxmlformats.org/officeDocument/2006/relationships/image" Target="../media/image673.png"/><Relationship Id="rId94" Type="http://schemas.openxmlformats.org/officeDocument/2006/relationships/image" Target="../media/image689.png"/><Relationship Id="rId99" Type="http://schemas.openxmlformats.org/officeDocument/2006/relationships/image" Target="../media/image694.png"/><Relationship Id="rId101" Type="http://schemas.openxmlformats.org/officeDocument/2006/relationships/image" Target="../media/image696.png"/><Relationship Id="rId122" Type="http://schemas.openxmlformats.org/officeDocument/2006/relationships/image" Target="../media/image7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9.png"/><Relationship Id="rId2" Type="http://schemas.openxmlformats.org/officeDocument/2006/relationships/image" Target="../media/image7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2.png"/><Relationship Id="rId2" Type="http://schemas.openxmlformats.org/officeDocument/2006/relationships/image" Target="../media/image7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23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0.png"/><Relationship Id="rId18" Type="http://schemas.openxmlformats.org/officeDocument/2006/relationships/image" Target="../media/image145.png"/><Relationship Id="rId26" Type="http://schemas.openxmlformats.org/officeDocument/2006/relationships/image" Target="../media/image737.png"/><Relationship Id="rId39" Type="http://schemas.openxmlformats.org/officeDocument/2006/relationships/image" Target="../media/image610.png"/><Relationship Id="rId21" Type="http://schemas.openxmlformats.org/officeDocument/2006/relationships/image" Target="../media/image734.png"/><Relationship Id="rId34" Type="http://schemas.openxmlformats.org/officeDocument/2006/relationships/image" Target="../media/image740.png"/><Relationship Id="rId42" Type="http://schemas.openxmlformats.org/officeDocument/2006/relationships/image" Target="../media/image745.png"/><Relationship Id="rId47" Type="http://schemas.openxmlformats.org/officeDocument/2006/relationships/image" Target="../media/image750.png"/><Relationship Id="rId50" Type="http://schemas.openxmlformats.org/officeDocument/2006/relationships/image" Target="../media/image485.png"/><Relationship Id="rId7" Type="http://schemas.openxmlformats.org/officeDocument/2006/relationships/image" Target="../media/image729.png"/><Relationship Id="rId2" Type="http://schemas.openxmlformats.org/officeDocument/2006/relationships/image" Target="../media/image724.png"/><Relationship Id="rId16" Type="http://schemas.openxmlformats.org/officeDocument/2006/relationships/image" Target="../media/image149.png"/><Relationship Id="rId29" Type="http://schemas.openxmlformats.org/officeDocument/2006/relationships/image" Target="../media/image738.png"/><Relationship Id="rId11" Type="http://schemas.openxmlformats.org/officeDocument/2006/relationships/image" Target="../media/image155.png"/><Relationship Id="rId24" Type="http://schemas.openxmlformats.org/officeDocument/2006/relationships/image" Target="../media/image736.png"/><Relationship Id="rId32" Type="http://schemas.openxmlformats.org/officeDocument/2006/relationships/image" Target="../media/image482.png"/><Relationship Id="rId37" Type="http://schemas.openxmlformats.org/officeDocument/2006/relationships/image" Target="../media/image742.png"/><Relationship Id="rId40" Type="http://schemas.openxmlformats.org/officeDocument/2006/relationships/image" Target="../media/image744.png"/><Relationship Id="rId45" Type="http://schemas.openxmlformats.org/officeDocument/2006/relationships/image" Target="../media/image748.png"/><Relationship Id="rId5" Type="http://schemas.openxmlformats.org/officeDocument/2006/relationships/image" Target="../media/image727.png"/><Relationship Id="rId15" Type="http://schemas.openxmlformats.org/officeDocument/2006/relationships/image" Target="../media/image162.png"/><Relationship Id="rId23" Type="http://schemas.openxmlformats.org/officeDocument/2006/relationships/image" Target="../media/image735.png"/><Relationship Id="rId28" Type="http://schemas.openxmlformats.org/officeDocument/2006/relationships/image" Target="../media/image154.png"/><Relationship Id="rId36" Type="http://schemas.openxmlformats.org/officeDocument/2006/relationships/image" Target="../media/image606.png"/><Relationship Id="rId49" Type="http://schemas.openxmlformats.org/officeDocument/2006/relationships/image" Target="../media/image475.png"/><Relationship Id="rId10" Type="http://schemas.openxmlformats.org/officeDocument/2006/relationships/image" Target="../media/image597.png"/><Relationship Id="rId19" Type="http://schemas.openxmlformats.org/officeDocument/2006/relationships/image" Target="../media/image732.png"/><Relationship Id="rId31" Type="http://schemas.openxmlformats.org/officeDocument/2006/relationships/image" Target="../media/image739.png"/><Relationship Id="rId44" Type="http://schemas.openxmlformats.org/officeDocument/2006/relationships/image" Target="../media/image747.png"/><Relationship Id="rId4" Type="http://schemas.openxmlformats.org/officeDocument/2006/relationships/image" Target="../media/image726.png"/><Relationship Id="rId9" Type="http://schemas.openxmlformats.org/officeDocument/2006/relationships/image" Target="../media/image160.png"/><Relationship Id="rId14" Type="http://schemas.openxmlformats.org/officeDocument/2006/relationships/image" Target="../media/image731.png"/><Relationship Id="rId22" Type="http://schemas.openxmlformats.org/officeDocument/2006/relationships/image" Target="../media/image156.png"/><Relationship Id="rId27" Type="http://schemas.openxmlformats.org/officeDocument/2006/relationships/image" Target="../media/image147.png"/><Relationship Id="rId30" Type="http://schemas.openxmlformats.org/officeDocument/2006/relationships/image" Target="../media/image476.png"/><Relationship Id="rId35" Type="http://schemas.openxmlformats.org/officeDocument/2006/relationships/image" Target="../media/image741.png"/><Relationship Id="rId43" Type="http://schemas.openxmlformats.org/officeDocument/2006/relationships/image" Target="../media/image746.png"/><Relationship Id="rId48" Type="http://schemas.openxmlformats.org/officeDocument/2006/relationships/image" Target="../media/image751.png"/><Relationship Id="rId8" Type="http://schemas.openxmlformats.org/officeDocument/2006/relationships/image" Target="../media/image159.png"/><Relationship Id="rId51" Type="http://schemas.openxmlformats.org/officeDocument/2006/relationships/image" Target="../media/image752.png"/><Relationship Id="rId3" Type="http://schemas.openxmlformats.org/officeDocument/2006/relationships/image" Target="../media/image725.png"/><Relationship Id="rId12" Type="http://schemas.openxmlformats.org/officeDocument/2006/relationships/image" Target="../media/image481.png"/><Relationship Id="rId17" Type="http://schemas.openxmlformats.org/officeDocument/2006/relationships/image" Target="../media/image144.png"/><Relationship Id="rId25" Type="http://schemas.openxmlformats.org/officeDocument/2006/relationships/image" Target="../media/image595.png"/><Relationship Id="rId33" Type="http://schemas.openxmlformats.org/officeDocument/2006/relationships/image" Target="../media/image157.png"/><Relationship Id="rId38" Type="http://schemas.openxmlformats.org/officeDocument/2006/relationships/image" Target="../media/image743.png"/><Relationship Id="rId46" Type="http://schemas.openxmlformats.org/officeDocument/2006/relationships/image" Target="../media/image749.png"/><Relationship Id="rId20" Type="http://schemas.openxmlformats.org/officeDocument/2006/relationships/image" Target="../media/image733.png"/><Relationship Id="rId41" Type="http://schemas.openxmlformats.org/officeDocument/2006/relationships/image" Target="../media/image6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8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17.png"/><Relationship Id="rId21" Type="http://schemas.openxmlformats.org/officeDocument/2006/relationships/image" Target="../media/image760.png"/><Relationship Id="rId42" Type="http://schemas.openxmlformats.org/officeDocument/2006/relationships/image" Target="../media/image112.png"/><Relationship Id="rId63" Type="http://schemas.openxmlformats.org/officeDocument/2006/relationships/image" Target="../media/image782.png"/><Relationship Id="rId84" Type="http://schemas.openxmlformats.org/officeDocument/2006/relationships/image" Target="../media/image574.png"/><Relationship Id="rId138" Type="http://schemas.openxmlformats.org/officeDocument/2006/relationships/image" Target="../media/image136.png"/><Relationship Id="rId159" Type="http://schemas.openxmlformats.org/officeDocument/2006/relationships/image" Target="../media/image849.png"/><Relationship Id="rId170" Type="http://schemas.openxmlformats.org/officeDocument/2006/relationships/image" Target="../media/image858.png"/><Relationship Id="rId107" Type="http://schemas.openxmlformats.org/officeDocument/2006/relationships/image" Target="../media/image808.png"/><Relationship Id="rId11" Type="http://schemas.openxmlformats.org/officeDocument/2006/relationships/image" Target="../media/image757.png"/><Relationship Id="rId32" Type="http://schemas.openxmlformats.org/officeDocument/2006/relationships/image" Target="../media/image83.png"/><Relationship Id="rId53" Type="http://schemas.openxmlformats.org/officeDocument/2006/relationships/image" Target="../media/image775.png"/><Relationship Id="rId74" Type="http://schemas.openxmlformats.org/officeDocument/2006/relationships/image" Target="../media/image792.png"/><Relationship Id="rId128" Type="http://schemas.openxmlformats.org/officeDocument/2006/relationships/image" Target="../media/image82.png"/><Relationship Id="rId149" Type="http://schemas.openxmlformats.org/officeDocument/2006/relationships/image" Target="../media/image841.png"/><Relationship Id="rId5" Type="http://schemas.openxmlformats.org/officeDocument/2006/relationships/image" Target="../media/image755.png"/><Relationship Id="rId95" Type="http://schemas.openxmlformats.org/officeDocument/2006/relationships/image" Target="../media/image799.png"/><Relationship Id="rId160" Type="http://schemas.openxmlformats.org/officeDocument/2006/relationships/image" Target="../media/image544.png"/><Relationship Id="rId181" Type="http://schemas.openxmlformats.org/officeDocument/2006/relationships/image" Target="../media/image867.png"/><Relationship Id="rId22" Type="http://schemas.openxmlformats.org/officeDocument/2006/relationships/image" Target="../media/image101.png"/><Relationship Id="rId43" Type="http://schemas.openxmlformats.org/officeDocument/2006/relationships/image" Target="../media/image572.png"/><Relationship Id="rId64" Type="http://schemas.openxmlformats.org/officeDocument/2006/relationships/image" Target="../media/image783.png"/><Relationship Id="rId118" Type="http://schemas.openxmlformats.org/officeDocument/2006/relationships/image" Target="../media/image818.png"/><Relationship Id="rId139" Type="http://schemas.openxmlformats.org/officeDocument/2006/relationships/image" Target="../media/image831.png"/><Relationship Id="rId85" Type="http://schemas.openxmlformats.org/officeDocument/2006/relationships/image" Target="../media/image589.png"/><Relationship Id="rId150" Type="http://schemas.openxmlformats.org/officeDocument/2006/relationships/image" Target="../media/image842.png"/><Relationship Id="rId171" Type="http://schemas.openxmlformats.org/officeDocument/2006/relationships/image" Target="../media/image859.png"/><Relationship Id="rId12" Type="http://schemas.openxmlformats.org/officeDocument/2006/relationships/image" Target="../media/image38.png"/><Relationship Id="rId33" Type="http://schemas.openxmlformats.org/officeDocument/2006/relationships/image" Target="../media/image65.png"/><Relationship Id="rId108" Type="http://schemas.openxmlformats.org/officeDocument/2006/relationships/image" Target="../media/image809.png"/><Relationship Id="rId129" Type="http://schemas.openxmlformats.org/officeDocument/2006/relationships/image" Target="../media/image825.png"/><Relationship Id="rId54" Type="http://schemas.openxmlformats.org/officeDocument/2006/relationships/image" Target="../media/image61.png"/><Relationship Id="rId75" Type="http://schemas.openxmlformats.org/officeDocument/2006/relationships/image" Target="../media/image34.png"/><Relationship Id="rId96" Type="http://schemas.openxmlformats.org/officeDocument/2006/relationships/image" Target="../media/image800.png"/><Relationship Id="rId140" Type="http://schemas.openxmlformats.org/officeDocument/2006/relationships/image" Target="../media/image832.png"/><Relationship Id="rId161" Type="http://schemas.openxmlformats.org/officeDocument/2006/relationships/image" Target="../media/image75.png"/><Relationship Id="rId182" Type="http://schemas.openxmlformats.org/officeDocument/2006/relationships/image" Target="../media/image868.png"/><Relationship Id="rId6" Type="http://schemas.openxmlformats.org/officeDocument/2006/relationships/image" Target="../media/image756.png"/><Relationship Id="rId23" Type="http://schemas.openxmlformats.org/officeDocument/2006/relationships/image" Target="../media/image761.png"/><Relationship Id="rId119" Type="http://schemas.openxmlformats.org/officeDocument/2006/relationships/image" Target="../media/image819.png"/><Relationship Id="rId44" Type="http://schemas.openxmlformats.org/officeDocument/2006/relationships/image" Target="../media/image43.png"/><Relationship Id="rId65" Type="http://schemas.openxmlformats.org/officeDocument/2006/relationships/image" Target="../media/image570.png"/><Relationship Id="rId86" Type="http://schemas.openxmlformats.org/officeDocument/2006/relationships/image" Target="../media/image576.png"/><Relationship Id="rId130" Type="http://schemas.openxmlformats.org/officeDocument/2006/relationships/image" Target="../media/image573.png"/><Relationship Id="rId151" Type="http://schemas.openxmlformats.org/officeDocument/2006/relationships/image" Target="../media/image843.png"/><Relationship Id="rId172" Type="http://schemas.openxmlformats.org/officeDocument/2006/relationships/image" Target="../media/image860.png"/><Relationship Id="rId13" Type="http://schemas.openxmlformats.org/officeDocument/2006/relationships/image" Target="../media/image87.png"/><Relationship Id="rId18" Type="http://schemas.openxmlformats.org/officeDocument/2006/relationships/image" Target="../media/image759.png"/><Relationship Id="rId39" Type="http://schemas.openxmlformats.org/officeDocument/2006/relationships/image" Target="../media/image768.png"/><Relationship Id="rId109" Type="http://schemas.openxmlformats.org/officeDocument/2006/relationships/image" Target="../media/image810.png"/><Relationship Id="rId34" Type="http://schemas.openxmlformats.org/officeDocument/2006/relationships/image" Target="../media/image579.png"/><Relationship Id="rId50" Type="http://schemas.openxmlformats.org/officeDocument/2006/relationships/image" Target="../media/image138.png"/><Relationship Id="rId55" Type="http://schemas.openxmlformats.org/officeDocument/2006/relationships/image" Target="../media/image48.png"/><Relationship Id="rId76" Type="http://schemas.openxmlformats.org/officeDocument/2006/relationships/image" Target="../media/image72.png"/><Relationship Id="rId97" Type="http://schemas.openxmlformats.org/officeDocument/2006/relationships/image" Target="../media/image580.png"/><Relationship Id="rId104" Type="http://schemas.openxmlformats.org/officeDocument/2006/relationships/image" Target="../media/image805.png"/><Relationship Id="rId120" Type="http://schemas.openxmlformats.org/officeDocument/2006/relationships/image" Target="../media/image820.png"/><Relationship Id="rId125" Type="http://schemas.openxmlformats.org/officeDocument/2006/relationships/image" Target="../media/image581.png"/><Relationship Id="rId141" Type="http://schemas.openxmlformats.org/officeDocument/2006/relationships/image" Target="../media/image833.png"/><Relationship Id="rId146" Type="http://schemas.openxmlformats.org/officeDocument/2006/relationships/image" Target="../media/image838.png"/><Relationship Id="rId167" Type="http://schemas.openxmlformats.org/officeDocument/2006/relationships/image" Target="../media/image855.png"/><Relationship Id="rId188" Type="http://schemas.openxmlformats.org/officeDocument/2006/relationships/image" Target="../media/image874.png"/><Relationship Id="rId7" Type="http://schemas.openxmlformats.org/officeDocument/2006/relationships/image" Target="../media/image120.png"/><Relationship Id="rId71" Type="http://schemas.openxmlformats.org/officeDocument/2006/relationships/image" Target="../media/image789.png"/><Relationship Id="rId92" Type="http://schemas.openxmlformats.org/officeDocument/2006/relationships/image" Target="../media/image796.png"/><Relationship Id="rId162" Type="http://schemas.openxmlformats.org/officeDocument/2006/relationships/image" Target="../media/image850.png"/><Relationship Id="rId183" Type="http://schemas.openxmlformats.org/officeDocument/2006/relationships/image" Target="../media/image869.png"/><Relationship Id="rId2" Type="http://schemas.openxmlformats.org/officeDocument/2006/relationships/image" Target="../media/image753.png"/><Relationship Id="rId29" Type="http://schemas.openxmlformats.org/officeDocument/2006/relationships/image" Target="../media/image764.png"/><Relationship Id="rId24" Type="http://schemas.openxmlformats.org/officeDocument/2006/relationships/image" Target="../media/image111.png"/><Relationship Id="rId40" Type="http://schemas.openxmlformats.org/officeDocument/2006/relationships/image" Target="../media/image769.png"/><Relationship Id="rId45" Type="http://schemas.openxmlformats.org/officeDocument/2006/relationships/image" Target="../media/image770.png"/><Relationship Id="rId66" Type="http://schemas.openxmlformats.org/officeDocument/2006/relationships/image" Target="../media/image784.png"/><Relationship Id="rId87" Type="http://schemas.openxmlformats.org/officeDocument/2006/relationships/image" Target="../media/image139.png"/><Relationship Id="rId110" Type="http://schemas.openxmlformats.org/officeDocument/2006/relationships/image" Target="../media/image811.png"/><Relationship Id="rId115" Type="http://schemas.openxmlformats.org/officeDocument/2006/relationships/image" Target="../media/image815.png"/><Relationship Id="rId131" Type="http://schemas.openxmlformats.org/officeDocument/2006/relationships/image" Target="../media/image826.png"/><Relationship Id="rId136" Type="http://schemas.openxmlformats.org/officeDocument/2006/relationships/image" Target="../media/image830.png"/><Relationship Id="rId157" Type="http://schemas.openxmlformats.org/officeDocument/2006/relationships/image" Target="../media/image848.png"/><Relationship Id="rId178" Type="http://schemas.openxmlformats.org/officeDocument/2006/relationships/image" Target="../media/image864.png"/><Relationship Id="rId61" Type="http://schemas.openxmlformats.org/officeDocument/2006/relationships/image" Target="../media/image780.png"/><Relationship Id="rId82" Type="http://schemas.openxmlformats.org/officeDocument/2006/relationships/image" Target="../media/image107.png"/><Relationship Id="rId152" Type="http://schemas.openxmlformats.org/officeDocument/2006/relationships/image" Target="../media/image844.png"/><Relationship Id="rId173" Type="http://schemas.openxmlformats.org/officeDocument/2006/relationships/image" Target="../media/image861.png"/><Relationship Id="rId19" Type="http://schemas.openxmlformats.org/officeDocument/2006/relationships/image" Target="../media/image44.png"/><Relationship Id="rId14" Type="http://schemas.openxmlformats.org/officeDocument/2006/relationships/image" Target="../media/image29.png"/><Relationship Id="rId30" Type="http://schemas.openxmlformats.org/officeDocument/2006/relationships/image" Target="../media/image765.png"/><Relationship Id="rId35" Type="http://schemas.openxmlformats.org/officeDocument/2006/relationships/image" Target="../media/image556.png"/><Relationship Id="rId56" Type="http://schemas.openxmlformats.org/officeDocument/2006/relationships/image" Target="../media/image109.png"/><Relationship Id="rId77" Type="http://schemas.openxmlformats.org/officeDocument/2006/relationships/image" Target="../media/image123.png"/><Relationship Id="rId100" Type="http://schemas.openxmlformats.org/officeDocument/2006/relationships/image" Target="../media/image802.png"/><Relationship Id="rId105" Type="http://schemas.openxmlformats.org/officeDocument/2006/relationships/image" Target="../media/image806.png"/><Relationship Id="rId126" Type="http://schemas.openxmlformats.org/officeDocument/2006/relationships/image" Target="../media/image823.png"/><Relationship Id="rId147" Type="http://schemas.openxmlformats.org/officeDocument/2006/relationships/image" Target="../media/image839.png"/><Relationship Id="rId168" Type="http://schemas.openxmlformats.org/officeDocument/2006/relationships/image" Target="../media/image856.png"/><Relationship Id="rId8" Type="http://schemas.openxmlformats.org/officeDocument/2006/relationships/image" Target="../media/image28.png"/><Relationship Id="rId51" Type="http://schemas.openxmlformats.org/officeDocument/2006/relationships/image" Target="../media/image58.png"/><Relationship Id="rId72" Type="http://schemas.openxmlformats.org/officeDocument/2006/relationships/image" Target="../media/image790.png"/><Relationship Id="rId93" Type="http://schemas.openxmlformats.org/officeDocument/2006/relationships/image" Target="../media/image797.png"/><Relationship Id="rId98" Type="http://schemas.openxmlformats.org/officeDocument/2006/relationships/image" Target="../media/image801.png"/><Relationship Id="rId121" Type="http://schemas.openxmlformats.org/officeDocument/2006/relationships/image" Target="../media/image821.png"/><Relationship Id="rId142" Type="http://schemas.openxmlformats.org/officeDocument/2006/relationships/image" Target="../media/image834.png"/><Relationship Id="rId163" Type="http://schemas.openxmlformats.org/officeDocument/2006/relationships/image" Target="../media/image851.png"/><Relationship Id="rId184" Type="http://schemas.openxmlformats.org/officeDocument/2006/relationships/image" Target="../media/image870.png"/><Relationship Id="rId189" Type="http://schemas.openxmlformats.org/officeDocument/2006/relationships/image" Target="../media/image875.png"/><Relationship Id="rId3" Type="http://schemas.openxmlformats.org/officeDocument/2006/relationships/image" Target="../media/image754.png"/><Relationship Id="rId25" Type="http://schemas.openxmlformats.org/officeDocument/2006/relationships/image" Target="../media/image762.png"/><Relationship Id="rId46" Type="http://schemas.openxmlformats.org/officeDocument/2006/relationships/image" Target="../media/image52.png"/><Relationship Id="rId67" Type="http://schemas.openxmlformats.org/officeDocument/2006/relationships/image" Target="../media/image785.png"/><Relationship Id="rId116" Type="http://schemas.openxmlformats.org/officeDocument/2006/relationships/image" Target="../media/image816.png"/><Relationship Id="rId137" Type="http://schemas.openxmlformats.org/officeDocument/2006/relationships/image" Target="../media/image56.png"/><Relationship Id="rId158" Type="http://schemas.openxmlformats.org/officeDocument/2006/relationships/image" Target="../media/image71.png"/><Relationship Id="rId20" Type="http://schemas.openxmlformats.org/officeDocument/2006/relationships/image" Target="../media/image590.png"/><Relationship Id="rId41" Type="http://schemas.openxmlformats.org/officeDocument/2006/relationships/image" Target="../media/image60.png"/><Relationship Id="rId62" Type="http://schemas.openxmlformats.org/officeDocument/2006/relationships/image" Target="../media/image781.png"/><Relationship Id="rId83" Type="http://schemas.openxmlformats.org/officeDocument/2006/relationships/image" Target="../media/image98.png"/><Relationship Id="rId88" Type="http://schemas.openxmlformats.org/officeDocument/2006/relationships/image" Target="../media/image591.png"/><Relationship Id="rId111" Type="http://schemas.openxmlformats.org/officeDocument/2006/relationships/image" Target="../media/image812.png"/><Relationship Id="rId132" Type="http://schemas.openxmlformats.org/officeDocument/2006/relationships/image" Target="../media/image102.png"/><Relationship Id="rId153" Type="http://schemas.openxmlformats.org/officeDocument/2006/relationships/image" Target="../media/image845.png"/><Relationship Id="rId174" Type="http://schemas.openxmlformats.org/officeDocument/2006/relationships/image" Target="../media/image49.png"/><Relationship Id="rId179" Type="http://schemas.openxmlformats.org/officeDocument/2006/relationships/image" Target="../media/image865.png"/><Relationship Id="rId190" Type="http://schemas.openxmlformats.org/officeDocument/2006/relationships/image" Target="../media/image488.png"/><Relationship Id="rId15" Type="http://schemas.openxmlformats.org/officeDocument/2006/relationships/image" Target="../media/image31.png"/><Relationship Id="rId36" Type="http://schemas.openxmlformats.org/officeDocument/2006/relationships/image" Target="../media/image557.png"/><Relationship Id="rId57" Type="http://schemas.openxmlformats.org/officeDocument/2006/relationships/image" Target="../media/image776.png"/><Relationship Id="rId106" Type="http://schemas.openxmlformats.org/officeDocument/2006/relationships/image" Target="../media/image807.png"/><Relationship Id="rId127" Type="http://schemas.openxmlformats.org/officeDocument/2006/relationships/image" Target="../media/image824.png"/><Relationship Id="rId10" Type="http://schemas.openxmlformats.org/officeDocument/2006/relationships/image" Target="../media/image545.png"/><Relationship Id="rId31" Type="http://schemas.openxmlformats.org/officeDocument/2006/relationships/image" Target="../media/image766.png"/><Relationship Id="rId52" Type="http://schemas.openxmlformats.org/officeDocument/2006/relationships/image" Target="../media/image774.png"/><Relationship Id="rId73" Type="http://schemas.openxmlformats.org/officeDocument/2006/relationships/image" Target="../media/image791.png"/><Relationship Id="rId78" Type="http://schemas.openxmlformats.org/officeDocument/2006/relationships/image" Target="../media/image548.png"/><Relationship Id="rId94" Type="http://schemas.openxmlformats.org/officeDocument/2006/relationships/image" Target="../media/image798.png"/><Relationship Id="rId99" Type="http://schemas.openxmlformats.org/officeDocument/2006/relationships/image" Target="../media/image42.png"/><Relationship Id="rId101" Type="http://schemas.openxmlformats.org/officeDocument/2006/relationships/image" Target="../media/image803.png"/><Relationship Id="rId122" Type="http://schemas.openxmlformats.org/officeDocument/2006/relationships/image" Target="../media/image822.png"/><Relationship Id="rId143" Type="http://schemas.openxmlformats.org/officeDocument/2006/relationships/image" Target="../media/image835.png"/><Relationship Id="rId148" Type="http://schemas.openxmlformats.org/officeDocument/2006/relationships/image" Target="../media/image840.png"/><Relationship Id="rId164" Type="http://schemas.openxmlformats.org/officeDocument/2006/relationships/image" Target="../media/image852.png"/><Relationship Id="rId169" Type="http://schemas.openxmlformats.org/officeDocument/2006/relationships/image" Target="../media/image857.png"/><Relationship Id="rId185" Type="http://schemas.openxmlformats.org/officeDocument/2006/relationships/image" Target="../media/image871.png"/><Relationship Id="rId4" Type="http://schemas.openxmlformats.org/officeDocument/2006/relationships/image" Target="../media/image567.png"/><Relationship Id="rId9" Type="http://schemas.openxmlformats.org/officeDocument/2006/relationships/image" Target="../media/image89.png"/><Relationship Id="rId180" Type="http://schemas.openxmlformats.org/officeDocument/2006/relationships/image" Target="../media/image866.png"/><Relationship Id="rId26" Type="http://schemas.openxmlformats.org/officeDocument/2006/relationships/image" Target="../media/image763.png"/><Relationship Id="rId47" Type="http://schemas.openxmlformats.org/officeDocument/2006/relationships/image" Target="../media/image771.png"/><Relationship Id="rId68" Type="http://schemas.openxmlformats.org/officeDocument/2006/relationships/image" Target="../media/image786.png"/><Relationship Id="rId89" Type="http://schemas.openxmlformats.org/officeDocument/2006/relationships/image" Target="../media/image141.png"/><Relationship Id="rId112" Type="http://schemas.openxmlformats.org/officeDocument/2006/relationships/image" Target="../media/image813.png"/><Relationship Id="rId133" Type="http://schemas.openxmlformats.org/officeDocument/2006/relationships/image" Target="../media/image827.png"/><Relationship Id="rId154" Type="http://schemas.openxmlformats.org/officeDocument/2006/relationships/image" Target="../media/image846.png"/><Relationship Id="rId175" Type="http://schemas.openxmlformats.org/officeDocument/2006/relationships/image" Target="../media/image59.png"/><Relationship Id="rId16" Type="http://schemas.openxmlformats.org/officeDocument/2006/relationships/image" Target="../media/image27.png"/><Relationship Id="rId37" Type="http://schemas.openxmlformats.org/officeDocument/2006/relationships/image" Target="../media/image54.png"/><Relationship Id="rId58" Type="http://schemas.openxmlformats.org/officeDocument/2006/relationships/image" Target="../media/image777.png"/><Relationship Id="rId79" Type="http://schemas.openxmlformats.org/officeDocument/2006/relationships/image" Target="../media/image793.png"/><Relationship Id="rId102" Type="http://schemas.openxmlformats.org/officeDocument/2006/relationships/image" Target="../media/image92.png"/><Relationship Id="rId123" Type="http://schemas.openxmlformats.org/officeDocument/2006/relationships/image" Target="../media/image36.png"/><Relationship Id="rId144" Type="http://schemas.openxmlformats.org/officeDocument/2006/relationships/image" Target="../media/image836.png"/><Relationship Id="rId90" Type="http://schemas.openxmlformats.org/officeDocument/2006/relationships/image" Target="../media/image578.png"/><Relationship Id="rId165" Type="http://schemas.openxmlformats.org/officeDocument/2006/relationships/image" Target="../media/image853.png"/><Relationship Id="rId186" Type="http://schemas.openxmlformats.org/officeDocument/2006/relationships/image" Target="../media/image872.png"/><Relationship Id="rId27" Type="http://schemas.openxmlformats.org/officeDocument/2006/relationships/image" Target="../media/image55.png"/><Relationship Id="rId48" Type="http://schemas.openxmlformats.org/officeDocument/2006/relationships/image" Target="../media/image772.png"/><Relationship Id="rId69" Type="http://schemas.openxmlformats.org/officeDocument/2006/relationships/image" Target="../media/image787.png"/><Relationship Id="rId113" Type="http://schemas.openxmlformats.org/officeDocument/2006/relationships/image" Target="../media/image814.png"/><Relationship Id="rId134" Type="http://schemas.openxmlformats.org/officeDocument/2006/relationships/image" Target="../media/image828.png"/><Relationship Id="rId80" Type="http://schemas.openxmlformats.org/officeDocument/2006/relationships/image" Target="../media/image794.png"/><Relationship Id="rId155" Type="http://schemas.openxmlformats.org/officeDocument/2006/relationships/image" Target="../media/image847.png"/><Relationship Id="rId176" Type="http://schemas.openxmlformats.org/officeDocument/2006/relationships/image" Target="../media/image862.png"/><Relationship Id="rId17" Type="http://schemas.openxmlformats.org/officeDocument/2006/relationships/image" Target="../media/image758.png"/><Relationship Id="rId38" Type="http://schemas.openxmlformats.org/officeDocument/2006/relationships/image" Target="../media/image767.png"/><Relationship Id="rId59" Type="http://schemas.openxmlformats.org/officeDocument/2006/relationships/image" Target="../media/image778.png"/><Relationship Id="rId103" Type="http://schemas.openxmlformats.org/officeDocument/2006/relationships/image" Target="../media/image804.png"/><Relationship Id="rId124" Type="http://schemas.openxmlformats.org/officeDocument/2006/relationships/image" Target="../media/image32.png"/><Relationship Id="rId70" Type="http://schemas.openxmlformats.org/officeDocument/2006/relationships/image" Target="../media/image788.png"/><Relationship Id="rId91" Type="http://schemas.openxmlformats.org/officeDocument/2006/relationships/image" Target="../media/image99.png"/><Relationship Id="rId145" Type="http://schemas.openxmlformats.org/officeDocument/2006/relationships/image" Target="../media/image837.png"/><Relationship Id="rId166" Type="http://schemas.openxmlformats.org/officeDocument/2006/relationships/image" Target="../media/image854.png"/><Relationship Id="rId187" Type="http://schemas.openxmlformats.org/officeDocument/2006/relationships/image" Target="../media/image873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588.png"/><Relationship Id="rId49" Type="http://schemas.openxmlformats.org/officeDocument/2006/relationships/image" Target="../media/image773.png"/><Relationship Id="rId114" Type="http://schemas.openxmlformats.org/officeDocument/2006/relationships/image" Target="../media/image53.png"/><Relationship Id="rId60" Type="http://schemas.openxmlformats.org/officeDocument/2006/relationships/image" Target="../media/image779.png"/><Relationship Id="rId81" Type="http://schemas.openxmlformats.org/officeDocument/2006/relationships/image" Target="../media/image795.png"/><Relationship Id="rId135" Type="http://schemas.openxmlformats.org/officeDocument/2006/relationships/image" Target="../media/image829.png"/><Relationship Id="rId156" Type="http://schemas.openxmlformats.org/officeDocument/2006/relationships/image" Target="../media/image86.png"/><Relationship Id="rId177" Type="http://schemas.openxmlformats.org/officeDocument/2006/relationships/image" Target="../media/image863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15.png"/><Relationship Id="rId21" Type="http://schemas.openxmlformats.org/officeDocument/2006/relationships/image" Target="../media/image60.png"/><Relationship Id="rId42" Type="http://schemas.openxmlformats.org/officeDocument/2006/relationships/image" Target="../media/image586.png"/><Relationship Id="rId63" Type="http://schemas.openxmlformats.org/officeDocument/2006/relationships/image" Target="../media/image548.png"/><Relationship Id="rId84" Type="http://schemas.openxmlformats.org/officeDocument/2006/relationships/image" Target="../media/image71.png"/><Relationship Id="rId138" Type="http://schemas.openxmlformats.org/officeDocument/2006/relationships/image" Target="../media/image929.png"/><Relationship Id="rId159" Type="http://schemas.openxmlformats.org/officeDocument/2006/relationships/image" Target="../media/image862.png"/><Relationship Id="rId170" Type="http://schemas.openxmlformats.org/officeDocument/2006/relationships/image" Target="../media/image953.png"/><Relationship Id="rId191" Type="http://schemas.openxmlformats.org/officeDocument/2006/relationships/image" Target="../media/image969.png"/><Relationship Id="rId107" Type="http://schemas.openxmlformats.org/officeDocument/2006/relationships/image" Target="../media/image101.png"/><Relationship Id="rId11" Type="http://schemas.openxmlformats.org/officeDocument/2006/relationships/image" Target="../media/image124.png"/><Relationship Id="rId32" Type="http://schemas.openxmlformats.org/officeDocument/2006/relationships/image" Target="../media/image796.png"/><Relationship Id="rId53" Type="http://schemas.openxmlformats.org/officeDocument/2006/relationships/image" Target="../media/image885.png"/><Relationship Id="rId74" Type="http://schemas.openxmlformats.org/officeDocument/2006/relationships/image" Target="../media/image95.png"/><Relationship Id="rId128" Type="http://schemas.openxmlformats.org/officeDocument/2006/relationships/image" Target="../media/image83.png"/><Relationship Id="rId149" Type="http://schemas.openxmlformats.org/officeDocument/2006/relationships/image" Target="../media/image108.png"/><Relationship Id="rId5" Type="http://schemas.openxmlformats.org/officeDocument/2006/relationships/image" Target="../media/image544.png"/><Relationship Id="rId95" Type="http://schemas.openxmlformats.org/officeDocument/2006/relationships/image" Target="../media/image115.png"/><Relationship Id="rId160" Type="http://schemas.openxmlformats.org/officeDocument/2006/relationships/image" Target="../media/image945.png"/><Relationship Id="rId181" Type="http://schemas.openxmlformats.org/officeDocument/2006/relationships/image" Target="../media/image963.png"/><Relationship Id="rId22" Type="http://schemas.openxmlformats.org/officeDocument/2006/relationships/image" Target="../media/image138.png"/><Relationship Id="rId43" Type="http://schemas.openxmlformats.org/officeDocument/2006/relationships/image" Target="../media/image590.png"/><Relationship Id="rId64" Type="http://schemas.openxmlformats.org/officeDocument/2006/relationships/image" Target="../media/image38.png"/><Relationship Id="rId118" Type="http://schemas.openxmlformats.org/officeDocument/2006/relationships/image" Target="../media/image916.png"/><Relationship Id="rId139" Type="http://schemas.openxmlformats.org/officeDocument/2006/relationships/image" Target="../media/image930.png"/><Relationship Id="rId85" Type="http://schemas.openxmlformats.org/officeDocument/2006/relationships/image" Target="../media/image120.png"/><Relationship Id="rId150" Type="http://schemas.openxmlformats.org/officeDocument/2006/relationships/image" Target="../media/image938.png"/><Relationship Id="rId171" Type="http://schemas.openxmlformats.org/officeDocument/2006/relationships/image" Target="../media/image954.png"/><Relationship Id="rId192" Type="http://schemas.openxmlformats.org/officeDocument/2006/relationships/image" Target="../media/image787.png"/><Relationship Id="rId12" Type="http://schemas.openxmlformats.org/officeDocument/2006/relationships/image" Target="../media/image757.png"/><Relationship Id="rId33" Type="http://schemas.openxmlformats.org/officeDocument/2006/relationships/image" Target="../media/image52.png"/><Relationship Id="rId108" Type="http://schemas.openxmlformats.org/officeDocument/2006/relationships/image" Target="../media/image85.png"/><Relationship Id="rId129" Type="http://schemas.openxmlformats.org/officeDocument/2006/relationships/image" Target="../media/image922.png"/><Relationship Id="rId54" Type="http://schemas.openxmlformats.org/officeDocument/2006/relationships/image" Target="../media/image49.png"/><Relationship Id="rId75" Type="http://schemas.openxmlformats.org/officeDocument/2006/relationships/image" Target="../media/image770.png"/><Relationship Id="rId96" Type="http://schemas.openxmlformats.org/officeDocument/2006/relationships/image" Target="../media/image903.png"/><Relationship Id="rId140" Type="http://schemas.openxmlformats.org/officeDocument/2006/relationships/image" Target="../media/image931.png"/><Relationship Id="rId161" Type="http://schemas.openxmlformats.org/officeDocument/2006/relationships/image" Target="../media/image946.png"/><Relationship Id="rId182" Type="http://schemas.openxmlformats.org/officeDocument/2006/relationships/image" Target="../media/image105.png"/><Relationship Id="rId6" Type="http://schemas.openxmlformats.org/officeDocument/2006/relationships/image" Target="../media/image35.png"/><Relationship Id="rId23" Type="http://schemas.openxmlformats.org/officeDocument/2006/relationships/image" Target="../media/image574.png"/><Relationship Id="rId119" Type="http://schemas.openxmlformats.org/officeDocument/2006/relationships/image" Target="../media/image776.png"/><Relationship Id="rId44" Type="http://schemas.openxmlformats.org/officeDocument/2006/relationships/image" Target="../media/image882.png"/><Relationship Id="rId65" Type="http://schemas.openxmlformats.org/officeDocument/2006/relationships/image" Target="../media/image889.png"/><Relationship Id="rId86" Type="http://schemas.openxmlformats.org/officeDocument/2006/relationships/image" Target="../media/image898.png"/><Relationship Id="rId130" Type="http://schemas.openxmlformats.org/officeDocument/2006/relationships/image" Target="../media/image57.png"/><Relationship Id="rId151" Type="http://schemas.openxmlformats.org/officeDocument/2006/relationships/image" Target="../media/image939.png"/><Relationship Id="rId172" Type="http://schemas.openxmlformats.org/officeDocument/2006/relationships/image" Target="../media/image955.png"/><Relationship Id="rId193" Type="http://schemas.openxmlformats.org/officeDocument/2006/relationships/image" Target="../media/image970.png"/><Relationship Id="rId13" Type="http://schemas.openxmlformats.org/officeDocument/2006/relationships/image" Target="../media/image29.png"/><Relationship Id="rId109" Type="http://schemas.openxmlformats.org/officeDocument/2006/relationships/image" Target="../media/image907.png"/><Relationship Id="rId34" Type="http://schemas.openxmlformats.org/officeDocument/2006/relationships/image" Target="../media/image765.png"/><Relationship Id="rId55" Type="http://schemas.openxmlformats.org/officeDocument/2006/relationships/image" Target="../media/image886.png"/><Relationship Id="rId76" Type="http://schemas.openxmlformats.org/officeDocument/2006/relationships/image" Target="../media/image64.png"/><Relationship Id="rId97" Type="http://schemas.openxmlformats.org/officeDocument/2006/relationships/image" Target="../media/image904.png"/><Relationship Id="rId120" Type="http://schemas.openxmlformats.org/officeDocument/2006/relationships/image" Target="../media/image917.png"/><Relationship Id="rId141" Type="http://schemas.openxmlformats.org/officeDocument/2006/relationships/image" Target="../media/image31.png"/><Relationship Id="rId7" Type="http://schemas.openxmlformats.org/officeDocument/2006/relationships/image" Target="../media/image28.png"/><Relationship Id="rId162" Type="http://schemas.openxmlformats.org/officeDocument/2006/relationships/image" Target="../media/image947.png"/><Relationship Id="rId183" Type="http://schemas.openxmlformats.org/officeDocument/2006/relationships/image" Target="../media/image106.png"/><Relationship Id="rId2" Type="http://schemas.openxmlformats.org/officeDocument/2006/relationships/image" Target="../media/image753.png"/><Relationship Id="rId29" Type="http://schemas.openxmlformats.org/officeDocument/2006/relationships/image" Target="../media/image879.png"/><Relationship Id="rId24" Type="http://schemas.openxmlformats.org/officeDocument/2006/relationships/image" Target="../media/image82.png"/><Relationship Id="rId40" Type="http://schemas.openxmlformats.org/officeDocument/2006/relationships/image" Target="../media/image58.png"/><Relationship Id="rId45" Type="http://schemas.openxmlformats.org/officeDocument/2006/relationships/image" Target="../media/image883.png"/><Relationship Id="rId66" Type="http://schemas.openxmlformats.org/officeDocument/2006/relationships/image" Target="../media/image890.png"/><Relationship Id="rId87" Type="http://schemas.openxmlformats.org/officeDocument/2006/relationships/image" Target="../media/image545.png"/><Relationship Id="rId110" Type="http://schemas.openxmlformats.org/officeDocument/2006/relationships/image" Target="../media/image908.png"/><Relationship Id="rId115" Type="http://schemas.openxmlformats.org/officeDocument/2006/relationships/image" Target="../media/image913.png"/><Relationship Id="rId131" Type="http://schemas.openxmlformats.org/officeDocument/2006/relationships/image" Target="../media/image923.png"/><Relationship Id="rId136" Type="http://schemas.openxmlformats.org/officeDocument/2006/relationships/image" Target="../media/image927.png"/><Relationship Id="rId157" Type="http://schemas.openxmlformats.org/officeDocument/2006/relationships/image" Target="../media/image871.png"/><Relationship Id="rId178" Type="http://schemas.openxmlformats.org/officeDocument/2006/relationships/image" Target="../media/image584.png"/><Relationship Id="rId61" Type="http://schemas.openxmlformats.org/officeDocument/2006/relationships/image" Target="../media/image888.png"/><Relationship Id="rId82" Type="http://schemas.openxmlformats.org/officeDocument/2006/relationships/image" Target="../media/image897.png"/><Relationship Id="rId152" Type="http://schemas.openxmlformats.org/officeDocument/2006/relationships/image" Target="../media/image940.png"/><Relationship Id="rId173" Type="http://schemas.openxmlformats.org/officeDocument/2006/relationships/image" Target="../media/image956.png"/><Relationship Id="rId194" Type="http://schemas.openxmlformats.org/officeDocument/2006/relationships/image" Target="../media/image971.png"/><Relationship Id="rId199" Type="http://schemas.openxmlformats.org/officeDocument/2006/relationships/image" Target="../media/image976.png"/><Relationship Id="rId203" Type="http://schemas.openxmlformats.org/officeDocument/2006/relationships/image" Target="../media/image980.png"/><Relationship Id="rId19" Type="http://schemas.openxmlformats.org/officeDocument/2006/relationships/image" Target="../media/image53.png"/><Relationship Id="rId14" Type="http://schemas.openxmlformats.org/officeDocument/2006/relationships/image" Target="../media/image36.png"/><Relationship Id="rId30" Type="http://schemas.openxmlformats.org/officeDocument/2006/relationships/image" Target="../media/image54.png"/><Relationship Id="rId35" Type="http://schemas.openxmlformats.org/officeDocument/2006/relationships/image" Target="../media/image61.png"/><Relationship Id="rId56" Type="http://schemas.openxmlformats.org/officeDocument/2006/relationships/image" Target="../media/image34.png"/><Relationship Id="rId77" Type="http://schemas.openxmlformats.org/officeDocument/2006/relationships/image" Target="../media/image892.png"/><Relationship Id="rId100" Type="http://schemas.openxmlformats.org/officeDocument/2006/relationships/image" Target="../media/image850.png"/><Relationship Id="rId105" Type="http://schemas.openxmlformats.org/officeDocument/2006/relationships/image" Target="../media/image129.png"/><Relationship Id="rId126" Type="http://schemas.openxmlformats.org/officeDocument/2006/relationships/image" Target="../media/image570.png"/><Relationship Id="rId147" Type="http://schemas.openxmlformats.org/officeDocument/2006/relationships/image" Target="../media/image936.png"/><Relationship Id="rId168" Type="http://schemas.openxmlformats.org/officeDocument/2006/relationships/image" Target="../media/image951.png"/><Relationship Id="rId8" Type="http://schemas.openxmlformats.org/officeDocument/2006/relationships/image" Target="../media/image32.png"/><Relationship Id="rId51" Type="http://schemas.openxmlformats.org/officeDocument/2006/relationships/image" Target="../media/image576.png"/><Relationship Id="rId72" Type="http://schemas.openxmlformats.org/officeDocument/2006/relationships/image" Target="../media/image139.png"/><Relationship Id="rId93" Type="http://schemas.openxmlformats.org/officeDocument/2006/relationships/image" Target="../media/image901.png"/><Relationship Id="rId98" Type="http://schemas.openxmlformats.org/officeDocument/2006/relationships/image" Target="../media/image852.png"/><Relationship Id="rId121" Type="http://schemas.openxmlformats.org/officeDocument/2006/relationships/image" Target="../media/image835.png"/><Relationship Id="rId142" Type="http://schemas.openxmlformats.org/officeDocument/2006/relationships/image" Target="../media/image932.png"/><Relationship Id="rId163" Type="http://schemas.openxmlformats.org/officeDocument/2006/relationships/image" Target="../media/image767.png"/><Relationship Id="rId184" Type="http://schemas.openxmlformats.org/officeDocument/2006/relationships/image" Target="../media/image141.png"/><Relationship Id="rId189" Type="http://schemas.openxmlformats.org/officeDocument/2006/relationships/image" Target="../media/image967.png"/><Relationship Id="rId3" Type="http://schemas.openxmlformats.org/officeDocument/2006/relationships/image" Target="../media/image67.png"/><Relationship Id="rId25" Type="http://schemas.openxmlformats.org/officeDocument/2006/relationships/image" Target="../media/image107.png"/><Relationship Id="rId46" Type="http://schemas.openxmlformats.org/officeDocument/2006/relationships/image" Target="../media/image884.png"/><Relationship Id="rId67" Type="http://schemas.openxmlformats.org/officeDocument/2006/relationships/image" Target="../media/image555.png"/><Relationship Id="rId116" Type="http://schemas.openxmlformats.org/officeDocument/2006/relationships/image" Target="../media/image914.png"/><Relationship Id="rId137" Type="http://schemas.openxmlformats.org/officeDocument/2006/relationships/image" Target="../media/image928.png"/><Relationship Id="rId158" Type="http://schemas.openxmlformats.org/officeDocument/2006/relationships/image" Target="../media/image944.png"/><Relationship Id="rId20" Type="http://schemas.openxmlformats.org/officeDocument/2006/relationships/image" Target="../media/image878.png"/><Relationship Id="rId41" Type="http://schemas.openxmlformats.org/officeDocument/2006/relationships/image" Target="../media/image42.png"/><Relationship Id="rId62" Type="http://schemas.openxmlformats.org/officeDocument/2006/relationships/image" Target="../media/image89.png"/><Relationship Id="rId83" Type="http://schemas.openxmlformats.org/officeDocument/2006/relationships/image" Target="../media/image91.png"/><Relationship Id="rId88" Type="http://schemas.openxmlformats.org/officeDocument/2006/relationships/image" Target="../media/image74.png"/><Relationship Id="rId111" Type="http://schemas.openxmlformats.org/officeDocument/2006/relationships/image" Target="../media/image909.png"/><Relationship Id="rId132" Type="http://schemas.openxmlformats.org/officeDocument/2006/relationships/image" Target="../media/image924.png"/><Relationship Id="rId153" Type="http://schemas.openxmlformats.org/officeDocument/2006/relationships/image" Target="../media/image867.png"/><Relationship Id="rId174" Type="http://schemas.openxmlformats.org/officeDocument/2006/relationships/image" Target="../media/image957.png"/><Relationship Id="rId179" Type="http://schemas.openxmlformats.org/officeDocument/2006/relationships/image" Target="../media/image961.png"/><Relationship Id="rId195" Type="http://schemas.openxmlformats.org/officeDocument/2006/relationships/image" Target="../media/image972.png"/><Relationship Id="rId190" Type="http://schemas.openxmlformats.org/officeDocument/2006/relationships/image" Target="../media/image968.png"/><Relationship Id="rId15" Type="http://schemas.openxmlformats.org/officeDocument/2006/relationships/image" Target="../media/image591.png"/><Relationship Id="rId36" Type="http://schemas.openxmlformats.org/officeDocument/2006/relationships/image" Target="../media/image48.png"/><Relationship Id="rId57" Type="http://schemas.openxmlformats.org/officeDocument/2006/relationships/image" Target="../media/image887.png"/><Relationship Id="rId106" Type="http://schemas.openxmlformats.org/officeDocument/2006/relationships/image" Target="../media/image764.png"/><Relationship Id="rId127" Type="http://schemas.openxmlformats.org/officeDocument/2006/relationships/image" Target="../media/image921.png"/><Relationship Id="rId10" Type="http://schemas.openxmlformats.org/officeDocument/2006/relationships/image" Target="../media/image877.png"/><Relationship Id="rId31" Type="http://schemas.openxmlformats.org/officeDocument/2006/relationships/image" Target="../media/image880.png"/><Relationship Id="rId52" Type="http://schemas.openxmlformats.org/officeDocument/2006/relationships/image" Target="../media/image556.png"/><Relationship Id="rId73" Type="http://schemas.openxmlformats.org/officeDocument/2006/relationships/image" Target="../media/image96.png"/><Relationship Id="rId78" Type="http://schemas.openxmlformats.org/officeDocument/2006/relationships/image" Target="../media/image893.png"/><Relationship Id="rId94" Type="http://schemas.openxmlformats.org/officeDocument/2006/relationships/image" Target="../media/image902.png"/><Relationship Id="rId99" Type="http://schemas.openxmlformats.org/officeDocument/2006/relationships/image" Target="../media/image905.png"/><Relationship Id="rId101" Type="http://schemas.openxmlformats.org/officeDocument/2006/relationships/image" Target="../media/image588.png"/><Relationship Id="rId122" Type="http://schemas.openxmlformats.org/officeDocument/2006/relationships/image" Target="../media/image918.png"/><Relationship Id="rId143" Type="http://schemas.openxmlformats.org/officeDocument/2006/relationships/image" Target="../media/image933.png"/><Relationship Id="rId148" Type="http://schemas.openxmlformats.org/officeDocument/2006/relationships/image" Target="../media/image937.png"/><Relationship Id="rId164" Type="http://schemas.openxmlformats.org/officeDocument/2006/relationships/image" Target="../media/image78.png"/><Relationship Id="rId169" Type="http://schemas.openxmlformats.org/officeDocument/2006/relationships/image" Target="../media/image952.png"/><Relationship Id="rId185" Type="http://schemas.openxmlformats.org/officeDocument/2006/relationships/image" Target="../media/image59.png"/><Relationship Id="rId4" Type="http://schemas.openxmlformats.org/officeDocument/2006/relationships/image" Target="../media/image876.png"/><Relationship Id="rId9" Type="http://schemas.openxmlformats.org/officeDocument/2006/relationships/image" Target="../media/image793.png"/><Relationship Id="rId180" Type="http://schemas.openxmlformats.org/officeDocument/2006/relationships/image" Target="../media/image962.png"/><Relationship Id="rId26" Type="http://schemas.openxmlformats.org/officeDocument/2006/relationships/image" Target="../media/image589.png"/><Relationship Id="rId47" Type="http://schemas.openxmlformats.org/officeDocument/2006/relationships/image" Target="../media/image43.png"/><Relationship Id="rId68" Type="http://schemas.openxmlformats.org/officeDocument/2006/relationships/image" Target="../media/image56.png"/><Relationship Id="rId89" Type="http://schemas.openxmlformats.org/officeDocument/2006/relationships/image" Target="../media/image117.png"/><Relationship Id="rId112" Type="http://schemas.openxmlformats.org/officeDocument/2006/relationships/image" Target="../media/image910.png"/><Relationship Id="rId133" Type="http://schemas.openxmlformats.org/officeDocument/2006/relationships/image" Target="../media/image925.png"/><Relationship Id="rId154" Type="http://schemas.openxmlformats.org/officeDocument/2006/relationships/image" Target="../media/image941.png"/><Relationship Id="rId175" Type="http://schemas.openxmlformats.org/officeDocument/2006/relationships/image" Target="../media/image958.png"/><Relationship Id="rId196" Type="http://schemas.openxmlformats.org/officeDocument/2006/relationships/image" Target="../media/image973.png"/><Relationship Id="rId200" Type="http://schemas.openxmlformats.org/officeDocument/2006/relationships/image" Target="../media/image977.png"/><Relationship Id="rId16" Type="http://schemas.openxmlformats.org/officeDocument/2006/relationships/image" Target="../media/image572.png"/><Relationship Id="rId37" Type="http://schemas.openxmlformats.org/officeDocument/2006/relationships/image" Target="../media/image881.png"/><Relationship Id="rId58" Type="http://schemas.openxmlformats.org/officeDocument/2006/relationships/image" Target="../media/image39.png"/><Relationship Id="rId79" Type="http://schemas.openxmlformats.org/officeDocument/2006/relationships/image" Target="../media/image894.png"/><Relationship Id="rId102" Type="http://schemas.openxmlformats.org/officeDocument/2006/relationships/image" Target="../media/image93.png"/><Relationship Id="rId123" Type="http://schemas.openxmlformats.org/officeDocument/2006/relationships/image" Target="../media/image919.png"/><Relationship Id="rId144" Type="http://schemas.openxmlformats.org/officeDocument/2006/relationships/image" Target="../media/image562.png"/><Relationship Id="rId90" Type="http://schemas.openxmlformats.org/officeDocument/2006/relationships/image" Target="../media/image899.png"/><Relationship Id="rId165" Type="http://schemas.openxmlformats.org/officeDocument/2006/relationships/image" Target="../media/image948.png"/><Relationship Id="rId186" Type="http://schemas.openxmlformats.org/officeDocument/2006/relationships/image" Target="../media/image964.png"/><Relationship Id="rId27" Type="http://schemas.openxmlformats.org/officeDocument/2006/relationships/image" Target="../media/image578.png"/><Relationship Id="rId48" Type="http://schemas.openxmlformats.org/officeDocument/2006/relationships/image" Target="../media/image109.png"/><Relationship Id="rId69" Type="http://schemas.openxmlformats.org/officeDocument/2006/relationships/image" Target="../media/image557.png"/><Relationship Id="rId113" Type="http://schemas.openxmlformats.org/officeDocument/2006/relationships/image" Target="../media/image911.png"/><Relationship Id="rId134" Type="http://schemas.openxmlformats.org/officeDocument/2006/relationships/image" Target="../media/image791.png"/><Relationship Id="rId80" Type="http://schemas.openxmlformats.org/officeDocument/2006/relationships/image" Target="../media/image895.png"/><Relationship Id="rId155" Type="http://schemas.openxmlformats.org/officeDocument/2006/relationships/image" Target="../media/image942.png"/><Relationship Id="rId176" Type="http://schemas.openxmlformats.org/officeDocument/2006/relationships/image" Target="../media/image959.png"/><Relationship Id="rId197" Type="http://schemas.openxmlformats.org/officeDocument/2006/relationships/image" Target="../media/image974.png"/><Relationship Id="rId201" Type="http://schemas.openxmlformats.org/officeDocument/2006/relationships/image" Target="../media/image978.png"/><Relationship Id="rId17" Type="http://schemas.openxmlformats.org/officeDocument/2006/relationships/image" Target="../media/image111.png"/><Relationship Id="rId38" Type="http://schemas.openxmlformats.org/officeDocument/2006/relationships/image" Target="../media/image99.png"/><Relationship Id="rId59" Type="http://schemas.openxmlformats.org/officeDocument/2006/relationships/image" Target="../media/image27.png"/><Relationship Id="rId103" Type="http://schemas.openxmlformats.org/officeDocument/2006/relationships/image" Target="../media/image94.png"/><Relationship Id="rId124" Type="http://schemas.openxmlformats.org/officeDocument/2006/relationships/image" Target="../media/image779.png"/><Relationship Id="rId70" Type="http://schemas.openxmlformats.org/officeDocument/2006/relationships/image" Target="../media/image891.png"/><Relationship Id="rId91" Type="http://schemas.openxmlformats.org/officeDocument/2006/relationships/image" Target="../media/image900.png"/><Relationship Id="rId145" Type="http://schemas.openxmlformats.org/officeDocument/2006/relationships/image" Target="../media/image934.png"/><Relationship Id="rId166" Type="http://schemas.openxmlformats.org/officeDocument/2006/relationships/image" Target="../media/image949.png"/><Relationship Id="rId187" Type="http://schemas.openxmlformats.org/officeDocument/2006/relationships/image" Target="../media/image965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65.png"/><Relationship Id="rId49" Type="http://schemas.openxmlformats.org/officeDocument/2006/relationships/image" Target="../media/image92.png"/><Relationship Id="rId114" Type="http://schemas.openxmlformats.org/officeDocument/2006/relationships/image" Target="../media/image912.png"/><Relationship Id="rId60" Type="http://schemas.openxmlformats.org/officeDocument/2006/relationships/image" Target="../media/image546.png"/><Relationship Id="rId81" Type="http://schemas.openxmlformats.org/officeDocument/2006/relationships/image" Target="../media/image896.png"/><Relationship Id="rId135" Type="http://schemas.openxmlformats.org/officeDocument/2006/relationships/image" Target="../media/image926.png"/><Relationship Id="rId156" Type="http://schemas.openxmlformats.org/officeDocument/2006/relationships/image" Target="../media/image943.png"/><Relationship Id="rId177" Type="http://schemas.openxmlformats.org/officeDocument/2006/relationships/image" Target="../media/image960.png"/><Relationship Id="rId198" Type="http://schemas.openxmlformats.org/officeDocument/2006/relationships/image" Target="../media/image975.png"/><Relationship Id="rId202" Type="http://schemas.openxmlformats.org/officeDocument/2006/relationships/image" Target="../media/image979.png"/><Relationship Id="rId18" Type="http://schemas.openxmlformats.org/officeDocument/2006/relationships/image" Target="../media/image102.png"/><Relationship Id="rId39" Type="http://schemas.openxmlformats.org/officeDocument/2006/relationships/image" Target="../media/image581.png"/><Relationship Id="rId50" Type="http://schemas.openxmlformats.org/officeDocument/2006/relationships/image" Target="../media/image579.png"/><Relationship Id="rId104" Type="http://schemas.openxmlformats.org/officeDocument/2006/relationships/image" Target="../media/image906.png"/><Relationship Id="rId125" Type="http://schemas.openxmlformats.org/officeDocument/2006/relationships/image" Target="../media/image920.png"/><Relationship Id="rId146" Type="http://schemas.openxmlformats.org/officeDocument/2006/relationships/image" Target="../media/image935.png"/><Relationship Id="rId167" Type="http://schemas.openxmlformats.org/officeDocument/2006/relationships/image" Target="../media/image950.png"/><Relationship Id="rId188" Type="http://schemas.openxmlformats.org/officeDocument/2006/relationships/image" Target="../media/image966.png"/><Relationship Id="rId71" Type="http://schemas.openxmlformats.org/officeDocument/2006/relationships/image" Target="../media/image580.png"/><Relationship Id="rId92" Type="http://schemas.openxmlformats.org/officeDocument/2006/relationships/image" Target="../media/image1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5.png"/><Relationship Id="rId13" Type="http://schemas.openxmlformats.org/officeDocument/2006/relationships/image" Target="../media/image988.png"/><Relationship Id="rId3" Type="http://schemas.openxmlformats.org/officeDocument/2006/relationships/image" Target="../media/image982.png"/><Relationship Id="rId7" Type="http://schemas.openxmlformats.org/officeDocument/2006/relationships/image" Target="../media/image985.png"/><Relationship Id="rId12" Type="http://schemas.openxmlformats.org/officeDocument/2006/relationships/image" Target="../media/image987.png"/><Relationship Id="rId2" Type="http://schemas.openxmlformats.org/officeDocument/2006/relationships/image" Target="../media/image9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4.png"/><Relationship Id="rId11" Type="http://schemas.openxmlformats.org/officeDocument/2006/relationships/image" Target="../media/image986.png"/><Relationship Id="rId5" Type="http://schemas.openxmlformats.org/officeDocument/2006/relationships/image" Target="../media/image983.png"/><Relationship Id="rId15" Type="http://schemas.openxmlformats.org/officeDocument/2006/relationships/image" Target="../media/image990.png"/><Relationship Id="rId10" Type="http://schemas.openxmlformats.org/officeDocument/2006/relationships/image" Target="../media/image600.png"/><Relationship Id="rId4" Type="http://schemas.openxmlformats.org/officeDocument/2006/relationships/image" Target="../media/image153.png"/><Relationship Id="rId9" Type="http://schemas.openxmlformats.org/officeDocument/2006/relationships/image" Target="../media/image731.png"/><Relationship Id="rId14" Type="http://schemas.openxmlformats.org/officeDocument/2006/relationships/image" Target="../media/image9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800" y="949325"/>
            <a:ext cx="582041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4205" algn="l"/>
                <a:tab pos="3023870" algn="l"/>
                <a:tab pos="3400425" algn="l"/>
              </a:tabLst>
            </a:pPr>
            <a:r>
              <a:rPr sz="1950" spc="-20" dirty="0">
                <a:latin typeface="Courier New"/>
                <a:cs typeface="Courier New"/>
              </a:rPr>
              <a:t>S</a:t>
            </a:r>
            <a:r>
              <a:rPr sz="1950" spc="-855" dirty="0">
                <a:latin typeface="Courier New"/>
                <a:cs typeface="Courier New"/>
              </a:rPr>
              <a:t> </a:t>
            </a:r>
            <a:r>
              <a:rPr sz="1950" spc="-20" dirty="0">
                <a:latin typeface="Courier New"/>
                <a:cs typeface="Courier New"/>
              </a:rPr>
              <a:t>E</a:t>
            </a:r>
            <a:r>
              <a:rPr sz="1950" spc="-850" dirty="0">
                <a:latin typeface="Courier New"/>
                <a:cs typeface="Courier New"/>
              </a:rPr>
              <a:t> </a:t>
            </a:r>
            <a:r>
              <a:rPr sz="1950" spc="-20" dirty="0">
                <a:latin typeface="Courier New"/>
                <a:cs typeface="Courier New"/>
              </a:rPr>
              <a:t>M</a:t>
            </a:r>
            <a:r>
              <a:rPr sz="1950" spc="-855" dirty="0">
                <a:latin typeface="Courier New"/>
                <a:cs typeface="Courier New"/>
              </a:rPr>
              <a:t> </a:t>
            </a:r>
            <a:r>
              <a:rPr sz="1950" spc="-20" dirty="0">
                <a:latin typeface="Courier New"/>
                <a:cs typeface="Courier New"/>
              </a:rPr>
              <a:t>I</a:t>
            </a:r>
            <a:r>
              <a:rPr sz="1950" spc="-850" dirty="0">
                <a:latin typeface="Courier New"/>
                <a:cs typeface="Courier New"/>
              </a:rPr>
              <a:t> </a:t>
            </a:r>
            <a:r>
              <a:rPr sz="1950" spc="-20" dirty="0">
                <a:latin typeface="Courier New"/>
                <a:cs typeface="Courier New"/>
              </a:rPr>
              <a:t>N</a:t>
            </a:r>
            <a:r>
              <a:rPr sz="1950" spc="-850" dirty="0">
                <a:latin typeface="Courier New"/>
                <a:cs typeface="Courier New"/>
              </a:rPr>
              <a:t> </a:t>
            </a:r>
            <a:r>
              <a:rPr sz="1950" spc="-20" dirty="0">
                <a:latin typeface="Courier New"/>
                <a:cs typeface="Courier New"/>
              </a:rPr>
              <a:t>Á</a:t>
            </a:r>
            <a:r>
              <a:rPr sz="1950" spc="-855" dirty="0">
                <a:latin typeface="Courier New"/>
                <a:cs typeface="Courier New"/>
              </a:rPr>
              <a:t> </a:t>
            </a:r>
            <a:r>
              <a:rPr sz="1950" spc="-20" dirty="0">
                <a:latin typeface="Courier New"/>
                <a:cs typeface="Courier New"/>
              </a:rPr>
              <a:t>R</a:t>
            </a:r>
            <a:r>
              <a:rPr sz="1950" spc="-850" dirty="0">
                <a:latin typeface="Courier New"/>
                <a:cs typeface="Courier New"/>
              </a:rPr>
              <a:t> </a:t>
            </a:r>
            <a:r>
              <a:rPr sz="1950" spc="-20" dirty="0">
                <a:latin typeface="Courier New"/>
                <a:cs typeface="Courier New"/>
              </a:rPr>
              <a:t>N</a:t>
            </a:r>
            <a:r>
              <a:rPr sz="1950" spc="-850" dirty="0">
                <a:latin typeface="Courier New"/>
                <a:cs typeface="Courier New"/>
              </a:rPr>
              <a:t> </a:t>
            </a:r>
            <a:r>
              <a:rPr sz="1950" spc="-50" dirty="0">
                <a:latin typeface="Courier New"/>
                <a:cs typeface="Courier New"/>
              </a:rPr>
              <a:t>A</a:t>
            </a:r>
            <a:r>
              <a:rPr sz="1950" dirty="0">
                <a:latin typeface="Courier New"/>
                <a:cs typeface="Courier New"/>
              </a:rPr>
              <a:t>	</a:t>
            </a:r>
            <a:r>
              <a:rPr sz="1950" spc="-20" dirty="0">
                <a:latin typeface="Courier New"/>
                <a:cs typeface="Courier New"/>
              </a:rPr>
              <a:t>P</a:t>
            </a:r>
            <a:r>
              <a:rPr sz="1950" spc="-855" dirty="0">
                <a:latin typeface="Courier New"/>
                <a:cs typeface="Courier New"/>
              </a:rPr>
              <a:t> </a:t>
            </a:r>
            <a:r>
              <a:rPr sz="1950" spc="-20" dirty="0">
                <a:latin typeface="Courier New"/>
                <a:cs typeface="Courier New"/>
              </a:rPr>
              <a:t>R</a:t>
            </a:r>
            <a:r>
              <a:rPr sz="1950" spc="-850" dirty="0">
                <a:latin typeface="Courier New"/>
                <a:cs typeface="Courier New"/>
              </a:rPr>
              <a:t> </a:t>
            </a:r>
            <a:r>
              <a:rPr sz="1950" spc="-20" dirty="0">
                <a:latin typeface="Courier New"/>
                <a:cs typeface="Courier New"/>
              </a:rPr>
              <a:t>Á</a:t>
            </a:r>
            <a:r>
              <a:rPr sz="1950" spc="-855" dirty="0">
                <a:latin typeface="Courier New"/>
                <a:cs typeface="Courier New"/>
              </a:rPr>
              <a:t> </a:t>
            </a:r>
            <a:r>
              <a:rPr sz="1950" spc="-20" dirty="0">
                <a:latin typeface="Courier New"/>
                <a:cs typeface="Courier New"/>
              </a:rPr>
              <a:t>C</a:t>
            </a:r>
            <a:r>
              <a:rPr sz="1950" spc="-850" dirty="0">
                <a:latin typeface="Courier New"/>
                <a:cs typeface="Courier New"/>
              </a:rPr>
              <a:t> </a:t>
            </a:r>
            <a:r>
              <a:rPr sz="1950" spc="-50" dirty="0">
                <a:latin typeface="Courier New"/>
                <a:cs typeface="Courier New"/>
              </a:rPr>
              <a:t>A</a:t>
            </a:r>
            <a:r>
              <a:rPr sz="1950" dirty="0">
                <a:latin typeface="Courier New"/>
                <a:cs typeface="Courier New"/>
              </a:rPr>
              <a:t>	</a:t>
            </a:r>
            <a:r>
              <a:rPr sz="1950" spc="-50" dirty="0">
                <a:latin typeface="Courier New"/>
                <a:cs typeface="Courier New"/>
              </a:rPr>
              <a:t>·</a:t>
            </a:r>
            <a:r>
              <a:rPr sz="1950" dirty="0">
                <a:latin typeface="Courier New"/>
                <a:cs typeface="Courier New"/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800" y="2949575"/>
            <a:ext cx="695007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7215" algn="l"/>
                <a:tab pos="2459355" algn="l"/>
                <a:tab pos="4717415" algn="l"/>
                <a:tab pos="5093970" algn="l"/>
              </a:tabLst>
            </a:pP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/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60" dirty="0">
                <a:solidFill>
                  <a:srgbClr val="C4683A"/>
                </a:solidFill>
                <a:latin typeface="Courier New"/>
                <a:cs typeface="Courier New"/>
              </a:rPr>
              <a:t>/</a:t>
            </a:r>
            <a:r>
              <a:rPr sz="1950" dirty="0">
                <a:solidFill>
                  <a:srgbClr val="C4683A"/>
                </a:solidFill>
                <a:latin typeface="Courier New"/>
                <a:cs typeface="Courier New"/>
              </a:rPr>
              <a:t>	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Z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Á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V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E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R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E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Č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N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C4683A"/>
                </a:solidFill>
                <a:latin typeface="Courier New"/>
                <a:cs typeface="Courier New"/>
              </a:rPr>
              <a:t>Á</a:t>
            </a:r>
            <a:r>
              <a:rPr sz="1950" dirty="0">
                <a:solidFill>
                  <a:srgbClr val="C4683A"/>
                </a:solidFill>
                <a:latin typeface="Courier New"/>
                <a:cs typeface="Courier New"/>
              </a:rPr>
              <a:t>	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P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R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E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Z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E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N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T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Á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C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I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C4683A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srgbClr val="C4683A"/>
                </a:solidFill>
                <a:latin typeface="Courier New"/>
                <a:cs typeface="Courier New"/>
              </a:rPr>
              <a:t>	</a:t>
            </a:r>
            <a:r>
              <a:rPr sz="1950" spc="-50" dirty="0">
                <a:solidFill>
                  <a:srgbClr val="C4683A"/>
                </a:solidFill>
                <a:latin typeface="Courier New"/>
                <a:cs typeface="Courier New"/>
              </a:rPr>
              <a:t>·</a:t>
            </a:r>
            <a:r>
              <a:rPr sz="1950" dirty="0">
                <a:solidFill>
                  <a:srgbClr val="C4683A"/>
                </a:solidFill>
                <a:latin typeface="Courier New"/>
                <a:cs typeface="Courier New"/>
              </a:rPr>
              <a:t>	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P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Y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G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E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O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G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E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B</a:t>
            </a:r>
            <a:r>
              <a:rPr sz="1950" spc="-85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R</a:t>
            </a:r>
            <a:r>
              <a:rPr sz="1950" spc="-85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C4683A"/>
                </a:solidFill>
                <a:latin typeface="Courier New"/>
                <a:cs typeface="Courier New"/>
              </a:rPr>
              <a:t>A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9800" y="3151783"/>
            <a:ext cx="12114530" cy="2617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0" spc="25" dirty="0">
                <a:solidFill>
                  <a:srgbClr val="1A1A1A"/>
                </a:solidFill>
                <a:latin typeface="Georgia"/>
                <a:cs typeface="Georgia"/>
              </a:rPr>
              <a:t>P</a:t>
            </a:r>
            <a:r>
              <a:rPr sz="16500" spc="-155" dirty="0">
                <a:solidFill>
                  <a:srgbClr val="1A1A1A"/>
                </a:solidFill>
                <a:latin typeface="Georgia"/>
                <a:cs typeface="Georgia"/>
              </a:rPr>
              <a:t>y</a:t>
            </a:r>
            <a:r>
              <a:rPr sz="17000" i="1" spc="-204" dirty="0">
                <a:solidFill>
                  <a:srgbClr val="C4683A"/>
                </a:solidFill>
                <a:latin typeface="Georgia"/>
                <a:cs typeface="Georgia"/>
              </a:rPr>
              <a:t>G</a:t>
            </a:r>
            <a:r>
              <a:rPr sz="17000" i="1" spc="-150" dirty="0">
                <a:solidFill>
                  <a:srgbClr val="C4683A"/>
                </a:solidFill>
                <a:latin typeface="Georgia"/>
                <a:cs typeface="Georgia"/>
              </a:rPr>
              <a:t>e</a:t>
            </a:r>
            <a:r>
              <a:rPr sz="17000" i="1" spc="-190" dirty="0">
                <a:solidFill>
                  <a:srgbClr val="C4683A"/>
                </a:solidFill>
                <a:latin typeface="Georgia"/>
                <a:cs typeface="Georgia"/>
              </a:rPr>
              <a:t>o</a:t>
            </a:r>
            <a:r>
              <a:rPr sz="17000" i="1" spc="-445" dirty="0">
                <a:solidFill>
                  <a:srgbClr val="C4683A"/>
                </a:solidFill>
                <a:latin typeface="Georgia"/>
                <a:cs typeface="Georgia"/>
              </a:rPr>
              <a:t>g</a:t>
            </a:r>
            <a:r>
              <a:rPr sz="17000" i="1" spc="-150" dirty="0">
                <a:solidFill>
                  <a:srgbClr val="C4683A"/>
                </a:solidFill>
                <a:latin typeface="Georgia"/>
                <a:cs typeface="Georgia"/>
              </a:rPr>
              <a:t>e</a:t>
            </a:r>
            <a:r>
              <a:rPr sz="17000" i="1" spc="-175" dirty="0">
                <a:solidFill>
                  <a:srgbClr val="C4683A"/>
                </a:solidFill>
                <a:latin typeface="Georgia"/>
                <a:cs typeface="Georgia"/>
              </a:rPr>
              <a:t>b</a:t>
            </a:r>
            <a:r>
              <a:rPr sz="17000" i="1" spc="-220" dirty="0">
                <a:solidFill>
                  <a:srgbClr val="C4683A"/>
                </a:solidFill>
                <a:latin typeface="Georgia"/>
                <a:cs typeface="Georgia"/>
              </a:rPr>
              <a:t>r</a:t>
            </a:r>
            <a:r>
              <a:rPr sz="17000" i="1" spc="-240" dirty="0">
                <a:solidFill>
                  <a:srgbClr val="C4683A"/>
                </a:solidFill>
                <a:latin typeface="Georgia"/>
                <a:cs typeface="Georgia"/>
              </a:rPr>
              <a:t>a</a:t>
            </a:r>
            <a:r>
              <a:rPr sz="16500" spc="295" dirty="0">
                <a:solidFill>
                  <a:srgbClr val="1A1A1A"/>
                </a:solidFill>
                <a:latin typeface="Georgia"/>
                <a:cs typeface="Georgia"/>
              </a:rPr>
              <a:t>.</a:t>
            </a:r>
            <a:endParaRPr sz="16500" dirty="0">
              <a:latin typeface="Georgia"/>
              <a:cs typeface="Georg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8276" y="6075197"/>
            <a:ext cx="1832968" cy="3503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4091" y="6075197"/>
            <a:ext cx="1387722" cy="3503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50043" y="6163473"/>
            <a:ext cx="139247" cy="1897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8676" y="6163473"/>
            <a:ext cx="163624" cy="19404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930528" y="6087865"/>
            <a:ext cx="522605" cy="269875"/>
            <a:chOff x="4930528" y="6087865"/>
            <a:chExt cx="522605" cy="26987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0528" y="6167817"/>
              <a:ext cx="90001" cy="18535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43858" y="6163473"/>
              <a:ext cx="162186" cy="1940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29914" y="6167817"/>
              <a:ext cx="157443" cy="18535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424625" y="6087865"/>
              <a:ext cx="28575" cy="265430"/>
            </a:xfrm>
            <a:custGeom>
              <a:avLst/>
              <a:gdLst/>
              <a:ahLst/>
              <a:cxnLst/>
              <a:rect l="l" t="t" r="r" b="b"/>
              <a:pathLst>
                <a:path w="28575" h="265429">
                  <a:moveTo>
                    <a:pt x="19122" y="0"/>
                  </a:moveTo>
                  <a:lnTo>
                    <a:pt x="9165" y="0"/>
                  </a:lnTo>
                  <a:lnTo>
                    <a:pt x="5594" y="1225"/>
                  </a:lnTo>
                  <a:lnTo>
                    <a:pt x="1118" y="6131"/>
                  </a:lnTo>
                  <a:lnTo>
                    <a:pt x="0" y="9208"/>
                  </a:lnTo>
                  <a:lnTo>
                    <a:pt x="0" y="20467"/>
                  </a:lnTo>
                  <a:lnTo>
                    <a:pt x="1118" y="23541"/>
                  </a:lnTo>
                  <a:lnTo>
                    <a:pt x="5594" y="28447"/>
                  </a:lnTo>
                  <a:lnTo>
                    <a:pt x="9165" y="29673"/>
                  </a:lnTo>
                  <a:lnTo>
                    <a:pt x="19122" y="29673"/>
                  </a:lnTo>
                  <a:lnTo>
                    <a:pt x="22731" y="28447"/>
                  </a:lnTo>
                  <a:lnTo>
                    <a:pt x="27059" y="23541"/>
                  </a:lnTo>
                  <a:lnTo>
                    <a:pt x="28141" y="20467"/>
                  </a:lnTo>
                  <a:lnTo>
                    <a:pt x="28141" y="9208"/>
                  </a:lnTo>
                  <a:lnTo>
                    <a:pt x="27059" y="6131"/>
                  </a:lnTo>
                  <a:lnTo>
                    <a:pt x="22731" y="1225"/>
                  </a:lnTo>
                  <a:lnTo>
                    <a:pt x="19122" y="0"/>
                  </a:lnTo>
                  <a:close/>
                </a:path>
                <a:path w="28575" h="265429">
                  <a:moveTo>
                    <a:pt x="24465" y="79951"/>
                  </a:moveTo>
                  <a:lnTo>
                    <a:pt x="3817" y="79951"/>
                  </a:lnTo>
                  <a:lnTo>
                    <a:pt x="3817" y="265309"/>
                  </a:lnTo>
                  <a:lnTo>
                    <a:pt x="24465" y="265309"/>
                  </a:lnTo>
                  <a:lnTo>
                    <a:pt x="24465" y="79951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16253" y="6163473"/>
            <a:ext cx="139249" cy="18970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20151" y="6163473"/>
            <a:ext cx="139249" cy="189701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5921594" y="6075197"/>
            <a:ext cx="139700" cy="282575"/>
          </a:xfrm>
          <a:custGeom>
            <a:avLst/>
            <a:gdLst/>
            <a:ahLst/>
            <a:cxnLst/>
            <a:rect l="l" t="t" r="r" b="b"/>
            <a:pathLst>
              <a:path w="139700" h="282575">
                <a:moveTo>
                  <a:pt x="20631" y="92659"/>
                </a:moveTo>
                <a:lnTo>
                  <a:pt x="0" y="92659"/>
                </a:lnTo>
                <a:lnTo>
                  <a:pt x="0" y="211740"/>
                </a:lnTo>
                <a:lnTo>
                  <a:pt x="9466" y="253918"/>
                </a:lnTo>
                <a:lnTo>
                  <a:pt x="49100" y="281178"/>
                </a:lnTo>
                <a:lnTo>
                  <a:pt x="62979" y="282320"/>
                </a:lnTo>
                <a:lnTo>
                  <a:pt x="74222" y="281676"/>
                </a:lnTo>
                <a:lnTo>
                  <a:pt x="107834" y="263861"/>
                </a:lnTo>
                <a:lnTo>
                  <a:pt x="68408" y="263861"/>
                </a:lnTo>
                <a:lnTo>
                  <a:pt x="57504" y="262990"/>
                </a:lnTo>
                <a:lnTo>
                  <a:pt x="23707" y="232416"/>
                </a:lnTo>
                <a:lnTo>
                  <a:pt x="20631" y="207759"/>
                </a:lnTo>
                <a:lnTo>
                  <a:pt x="20631" y="92659"/>
                </a:lnTo>
                <a:close/>
              </a:path>
              <a:path w="139700" h="282575">
                <a:moveTo>
                  <a:pt x="139350" y="248659"/>
                </a:moveTo>
                <a:lnTo>
                  <a:pt x="118719" y="248659"/>
                </a:lnTo>
                <a:lnTo>
                  <a:pt x="118719" y="277977"/>
                </a:lnTo>
                <a:lnTo>
                  <a:pt x="139350" y="277977"/>
                </a:lnTo>
                <a:lnTo>
                  <a:pt x="139350" y="248659"/>
                </a:lnTo>
                <a:close/>
              </a:path>
              <a:path w="139700" h="282575">
                <a:moveTo>
                  <a:pt x="139350" y="92659"/>
                </a:moveTo>
                <a:lnTo>
                  <a:pt x="118719" y="92659"/>
                </a:lnTo>
                <a:lnTo>
                  <a:pt x="118719" y="232009"/>
                </a:lnTo>
                <a:lnTo>
                  <a:pt x="116306" y="239731"/>
                </a:lnTo>
                <a:lnTo>
                  <a:pt x="106654" y="251796"/>
                </a:lnTo>
                <a:lnTo>
                  <a:pt x="100440" y="256320"/>
                </a:lnTo>
                <a:lnTo>
                  <a:pt x="85238" y="262352"/>
                </a:lnTo>
                <a:lnTo>
                  <a:pt x="77095" y="263861"/>
                </a:lnTo>
                <a:lnTo>
                  <a:pt x="107834" y="263861"/>
                </a:lnTo>
                <a:lnTo>
                  <a:pt x="110304" y="261010"/>
                </a:lnTo>
                <a:lnTo>
                  <a:pt x="114263" y="255004"/>
                </a:lnTo>
                <a:lnTo>
                  <a:pt x="117271" y="248659"/>
                </a:lnTo>
                <a:lnTo>
                  <a:pt x="139350" y="248659"/>
                </a:lnTo>
                <a:lnTo>
                  <a:pt x="139350" y="92659"/>
                </a:lnTo>
                <a:close/>
              </a:path>
              <a:path w="139700" h="282575">
                <a:moveTo>
                  <a:pt x="89401" y="0"/>
                </a:moveTo>
                <a:lnTo>
                  <a:pt x="55016" y="59359"/>
                </a:lnTo>
                <a:lnTo>
                  <a:pt x="68408" y="65874"/>
                </a:lnTo>
                <a:lnTo>
                  <a:pt x="108223" y="9410"/>
                </a:lnTo>
                <a:lnTo>
                  <a:pt x="89401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96332" y="6087865"/>
            <a:ext cx="1688419" cy="34204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33434" y="6075197"/>
            <a:ext cx="1406987" cy="35036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542448" y="6167817"/>
            <a:ext cx="157441" cy="185357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9828590" y="6100533"/>
            <a:ext cx="466725" cy="325120"/>
            <a:chOff x="9828590" y="6100533"/>
            <a:chExt cx="466725" cy="325120"/>
          </a:xfrm>
        </p:grpSpPr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28590" y="6100533"/>
              <a:ext cx="166836" cy="25264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021969" y="6167817"/>
              <a:ext cx="160020" cy="257810"/>
            </a:xfrm>
            <a:custGeom>
              <a:avLst/>
              <a:gdLst/>
              <a:ahLst/>
              <a:cxnLst/>
              <a:rect l="l" t="t" r="r" b="b"/>
              <a:pathLst>
                <a:path w="160020" h="257810">
                  <a:moveTo>
                    <a:pt x="159433" y="0"/>
                  </a:moveTo>
                  <a:lnTo>
                    <a:pt x="139011" y="0"/>
                  </a:lnTo>
                  <a:lnTo>
                    <a:pt x="95176" y="121552"/>
                  </a:lnTo>
                  <a:lnTo>
                    <a:pt x="80110" y="164070"/>
                  </a:lnTo>
                  <a:lnTo>
                    <a:pt x="78582" y="164070"/>
                  </a:lnTo>
                  <a:lnTo>
                    <a:pt x="64404" y="121552"/>
                  </a:lnTo>
                  <a:lnTo>
                    <a:pt x="20789" y="0"/>
                  </a:lnTo>
                  <a:lnTo>
                    <a:pt x="0" y="0"/>
                  </a:lnTo>
                  <a:lnTo>
                    <a:pt x="69574" y="190764"/>
                  </a:lnTo>
                  <a:lnTo>
                    <a:pt x="51657" y="239593"/>
                  </a:lnTo>
                  <a:lnTo>
                    <a:pt x="20648" y="239593"/>
                  </a:lnTo>
                  <a:lnTo>
                    <a:pt x="20648" y="257747"/>
                  </a:lnTo>
                  <a:lnTo>
                    <a:pt x="47898" y="257747"/>
                  </a:lnTo>
                  <a:lnTo>
                    <a:pt x="52978" y="257138"/>
                  </a:lnTo>
                  <a:lnTo>
                    <a:pt x="60590" y="254698"/>
                  </a:lnTo>
                  <a:lnTo>
                    <a:pt x="63699" y="252587"/>
                  </a:lnTo>
                  <a:lnTo>
                    <a:pt x="68525" y="246585"/>
                  </a:lnTo>
                  <a:lnTo>
                    <a:pt x="70634" y="242517"/>
                  </a:lnTo>
                  <a:lnTo>
                    <a:pt x="159433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200026" y="6115916"/>
              <a:ext cx="94847" cy="237258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10344239" y="6085332"/>
            <a:ext cx="139700" cy="267970"/>
          </a:xfrm>
          <a:custGeom>
            <a:avLst/>
            <a:gdLst/>
            <a:ahLst/>
            <a:cxnLst/>
            <a:rect l="l" t="t" r="r" b="b"/>
            <a:pathLst>
              <a:path w="139700" h="267970">
                <a:moveTo>
                  <a:pt x="20647" y="0"/>
                </a:moveTo>
                <a:lnTo>
                  <a:pt x="0" y="0"/>
                </a:lnTo>
                <a:lnTo>
                  <a:pt x="0" y="267842"/>
                </a:lnTo>
                <a:lnTo>
                  <a:pt x="20647" y="267842"/>
                </a:lnTo>
                <a:lnTo>
                  <a:pt x="20647" y="128518"/>
                </a:lnTo>
                <a:lnTo>
                  <a:pt x="23031" y="120873"/>
                </a:lnTo>
                <a:lnTo>
                  <a:pt x="32562" y="108658"/>
                </a:lnTo>
                <a:lnTo>
                  <a:pt x="38773" y="104126"/>
                </a:lnTo>
                <a:lnTo>
                  <a:pt x="54084" y="98214"/>
                </a:lnTo>
                <a:lnTo>
                  <a:pt x="62242" y="96735"/>
                </a:lnTo>
                <a:lnTo>
                  <a:pt x="70902" y="96735"/>
                </a:lnTo>
                <a:lnTo>
                  <a:pt x="111722" y="118332"/>
                </a:lnTo>
                <a:lnTo>
                  <a:pt x="118600" y="152538"/>
                </a:lnTo>
                <a:lnTo>
                  <a:pt x="118600" y="267842"/>
                </a:lnTo>
                <a:lnTo>
                  <a:pt x="139249" y="267842"/>
                </a:lnTo>
                <a:lnTo>
                  <a:pt x="139249" y="148879"/>
                </a:lnTo>
                <a:lnTo>
                  <a:pt x="138214" y="132792"/>
                </a:lnTo>
                <a:lnTo>
                  <a:pt x="122698" y="96431"/>
                </a:lnTo>
                <a:lnTo>
                  <a:pt x="76489" y="78141"/>
                </a:lnTo>
                <a:lnTo>
                  <a:pt x="65877" y="78738"/>
                </a:lnTo>
                <a:lnTo>
                  <a:pt x="29827" y="98486"/>
                </a:lnTo>
                <a:lnTo>
                  <a:pt x="21954" y="111762"/>
                </a:lnTo>
                <a:lnTo>
                  <a:pt x="20647" y="111762"/>
                </a:lnTo>
                <a:lnTo>
                  <a:pt x="20647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33398" y="6163473"/>
            <a:ext cx="162187" cy="19404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748012" y="6163473"/>
            <a:ext cx="139249" cy="18970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937171" y="6163473"/>
            <a:ext cx="158771" cy="194044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1219047" y="6085332"/>
            <a:ext cx="355600" cy="272415"/>
            <a:chOff x="11219047" y="6085332"/>
            <a:chExt cx="355600" cy="272415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19047" y="6163473"/>
              <a:ext cx="162187" cy="19404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1419584" y="6085332"/>
              <a:ext cx="154940" cy="272415"/>
            </a:xfrm>
            <a:custGeom>
              <a:avLst/>
              <a:gdLst/>
              <a:ahLst/>
              <a:cxnLst/>
              <a:rect l="l" t="t" r="r" b="b"/>
              <a:pathLst>
                <a:path w="154940" h="272414">
                  <a:moveTo>
                    <a:pt x="76292" y="78141"/>
                  </a:moveTo>
                  <a:lnTo>
                    <a:pt x="35652" y="89593"/>
                  </a:lnTo>
                  <a:lnTo>
                    <a:pt x="9325" y="122542"/>
                  </a:lnTo>
                  <a:lnTo>
                    <a:pt x="9230" y="122731"/>
                  </a:lnTo>
                  <a:lnTo>
                    <a:pt x="5192" y="134141"/>
                  </a:lnTo>
                  <a:lnTo>
                    <a:pt x="2307" y="146683"/>
                  </a:lnTo>
                  <a:lnTo>
                    <a:pt x="576" y="160358"/>
                  </a:lnTo>
                  <a:lnTo>
                    <a:pt x="0" y="175166"/>
                  </a:lnTo>
                  <a:lnTo>
                    <a:pt x="513" y="188269"/>
                  </a:lnTo>
                  <a:lnTo>
                    <a:pt x="576" y="189882"/>
                  </a:lnTo>
                  <a:lnTo>
                    <a:pt x="9177" y="227336"/>
                  </a:lnTo>
                  <a:lnTo>
                    <a:pt x="35652" y="260733"/>
                  </a:lnTo>
                  <a:lnTo>
                    <a:pt x="76292" y="272186"/>
                  </a:lnTo>
                  <a:lnTo>
                    <a:pt x="86423" y="271603"/>
                  </a:lnTo>
                  <a:lnTo>
                    <a:pt x="122250" y="253591"/>
                  </a:lnTo>
                  <a:lnTo>
                    <a:pt x="81155" y="253591"/>
                  </a:lnTo>
                  <a:lnTo>
                    <a:pt x="68089" y="252479"/>
                  </a:lnTo>
                  <a:lnTo>
                    <a:pt x="31049" y="226174"/>
                  </a:lnTo>
                  <a:lnTo>
                    <a:pt x="22365" y="189882"/>
                  </a:lnTo>
                  <a:lnTo>
                    <a:pt x="22371" y="160358"/>
                  </a:lnTo>
                  <a:lnTo>
                    <a:pt x="37889" y="114514"/>
                  </a:lnTo>
                  <a:lnTo>
                    <a:pt x="81155" y="96735"/>
                  </a:lnTo>
                  <a:lnTo>
                    <a:pt x="122807" y="96735"/>
                  </a:lnTo>
                  <a:lnTo>
                    <a:pt x="118460" y="92348"/>
                  </a:lnTo>
                  <a:lnTo>
                    <a:pt x="111775" y="87351"/>
                  </a:lnTo>
                  <a:lnTo>
                    <a:pt x="104185" y="83322"/>
                  </a:lnTo>
                  <a:lnTo>
                    <a:pt x="95741" y="80444"/>
                  </a:lnTo>
                  <a:lnTo>
                    <a:pt x="86444" y="78717"/>
                  </a:lnTo>
                  <a:lnTo>
                    <a:pt x="76292" y="78141"/>
                  </a:lnTo>
                  <a:close/>
                </a:path>
                <a:path w="154940" h="272414">
                  <a:moveTo>
                    <a:pt x="154727" y="238281"/>
                  </a:moveTo>
                  <a:lnTo>
                    <a:pt x="134085" y="238281"/>
                  </a:lnTo>
                  <a:lnTo>
                    <a:pt x="134085" y="267842"/>
                  </a:lnTo>
                  <a:lnTo>
                    <a:pt x="154727" y="267842"/>
                  </a:lnTo>
                  <a:lnTo>
                    <a:pt x="154727" y="238281"/>
                  </a:lnTo>
                  <a:close/>
                </a:path>
                <a:path w="154940" h="272414">
                  <a:moveTo>
                    <a:pt x="122807" y="96735"/>
                  </a:moveTo>
                  <a:lnTo>
                    <a:pt x="81155" y="96735"/>
                  </a:lnTo>
                  <a:lnTo>
                    <a:pt x="88194" y="97065"/>
                  </a:lnTo>
                  <a:lnTo>
                    <a:pt x="95458" y="98130"/>
                  </a:lnTo>
                  <a:lnTo>
                    <a:pt x="95235" y="98130"/>
                  </a:lnTo>
                  <a:lnTo>
                    <a:pt x="101376" y="99699"/>
                  </a:lnTo>
                  <a:lnTo>
                    <a:pt x="107519" y="102005"/>
                  </a:lnTo>
                  <a:lnTo>
                    <a:pt x="115510" y="105516"/>
                  </a:lnTo>
                  <a:lnTo>
                    <a:pt x="121935" y="110326"/>
                  </a:lnTo>
                  <a:lnTo>
                    <a:pt x="131655" y="122542"/>
                  </a:lnTo>
                  <a:lnTo>
                    <a:pt x="134085" y="129659"/>
                  </a:lnTo>
                  <a:lnTo>
                    <a:pt x="134085" y="219839"/>
                  </a:lnTo>
                  <a:lnTo>
                    <a:pt x="107519" y="248433"/>
                  </a:lnTo>
                  <a:lnTo>
                    <a:pt x="81155" y="253591"/>
                  </a:lnTo>
                  <a:lnTo>
                    <a:pt x="122250" y="253591"/>
                  </a:lnTo>
                  <a:lnTo>
                    <a:pt x="123774" y="252059"/>
                  </a:lnTo>
                  <a:lnTo>
                    <a:pt x="128693" y="245542"/>
                  </a:lnTo>
                  <a:lnTo>
                    <a:pt x="132779" y="238281"/>
                  </a:lnTo>
                  <a:lnTo>
                    <a:pt x="154727" y="238281"/>
                  </a:lnTo>
                  <a:lnTo>
                    <a:pt x="154727" y="112045"/>
                  </a:lnTo>
                  <a:lnTo>
                    <a:pt x="132779" y="112045"/>
                  </a:lnTo>
                  <a:lnTo>
                    <a:pt x="128962" y="104695"/>
                  </a:lnTo>
                  <a:lnTo>
                    <a:pt x="124189" y="98130"/>
                  </a:lnTo>
                  <a:lnTo>
                    <a:pt x="122807" y="96735"/>
                  </a:lnTo>
                  <a:close/>
                </a:path>
                <a:path w="154940" h="272414">
                  <a:moveTo>
                    <a:pt x="154727" y="0"/>
                  </a:moveTo>
                  <a:lnTo>
                    <a:pt x="134085" y="0"/>
                  </a:lnTo>
                  <a:lnTo>
                    <a:pt x="134085" y="112045"/>
                  </a:lnTo>
                  <a:lnTo>
                    <a:pt x="154727" y="112045"/>
                  </a:lnTo>
                  <a:lnTo>
                    <a:pt x="154727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26899" y="6163473"/>
            <a:ext cx="139249" cy="18970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928284" y="6167817"/>
            <a:ext cx="139244" cy="189701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12134685" y="6085331"/>
            <a:ext cx="226060" cy="340360"/>
          </a:xfrm>
          <a:custGeom>
            <a:avLst/>
            <a:gdLst/>
            <a:ahLst/>
            <a:cxnLst/>
            <a:rect l="l" t="t" r="r" b="b"/>
            <a:pathLst>
              <a:path w="226059" h="340360">
                <a:moveTo>
                  <a:pt x="49428" y="249694"/>
                </a:moveTo>
                <a:lnTo>
                  <a:pt x="20650" y="249694"/>
                </a:lnTo>
                <a:lnTo>
                  <a:pt x="20650" y="0"/>
                </a:lnTo>
                <a:lnTo>
                  <a:pt x="0" y="0"/>
                </a:lnTo>
                <a:lnTo>
                  <a:pt x="0" y="252133"/>
                </a:lnTo>
                <a:lnTo>
                  <a:pt x="1955" y="257543"/>
                </a:lnTo>
                <a:lnTo>
                  <a:pt x="9753" y="265785"/>
                </a:lnTo>
                <a:lnTo>
                  <a:pt x="15430" y="267843"/>
                </a:lnTo>
                <a:lnTo>
                  <a:pt x="49428" y="267843"/>
                </a:lnTo>
                <a:lnTo>
                  <a:pt x="49428" y="249694"/>
                </a:lnTo>
                <a:close/>
              </a:path>
              <a:path w="226059" h="340360">
                <a:moveTo>
                  <a:pt x="225704" y="82486"/>
                </a:moveTo>
                <a:lnTo>
                  <a:pt x="205282" y="82486"/>
                </a:lnTo>
                <a:lnTo>
                  <a:pt x="161455" y="204038"/>
                </a:lnTo>
                <a:lnTo>
                  <a:pt x="146392" y="246557"/>
                </a:lnTo>
                <a:lnTo>
                  <a:pt x="144856" y="246557"/>
                </a:lnTo>
                <a:lnTo>
                  <a:pt x="130683" y="204038"/>
                </a:lnTo>
                <a:lnTo>
                  <a:pt x="87071" y="82486"/>
                </a:lnTo>
                <a:lnTo>
                  <a:pt x="66281" y="82486"/>
                </a:lnTo>
                <a:lnTo>
                  <a:pt x="135851" y="273253"/>
                </a:lnTo>
                <a:lnTo>
                  <a:pt x="117932" y="322084"/>
                </a:lnTo>
                <a:lnTo>
                  <a:pt x="86918" y="322084"/>
                </a:lnTo>
                <a:lnTo>
                  <a:pt x="86918" y="340233"/>
                </a:lnTo>
                <a:lnTo>
                  <a:pt x="114173" y="340233"/>
                </a:lnTo>
                <a:lnTo>
                  <a:pt x="119253" y="339623"/>
                </a:lnTo>
                <a:lnTo>
                  <a:pt x="126873" y="337185"/>
                </a:lnTo>
                <a:lnTo>
                  <a:pt x="129971" y="335076"/>
                </a:lnTo>
                <a:lnTo>
                  <a:pt x="134797" y="329082"/>
                </a:lnTo>
                <a:lnTo>
                  <a:pt x="136906" y="325005"/>
                </a:lnTo>
                <a:lnTo>
                  <a:pt x="225704" y="82486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963601" y="6668299"/>
            <a:ext cx="332740" cy="194310"/>
            <a:chOff x="963601" y="6668299"/>
            <a:chExt cx="332740" cy="194310"/>
          </a:xfrm>
        </p:grpSpPr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63601" y="6672642"/>
              <a:ext cx="139967" cy="18535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32142" y="6668299"/>
              <a:ext cx="163624" cy="194044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1393450" y="6592690"/>
            <a:ext cx="55244" cy="337820"/>
          </a:xfrm>
          <a:custGeom>
            <a:avLst/>
            <a:gdLst/>
            <a:ahLst/>
            <a:cxnLst/>
            <a:rect l="l" t="t" r="r" b="b"/>
            <a:pathLst>
              <a:path w="55244" h="337820">
                <a:moveTo>
                  <a:pt x="51192" y="79951"/>
                </a:moveTo>
                <a:lnTo>
                  <a:pt x="30544" y="79951"/>
                </a:lnTo>
                <a:lnTo>
                  <a:pt x="30544" y="319544"/>
                </a:lnTo>
                <a:lnTo>
                  <a:pt x="0" y="319544"/>
                </a:lnTo>
                <a:lnTo>
                  <a:pt x="0" y="337699"/>
                </a:lnTo>
                <a:lnTo>
                  <a:pt x="32301" y="337699"/>
                </a:lnTo>
                <a:lnTo>
                  <a:pt x="39598" y="334901"/>
                </a:lnTo>
                <a:lnTo>
                  <a:pt x="48874" y="323711"/>
                </a:lnTo>
                <a:lnTo>
                  <a:pt x="51192" y="316302"/>
                </a:lnTo>
                <a:lnTo>
                  <a:pt x="51192" y="79951"/>
                </a:lnTo>
                <a:close/>
              </a:path>
              <a:path w="55244" h="337820">
                <a:moveTo>
                  <a:pt x="45850" y="0"/>
                </a:moveTo>
                <a:lnTo>
                  <a:pt x="35892" y="0"/>
                </a:lnTo>
                <a:lnTo>
                  <a:pt x="32321" y="1225"/>
                </a:lnTo>
                <a:lnTo>
                  <a:pt x="27846" y="6131"/>
                </a:lnTo>
                <a:lnTo>
                  <a:pt x="26727" y="9208"/>
                </a:lnTo>
                <a:lnTo>
                  <a:pt x="26727" y="20467"/>
                </a:lnTo>
                <a:lnTo>
                  <a:pt x="27846" y="23541"/>
                </a:lnTo>
                <a:lnTo>
                  <a:pt x="32321" y="28447"/>
                </a:lnTo>
                <a:lnTo>
                  <a:pt x="35892" y="29673"/>
                </a:lnTo>
                <a:lnTo>
                  <a:pt x="45850" y="29673"/>
                </a:lnTo>
                <a:lnTo>
                  <a:pt x="49458" y="28447"/>
                </a:lnTo>
                <a:lnTo>
                  <a:pt x="53787" y="23541"/>
                </a:lnTo>
                <a:lnTo>
                  <a:pt x="54869" y="20467"/>
                </a:lnTo>
                <a:lnTo>
                  <a:pt x="54869" y="9208"/>
                </a:lnTo>
                <a:lnTo>
                  <a:pt x="53787" y="6131"/>
                </a:lnTo>
                <a:lnTo>
                  <a:pt x="49458" y="1225"/>
                </a:lnTo>
                <a:lnTo>
                  <a:pt x="45850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1497068" y="6590156"/>
            <a:ext cx="352425" cy="272415"/>
            <a:chOff x="1497068" y="6590156"/>
            <a:chExt cx="352425" cy="272415"/>
          </a:xfrm>
        </p:grpSpPr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97068" y="6668298"/>
              <a:ext cx="158771" cy="19404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694186" y="6590156"/>
              <a:ext cx="154940" cy="272415"/>
            </a:xfrm>
            <a:custGeom>
              <a:avLst/>
              <a:gdLst/>
              <a:ahLst/>
              <a:cxnLst/>
              <a:rect l="l" t="t" r="r" b="b"/>
              <a:pathLst>
                <a:path w="154939" h="272415">
                  <a:moveTo>
                    <a:pt x="76292" y="78141"/>
                  </a:moveTo>
                  <a:lnTo>
                    <a:pt x="35652" y="89593"/>
                  </a:lnTo>
                  <a:lnTo>
                    <a:pt x="9325" y="122542"/>
                  </a:lnTo>
                  <a:lnTo>
                    <a:pt x="576" y="160358"/>
                  </a:lnTo>
                  <a:lnTo>
                    <a:pt x="0" y="175166"/>
                  </a:lnTo>
                  <a:lnTo>
                    <a:pt x="513" y="188269"/>
                  </a:lnTo>
                  <a:lnTo>
                    <a:pt x="9177" y="227336"/>
                  </a:lnTo>
                  <a:lnTo>
                    <a:pt x="35652" y="260733"/>
                  </a:lnTo>
                  <a:lnTo>
                    <a:pt x="76292" y="272186"/>
                  </a:lnTo>
                  <a:lnTo>
                    <a:pt x="86423" y="271603"/>
                  </a:lnTo>
                  <a:lnTo>
                    <a:pt x="122250" y="253591"/>
                  </a:lnTo>
                  <a:lnTo>
                    <a:pt x="81156" y="253591"/>
                  </a:lnTo>
                  <a:lnTo>
                    <a:pt x="68089" y="252479"/>
                  </a:lnTo>
                  <a:lnTo>
                    <a:pt x="31049" y="226174"/>
                  </a:lnTo>
                  <a:lnTo>
                    <a:pt x="22365" y="189882"/>
                  </a:lnTo>
                  <a:lnTo>
                    <a:pt x="22371" y="160358"/>
                  </a:lnTo>
                  <a:lnTo>
                    <a:pt x="37889" y="114514"/>
                  </a:lnTo>
                  <a:lnTo>
                    <a:pt x="81156" y="96735"/>
                  </a:lnTo>
                  <a:lnTo>
                    <a:pt x="122807" y="96735"/>
                  </a:lnTo>
                  <a:lnTo>
                    <a:pt x="118460" y="92348"/>
                  </a:lnTo>
                  <a:lnTo>
                    <a:pt x="111775" y="87351"/>
                  </a:lnTo>
                  <a:lnTo>
                    <a:pt x="104185" y="83322"/>
                  </a:lnTo>
                  <a:lnTo>
                    <a:pt x="95741" y="80444"/>
                  </a:lnTo>
                  <a:lnTo>
                    <a:pt x="86444" y="78717"/>
                  </a:lnTo>
                  <a:lnTo>
                    <a:pt x="76292" y="78141"/>
                  </a:lnTo>
                  <a:close/>
                </a:path>
                <a:path w="154939" h="272415">
                  <a:moveTo>
                    <a:pt x="154727" y="238281"/>
                  </a:moveTo>
                  <a:lnTo>
                    <a:pt x="134085" y="238281"/>
                  </a:lnTo>
                  <a:lnTo>
                    <a:pt x="134085" y="267842"/>
                  </a:lnTo>
                  <a:lnTo>
                    <a:pt x="154727" y="267842"/>
                  </a:lnTo>
                  <a:lnTo>
                    <a:pt x="154727" y="238281"/>
                  </a:lnTo>
                  <a:close/>
                </a:path>
                <a:path w="154939" h="272415">
                  <a:moveTo>
                    <a:pt x="122807" y="96735"/>
                  </a:moveTo>
                  <a:lnTo>
                    <a:pt x="81156" y="96735"/>
                  </a:lnTo>
                  <a:lnTo>
                    <a:pt x="88195" y="97065"/>
                  </a:lnTo>
                  <a:lnTo>
                    <a:pt x="95459" y="98130"/>
                  </a:lnTo>
                  <a:lnTo>
                    <a:pt x="95235" y="98130"/>
                  </a:lnTo>
                  <a:lnTo>
                    <a:pt x="101376" y="99699"/>
                  </a:lnTo>
                  <a:lnTo>
                    <a:pt x="107519" y="102005"/>
                  </a:lnTo>
                  <a:lnTo>
                    <a:pt x="115510" y="105516"/>
                  </a:lnTo>
                  <a:lnTo>
                    <a:pt x="121936" y="110326"/>
                  </a:lnTo>
                  <a:lnTo>
                    <a:pt x="131655" y="122542"/>
                  </a:lnTo>
                  <a:lnTo>
                    <a:pt x="134085" y="129659"/>
                  </a:lnTo>
                  <a:lnTo>
                    <a:pt x="134085" y="219839"/>
                  </a:lnTo>
                  <a:lnTo>
                    <a:pt x="107519" y="248433"/>
                  </a:lnTo>
                  <a:lnTo>
                    <a:pt x="81156" y="253591"/>
                  </a:lnTo>
                  <a:lnTo>
                    <a:pt x="122250" y="253591"/>
                  </a:lnTo>
                  <a:lnTo>
                    <a:pt x="123774" y="252059"/>
                  </a:lnTo>
                  <a:lnTo>
                    <a:pt x="128693" y="245542"/>
                  </a:lnTo>
                  <a:lnTo>
                    <a:pt x="132779" y="238281"/>
                  </a:lnTo>
                  <a:lnTo>
                    <a:pt x="154727" y="238281"/>
                  </a:lnTo>
                  <a:lnTo>
                    <a:pt x="154727" y="112045"/>
                  </a:lnTo>
                  <a:lnTo>
                    <a:pt x="132779" y="112045"/>
                  </a:lnTo>
                  <a:lnTo>
                    <a:pt x="128962" y="104695"/>
                  </a:lnTo>
                  <a:lnTo>
                    <a:pt x="124189" y="98130"/>
                  </a:lnTo>
                  <a:lnTo>
                    <a:pt x="122807" y="96735"/>
                  </a:lnTo>
                  <a:close/>
                </a:path>
                <a:path w="154939" h="272415">
                  <a:moveTo>
                    <a:pt x="154727" y="0"/>
                  </a:moveTo>
                  <a:lnTo>
                    <a:pt x="134085" y="0"/>
                  </a:lnTo>
                  <a:lnTo>
                    <a:pt x="134085" y="112045"/>
                  </a:lnTo>
                  <a:lnTo>
                    <a:pt x="154727" y="112045"/>
                  </a:lnTo>
                  <a:lnTo>
                    <a:pt x="154727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2" name="object 4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901342" y="6668299"/>
            <a:ext cx="158771" cy="19404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12538" y="6668299"/>
            <a:ext cx="139249" cy="189701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2383113" y="6581832"/>
            <a:ext cx="137795" cy="280670"/>
          </a:xfrm>
          <a:custGeom>
            <a:avLst/>
            <a:gdLst/>
            <a:ahLst/>
            <a:cxnLst/>
            <a:rect l="l" t="t" r="r" b="b"/>
            <a:pathLst>
              <a:path w="137794" h="280670">
                <a:moveTo>
                  <a:pt x="15201" y="233095"/>
                </a:moveTo>
                <a:lnTo>
                  <a:pt x="0" y="245040"/>
                </a:lnTo>
                <a:lnTo>
                  <a:pt x="6616" y="253059"/>
                </a:lnTo>
                <a:lnTo>
                  <a:pt x="13799" y="260106"/>
                </a:lnTo>
                <a:lnTo>
                  <a:pt x="48817" y="278203"/>
                </a:lnTo>
                <a:lnTo>
                  <a:pt x="71304" y="280511"/>
                </a:lnTo>
                <a:lnTo>
                  <a:pt x="81246" y="280104"/>
                </a:lnTo>
                <a:lnTo>
                  <a:pt x="119578" y="266033"/>
                </a:lnTo>
                <a:lnTo>
                  <a:pt x="122945" y="262775"/>
                </a:lnTo>
                <a:lnTo>
                  <a:pt x="72751" y="262775"/>
                </a:lnTo>
                <a:lnTo>
                  <a:pt x="63816" y="262311"/>
                </a:lnTo>
                <a:lnTo>
                  <a:pt x="27327" y="246080"/>
                </a:lnTo>
                <a:lnTo>
                  <a:pt x="21128" y="240051"/>
                </a:lnTo>
                <a:lnTo>
                  <a:pt x="15201" y="233095"/>
                </a:lnTo>
                <a:close/>
              </a:path>
              <a:path w="137794" h="280670">
                <a:moveTo>
                  <a:pt x="70218" y="86506"/>
                </a:moveTo>
                <a:lnTo>
                  <a:pt x="55738" y="87410"/>
                </a:lnTo>
                <a:lnTo>
                  <a:pt x="56871" y="87410"/>
                </a:lnTo>
                <a:lnTo>
                  <a:pt x="45605" y="89718"/>
                </a:lnTo>
                <a:lnTo>
                  <a:pt x="11763" y="115506"/>
                </a:lnTo>
                <a:lnTo>
                  <a:pt x="7339" y="137179"/>
                </a:lnTo>
                <a:lnTo>
                  <a:pt x="7238" y="138264"/>
                </a:lnTo>
                <a:lnTo>
                  <a:pt x="7599" y="144768"/>
                </a:lnTo>
                <a:lnTo>
                  <a:pt x="7680" y="146216"/>
                </a:lnTo>
                <a:lnTo>
                  <a:pt x="9003" y="153421"/>
                </a:lnTo>
                <a:lnTo>
                  <a:pt x="34385" y="182060"/>
                </a:lnTo>
                <a:lnTo>
                  <a:pt x="79267" y="192919"/>
                </a:lnTo>
                <a:lnTo>
                  <a:pt x="88688" y="194729"/>
                </a:lnTo>
                <a:lnTo>
                  <a:pt x="117271" y="218014"/>
                </a:lnTo>
                <a:lnTo>
                  <a:pt x="117271" y="227666"/>
                </a:lnTo>
                <a:lnTo>
                  <a:pt x="91663" y="260467"/>
                </a:lnTo>
                <a:lnTo>
                  <a:pt x="82240" y="262311"/>
                </a:lnTo>
                <a:lnTo>
                  <a:pt x="80845" y="262311"/>
                </a:lnTo>
                <a:lnTo>
                  <a:pt x="72751" y="262775"/>
                </a:lnTo>
                <a:lnTo>
                  <a:pt x="122945" y="262775"/>
                </a:lnTo>
                <a:lnTo>
                  <a:pt x="124816" y="260965"/>
                </a:lnTo>
                <a:lnTo>
                  <a:pt x="137179" y="225494"/>
                </a:lnTo>
                <a:lnTo>
                  <a:pt x="136330" y="214896"/>
                </a:lnTo>
                <a:lnTo>
                  <a:pt x="106367" y="180115"/>
                </a:lnTo>
                <a:lnTo>
                  <a:pt x="66960" y="171564"/>
                </a:lnTo>
                <a:lnTo>
                  <a:pt x="57629" y="169675"/>
                </a:lnTo>
                <a:lnTo>
                  <a:pt x="27768" y="144768"/>
                </a:lnTo>
                <a:lnTo>
                  <a:pt x="27235" y="138264"/>
                </a:lnTo>
                <a:lnTo>
                  <a:pt x="27146" y="137179"/>
                </a:lnTo>
                <a:lnTo>
                  <a:pt x="51441" y="106413"/>
                </a:lnTo>
                <a:lnTo>
                  <a:pt x="69132" y="104241"/>
                </a:lnTo>
                <a:lnTo>
                  <a:pt x="123233" y="104241"/>
                </a:lnTo>
                <a:lnTo>
                  <a:pt x="111902" y="95916"/>
                </a:lnTo>
                <a:lnTo>
                  <a:pt x="77751" y="86732"/>
                </a:lnTo>
                <a:lnTo>
                  <a:pt x="70218" y="86506"/>
                </a:lnTo>
                <a:close/>
              </a:path>
              <a:path w="137794" h="280670">
                <a:moveTo>
                  <a:pt x="123233" y="104241"/>
                </a:moveTo>
                <a:lnTo>
                  <a:pt x="69132" y="104241"/>
                </a:lnTo>
                <a:lnTo>
                  <a:pt x="80289" y="104784"/>
                </a:lnTo>
                <a:lnTo>
                  <a:pt x="78986" y="104784"/>
                </a:lnTo>
                <a:lnTo>
                  <a:pt x="114979" y="121735"/>
                </a:lnTo>
                <a:lnTo>
                  <a:pt x="119805" y="127768"/>
                </a:lnTo>
                <a:lnTo>
                  <a:pt x="133559" y="115100"/>
                </a:lnTo>
                <a:lnTo>
                  <a:pt x="128974" y="109550"/>
                </a:lnTo>
                <a:lnTo>
                  <a:pt x="123917" y="104784"/>
                </a:lnTo>
                <a:lnTo>
                  <a:pt x="123233" y="104241"/>
                </a:lnTo>
                <a:close/>
              </a:path>
              <a:path w="137794" h="280670">
                <a:moveTo>
                  <a:pt x="25336" y="0"/>
                </a:moveTo>
                <a:lnTo>
                  <a:pt x="13754" y="8324"/>
                </a:lnTo>
                <a:lnTo>
                  <a:pt x="56464" y="58635"/>
                </a:lnTo>
                <a:lnTo>
                  <a:pt x="81800" y="58635"/>
                </a:lnTo>
                <a:lnTo>
                  <a:pt x="94398" y="43795"/>
                </a:lnTo>
                <a:lnTo>
                  <a:pt x="69132" y="43795"/>
                </a:lnTo>
                <a:lnTo>
                  <a:pt x="25336" y="0"/>
                </a:lnTo>
                <a:close/>
              </a:path>
              <a:path w="137794" h="280670">
                <a:moveTo>
                  <a:pt x="112928" y="0"/>
                </a:moveTo>
                <a:lnTo>
                  <a:pt x="69132" y="43795"/>
                </a:lnTo>
                <a:lnTo>
                  <a:pt x="94398" y="43795"/>
                </a:lnTo>
                <a:lnTo>
                  <a:pt x="124510" y="8324"/>
                </a:lnTo>
                <a:lnTo>
                  <a:pt x="112928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2574603" y="6590156"/>
            <a:ext cx="328295" cy="272415"/>
            <a:chOff x="2574603" y="6590156"/>
            <a:chExt cx="328295" cy="272415"/>
          </a:xfrm>
        </p:grpSpPr>
        <p:sp>
          <p:nvSpPr>
            <p:cNvPr id="46" name="object 46"/>
            <p:cNvSpPr/>
            <p:nvPr/>
          </p:nvSpPr>
          <p:spPr>
            <a:xfrm>
              <a:off x="2574603" y="6590156"/>
              <a:ext cx="146050" cy="267970"/>
            </a:xfrm>
            <a:custGeom>
              <a:avLst/>
              <a:gdLst/>
              <a:ahLst/>
              <a:cxnLst/>
              <a:rect l="l" t="t" r="r" b="b"/>
              <a:pathLst>
                <a:path w="146050" h="267970">
                  <a:moveTo>
                    <a:pt x="20647" y="0"/>
                  </a:moveTo>
                  <a:lnTo>
                    <a:pt x="0" y="0"/>
                  </a:lnTo>
                  <a:lnTo>
                    <a:pt x="0" y="267842"/>
                  </a:lnTo>
                  <a:lnTo>
                    <a:pt x="20647" y="267842"/>
                  </a:lnTo>
                  <a:lnTo>
                    <a:pt x="20647" y="200400"/>
                  </a:lnTo>
                  <a:lnTo>
                    <a:pt x="50067" y="170676"/>
                  </a:lnTo>
                  <a:lnTo>
                    <a:pt x="120409" y="267842"/>
                  </a:lnTo>
                  <a:lnTo>
                    <a:pt x="145520" y="267842"/>
                  </a:lnTo>
                  <a:lnTo>
                    <a:pt x="65003" y="157730"/>
                  </a:lnTo>
                  <a:lnTo>
                    <a:pt x="137513" y="82485"/>
                  </a:lnTo>
                  <a:lnTo>
                    <a:pt x="112124" y="82485"/>
                  </a:lnTo>
                  <a:lnTo>
                    <a:pt x="50689" y="146352"/>
                  </a:lnTo>
                  <a:lnTo>
                    <a:pt x="21954" y="176936"/>
                  </a:lnTo>
                  <a:lnTo>
                    <a:pt x="20647" y="176936"/>
                  </a:lnTo>
                  <a:lnTo>
                    <a:pt x="20647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0234" y="6668298"/>
              <a:ext cx="162186" cy="194044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2954846" y="6590156"/>
            <a:ext cx="213995" cy="272415"/>
            <a:chOff x="2954846" y="6590156"/>
            <a:chExt cx="213995" cy="272415"/>
          </a:xfrm>
        </p:grpSpPr>
        <p:sp>
          <p:nvSpPr>
            <p:cNvPr id="49" name="object 49"/>
            <p:cNvSpPr/>
            <p:nvPr/>
          </p:nvSpPr>
          <p:spPr>
            <a:xfrm>
              <a:off x="2954846" y="6590156"/>
              <a:ext cx="49530" cy="267970"/>
            </a:xfrm>
            <a:custGeom>
              <a:avLst/>
              <a:gdLst/>
              <a:ahLst/>
              <a:cxnLst/>
              <a:rect l="l" t="t" r="r" b="b"/>
              <a:pathLst>
                <a:path w="49530" h="267970">
                  <a:moveTo>
                    <a:pt x="20648" y="0"/>
                  </a:moveTo>
                  <a:lnTo>
                    <a:pt x="0" y="0"/>
                  </a:lnTo>
                  <a:lnTo>
                    <a:pt x="0" y="252122"/>
                  </a:lnTo>
                  <a:lnTo>
                    <a:pt x="1950" y="257540"/>
                  </a:lnTo>
                  <a:lnTo>
                    <a:pt x="9751" y="265781"/>
                  </a:lnTo>
                  <a:lnTo>
                    <a:pt x="15426" y="267842"/>
                  </a:lnTo>
                  <a:lnTo>
                    <a:pt x="49423" y="267842"/>
                  </a:lnTo>
                  <a:lnTo>
                    <a:pt x="49423" y="249688"/>
                  </a:lnTo>
                  <a:lnTo>
                    <a:pt x="20648" y="249688"/>
                  </a:lnTo>
                  <a:lnTo>
                    <a:pt x="20648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31619" y="6668298"/>
              <a:ext cx="137196" cy="194044"/>
            </a:xfrm>
            <a:prstGeom prst="rect">
              <a:avLst/>
            </a:prstGeom>
          </p:spPr>
        </p:pic>
      </p:grpSp>
      <p:sp>
        <p:nvSpPr>
          <p:cNvPr id="51" name="object 51"/>
          <p:cNvSpPr/>
          <p:nvPr/>
        </p:nvSpPr>
        <p:spPr>
          <a:xfrm>
            <a:off x="3223082" y="6580022"/>
            <a:ext cx="317500" cy="350520"/>
          </a:xfrm>
          <a:custGeom>
            <a:avLst/>
            <a:gdLst/>
            <a:ahLst/>
            <a:cxnLst/>
            <a:rect l="l" t="t" r="r" b="b"/>
            <a:pathLst>
              <a:path w="317500" h="350520">
                <a:moveTo>
                  <a:pt x="145516" y="277977"/>
                </a:moveTo>
                <a:lnTo>
                  <a:pt x="64998" y="167868"/>
                </a:lnTo>
                <a:lnTo>
                  <a:pt x="137515" y="92621"/>
                </a:lnTo>
                <a:lnTo>
                  <a:pt x="112128" y="92621"/>
                </a:lnTo>
                <a:lnTo>
                  <a:pt x="50685" y="156489"/>
                </a:lnTo>
                <a:lnTo>
                  <a:pt x="21958" y="187071"/>
                </a:lnTo>
                <a:lnTo>
                  <a:pt x="20650" y="187071"/>
                </a:lnTo>
                <a:lnTo>
                  <a:pt x="20650" y="10134"/>
                </a:lnTo>
                <a:lnTo>
                  <a:pt x="0" y="10134"/>
                </a:lnTo>
                <a:lnTo>
                  <a:pt x="0" y="277977"/>
                </a:lnTo>
                <a:lnTo>
                  <a:pt x="20650" y="277977"/>
                </a:lnTo>
                <a:lnTo>
                  <a:pt x="20650" y="210540"/>
                </a:lnTo>
                <a:lnTo>
                  <a:pt x="50063" y="180822"/>
                </a:lnTo>
                <a:lnTo>
                  <a:pt x="120408" y="277977"/>
                </a:lnTo>
                <a:lnTo>
                  <a:pt x="145516" y="277977"/>
                </a:lnTo>
                <a:close/>
              </a:path>
              <a:path w="317500" h="350520">
                <a:moveTo>
                  <a:pt x="276504" y="9410"/>
                </a:moveTo>
                <a:lnTo>
                  <a:pt x="257683" y="0"/>
                </a:lnTo>
                <a:lnTo>
                  <a:pt x="223291" y="59359"/>
                </a:lnTo>
                <a:lnTo>
                  <a:pt x="236689" y="65874"/>
                </a:lnTo>
                <a:lnTo>
                  <a:pt x="276504" y="9410"/>
                </a:lnTo>
                <a:close/>
              </a:path>
              <a:path w="317500" h="350520">
                <a:moveTo>
                  <a:pt x="317398" y="92659"/>
                </a:moveTo>
                <a:lnTo>
                  <a:pt x="296773" y="92659"/>
                </a:lnTo>
                <a:lnTo>
                  <a:pt x="237769" y="256628"/>
                </a:lnTo>
                <a:lnTo>
                  <a:pt x="236321" y="256628"/>
                </a:lnTo>
                <a:lnTo>
                  <a:pt x="222211" y="214274"/>
                </a:lnTo>
                <a:lnTo>
                  <a:pt x="178777" y="92659"/>
                </a:lnTo>
                <a:lnTo>
                  <a:pt x="157784" y="92659"/>
                </a:lnTo>
                <a:lnTo>
                  <a:pt x="227279" y="283413"/>
                </a:lnTo>
                <a:lnTo>
                  <a:pt x="209537" y="332270"/>
                </a:lnTo>
                <a:lnTo>
                  <a:pt x="178409" y="332270"/>
                </a:lnTo>
                <a:lnTo>
                  <a:pt x="178409" y="350367"/>
                </a:lnTo>
                <a:lnTo>
                  <a:pt x="205676" y="350367"/>
                </a:lnTo>
                <a:lnTo>
                  <a:pt x="210743" y="349770"/>
                </a:lnTo>
                <a:lnTo>
                  <a:pt x="230174" y="330098"/>
                </a:lnTo>
                <a:lnTo>
                  <a:pt x="257162" y="256628"/>
                </a:lnTo>
                <a:lnTo>
                  <a:pt x="317398" y="92659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" name="object 52"/>
          <p:cNvGrpSpPr/>
          <p:nvPr/>
        </p:nvGrpSpPr>
        <p:grpSpPr>
          <a:xfrm>
            <a:off x="3666626" y="6668299"/>
            <a:ext cx="275590" cy="194310"/>
            <a:chOff x="3666626" y="6668299"/>
            <a:chExt cx="275590" cy="194310"/>
          </a:xfrm>
        </p:grpSpPr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66626" y="6672642"/>
              <a:ext cx="90001" cy="18535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79956" y="6668299"/>
              <a:ext cx="162187" cy="194044"/>
            </a:xfrm>
            <a:prstGeom prst="rect">
              <a:avLst/>
            </a:prstGeom>
          </p:spPr>
        </p:pic>
      </p:grpSp>
      <p:sp>
        <p:nvSpPr>
          <p:cNvPr id="55" name="object 55"/>
          <p:cNvSpPr/>
          <p:nvPr/>
        </p:nvSpPr>
        <p:spPr>
          <a:xfrm>
            <a:off x="3994569" y="6590156"/>
            <a:ext cx="217804" cy="271780"/>
          </a:xfrm>
          <a:custGeom>
            <a:avLst/>
            <a:gdLst/>
            <a:ahLst/>
            <a:cxnLst/>
            <a:rect l="l" t="t" r="r" b="b"/>
            <a:pathLst>
              <a:path w="217804" h="271779">
                <a:moveTo>
                  <a:pt x="145516" y="267843"/>
                </a:moveTo>
                <a:lnTo>
                  <a:pt x="64998" y="157734"/>
                </a:lnTo>
                <a:lnTo>
                  <a:pt x="137502" y="82486"/>
                </a:lnTo>
                <a:lnTo>
                  <a:pt x="112115" y="82486"/>
                </a:lnTo>
                <a:lnTo>
                  <a:pt x="50685" y="146354"/>
                </a:lnTo>
                <a:lnTo>
                  <a:pt x="21945" y="176936"/>
                </a:lnTo>
                <a:lnTo>
                  <a:pt x="20637" y="176936"/>
                </a:lnTo>
                <a:lnTo>
                  <a:pt x="20637" y="0"/>
                </a:lnTo>
                <a:lnTo>
                  <a:pt x="0" y="0"/>
                </a:lnTo>
                <a:lnTo>
                  <a:pt x="0" y="267843"/>
                </a:lnTo>
                <a:lnTo>
                  <a:pt x="20637" y="267843"/>
                </a:lnTo>
                <a:lnTo>
                  <a:pt x="20637" y="200406"/>
                </a:lnTo>
                <a:lnTo>
                  <a:pt x="50063" y="170688"/>
                </a:lnTo>
                <a:lnTo>
                  <a:pt x="120408" y="267843"/>
                </a:lnTo>
                <a:lnTo>
                  <a:pt x="145516" y="267843"/>
                </a:lnTo>
                <a:close/>
              </a:path>
              <a:path w="217804" h="271779">
                <a:moveTo>
                  <a:pt x="217627" y="245897"/>
                </a:moveTo>
                <a:lnTo>
                  <a:pt x="216242" y="241935"/>
                </a:lnTo>
                <a:lnTo>
                  <a:pt x="210743" y="236004"/>
                </a:lnTo>
                <a:lnTo>
                  <a:pt x="206362" y="234518"/>
                </a:lnTo>
                <a:lnTo>
                  <a:pt x="194538" y="234518"/>
                </a:lnTo>
                <a:lnTo>
                  <a:pt x="190207" y="236004"/>
                </a:lnTo>
                <a:lnTo>
                  <a:pt x="184467" y="241935"/>
                </a:lnTo>
                <a:lnTo>
                  <a:pt x="183032" y="245897"/>
                </a:lnTo>
                <a:lnTo>
                  <a:pt x="183032" y="259676"/>
                </a:lnTo>
                <a:lnTo>
                  <a:pt x="184467" y="263601"/>
                </a:lnTo>
                <a:lnTo>
                  <a:pt x="190207" y="269684"/>
                </a:lnTo>
                <a:lnTo>
                  <a:pt x="194538" y="271208"/>
                </a:lnTo>
                <a:lnTo>
                  <a:pt x="200329" y="271208"/>
                </a:lnTo>
                <a:lnTo>
                  <a:pt x="206362" y="271208"/>
                </a:lnTo>
                <a:lnTo>
                  <a:pt x="210743" y="269684"/>
                </a:lnTo>
                <a:lnTo>
                  <a:pt x="216242" y="263601"/>
                </a:lnTo>
                <a:lnTo>
                  <a:pt x="217627" y="259676"/>
                </a:lnTo>
                <a:lnTo>
                  <a:pt x="217627" y="245897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939800" y="9007475"/>
            <a:ext cx="299720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9690" algn="l"/>
                <a:tab pos="1894205" algn="l"/>
              </a:tabLst>
            </a:pP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L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U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K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Á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8A857C"/>
                </a:solidFill>
                <a:latin typeface="Courier New"/>
                <a:cs typeface="Courier New"/>
              </a:rPr>
              <a:t>Š</a:t>
            </a:r>
            <a:r>
              <a:rPr sz="1950" dirty="0">
                <a:solidFill>
                  <a:srgbClr val="8A857C"/>
                </a:solidFill>
                <a:latin typeface="Courier New"/>
                <a:cs typeface="Courier New"/>
              </a:rPr>
              <a:t>	</a:t>
            </a:r>
            <a:r>
              <a:rPr sz="1950" spc="-5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950" dirty="0">
                <a:solidFill>
                  <a:srgbClr val="8A857C"/>
                </a:solidFill>
                <a:latin typeface="Courier New"/>
                <a:cs typeface="Courier New"/>
              </a:rPr>
              <a:t>	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O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L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I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V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E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8A857C"/>
                </a:solidFill>
                <a:latin typeface="Courier New"/>
                <a:cs typeface="Courier New"/>
              </a:rPr>
              <a:t>R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170562" y="9007475"/>
            <a:ext cx="7138034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G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I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T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H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U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B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.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C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O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M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/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B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R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U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N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O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V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S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K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Y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O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L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I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V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E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R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/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P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Y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-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G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E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O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G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E</a:t>
            </a:r>
            <a:r>
              <a:rPr sz="1950" spc="-8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B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R</a:t>
            </a:r>
            <a:r>
              <a:rPr sz="1950" spc="-8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8A857C"/>
                </a:solidFill>
                <a:latin typeface="Courier New"/>
                <a:cs typeface="Courier New"/>
              </a:rPr>
              <a:t>A</a:t>
            </a:r>
            <a:endParaRPr sz="1950">
              <a:latin typeface="Courier New"/>
              <a:cs typeface="Courier New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12192000" y="952500"/>
            <a:ext cx="5143500" cy="5143500"/>
            <a:chOff x="12192000" y="952500"/>
            <a:chExt cx="5143500" cy="5143500"/>
          </a:xfrm>
        </p:grpSpPr>
        <p:pic>
          <p:nvPicPr>
            <p:cNvPr id="59" name="object 5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696063" y="1456563"/>
              <a:ext cx="4135374" cy="4135374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2192000" y="952500"/>
              <a:ext cx="5143500" cy="5143500"/>
            </a:xfrm>
            <a:custGeom>
              <a:avLst/>
              <a:gdLst/>
              <a:ahLst/>
              <a:cxnLst/>
              <a:rect l="l" t="t" r="r" b="b"/>
              <a:pathLst>
                <a:path w="5143500" h="5143500">
                  <a:moveTo>
                    <a:pt x="0" y="2571750"/>
                  </a:moveTo>
                  <a:lnTo>
                    <a:pt x="5143500" y="2571750"/>
                  </a:lnTo>
                </a:path>
                <a:path w="5143500" h="5143500">
                  <a:moveTo>
                    <a:pt x="2571750" y="0"/>
                  </a:moveTo>
                  <a:lnTo>
                    <a:pt x="2571750" y="5143500"/>
                  </a:lnTo>
                </a:path>
              </a:pathLst>
            </a:custGeom>
            <a:ln w="20574">
              <a:solidFill>
                <a:srgbClr val="8A85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101059" y="2495550"/>
              <a:ext cx="205740" cy="20574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0700" y="4347209"/>
              <a:ext cx="205740" cy="205739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3323570" y="2598420"/>
              <a:ext cx="2880360" cy="1851660"/>
            </a:xfrm>
            <a:custGeom>
              <a:avLst/>
              <a:gdLst/>
              <a:ahLst/>
              <a:cxnLst/>
              <a:rect l="l" t="t" r="r" b="b"/>
              <a:pathLst>
                <a:path w="2880359" h="1851660">
                  <a:moveTo>
                    <a:pt x="0" y="1851660"/>
                  </a:moveTo>
                  <a:lnTo>
                    <a:pt x="2880360" y="0"/>
                  </a:lnTo>
                </a:path>
              </a:pathLst>
            </a:custGeom>
            <a:ln w="20574">
              <a:solidFill>
                <a:srgbClr val="C46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3116" y="3877450"/>
            <a:ext cx="13834110" cy="264858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065" marR="5080" algn="ctr">
              <a:lnSpc>
                <a:spcPts val="6450"/>
              </a:lnSpc>
              <a:spcBef>
                <a:spcPts val="1430"/>
              </a:spcBef>
            </a:pPr>
            <a:r>
              <a:rPr sz="6300" spc="165" dirty="0">
                <a:solidFill>
                  <a:srgbClr val="1A1A1A"/>
                </a:solidFill>
              </a:rPr>
              <a:t>Chceli</a:t>
            </a:r>
            <a:r>
              <a:rPr sz="6300" spc="-270" dirty="0">
                <a:solidFill>
                  <a:srgbClr val="1A1A1A"/>
                </a:solidFill>
              </a:rPr>
              <a:t> </a:t>
            </a:r>
            <a:r>
              <a:rPr sz="6300" spc="330" dirty="0">
                <a:solidFill>
                  <a:srgbClr val="1A1A1A"/>
                </a:solidFill>
              </a:rPr>
              <a:t>sme</a:t>
            </a:r>
            <a:r>
              <a:rPr sz="6300" spc="-270" dirty="0">
                <a:solidFill>
                  <a:srgbClr val="1A1A1A"/>
                </a:solidFill>
              </a:rPr>
              <a:t> </a:t>
            </a:r>
            <a:r>
              <a:rPr sz="6300" spc="225" dirty="0">
                <a:solidFill>
                  <a:srgbClr val="1A1A1A"/>
                </a:solidFill>
              </a:rPr>
              <a:t>si</a:t>
            </a:r>
            <a:r>
              <a:rPr sz="6300" spc="-265" dirty="0">
                <a:solidFill>
                  <a:srgbClr val="1A1A1A"/>
                </a:solidFill>
              </a:rPr>
              <a:t> </a:t>
            </a:r>
            <a:r>
              <a:rPr sz="6500" i="1" spc="-50" dirty="0">
                <a:solidFill>
                  <a:srgbClr val="C4683A"/>
                </a:solidFill>
                <a:latin typeface="Georgia"/>
                <a:cs typeface="Georgia"/>
              </a:rPr>
              <a:t>postaviť</a:t>
            </a:r>
            <a:r>
              <a:rPr sz="6500" i="1" spc="-320" dirty="0">
                <a:solidFill>
                  <a:srgbClr val="C4683A"/>
                </a:solidFill>
                <a:latin typeface="Georgia"/>
                <a:cs typeface="Georgia"/>
              </a:rPr>
              <a:t> </a:t>
            </a:r>
            <a:r>
              <a:rPr sz="6500" i="1" spc="-35" dirty="0">
                <a:solidFill>
                  <a:srgbClr val="C4683A"/>
                </a:solidFill>
                <a:latin typeface="Georgia"/>
                <a:cs typeface="Georgia"/>
              </a:rPr>
              <a:t>nástroj</a:t>
            </a:r>
            <a:r>
              <a:rPr sz="6300" spc="-35" dirty="0">
                <a:solidFill>
                  <a:srgbClr val="1A1A1A"/>
                </a:solidFill>
              </a:rPr>
              <a:t>,</a:t>
            </a:r>
            <a:r>
              <a:rPr sz="6300" spc="-270" dirty="0">
                <a:solidFill>
                  <a:srgbClr val="1A1A1A"/>
                </a:solidFill>
              </a:rPr>
              <a:t> </a:t>
            </a:r>
            <a:r>
              <a:rPr sz="6300" spc="185" dirty="0">
                <a:solidFill>
                  <a:srgbClr val="1A1A1A"/>
                </a:solidFill>
              </a:rPr>
              <a:t>ktorý </a:t>
            </a:r>
            <a:r>
              <a:rPr sz="6300" spc="260" dirty="0">
                <a:solidFill>
                  <a:srgbClr val="1A1A1A"/>
                </a:solidFill>
              </a:rPr>
              <a:t>budeme</a:t>
            </a:r>
            <a:r>
              <a:rPr sz="6300" spc="-240" dirty="0">
                <a:solidFill>
                  <a:srgbClr val="1A1A1A"/>
                </a:solidFill>
              </a:rPr>
              <a:t> </a:t>
            </a:r>
            <a:r>
              <a:rPr sz="6300" spc="235" dirty="0">
                <a:solidFill>
                  <a:srgbClr val="1A1A1A"/>
                </a:solidFill>
              </a:rPr>
              <a:t>reálne</a:t>
            </a:r>
            <a:r>
              <a:rPr sz="6300" spc="-235" dirty="0">
                <a:solidFill>
                  <a:srgbClr val="1A1A1A"/>
                </a:solidFill>
              </a:rPr>
              <a:t> </a:t>
            </a:r>
            <a:r>
              <a:rPr sz="6300" spc="160" dirty="0">
                <a:solidFill>
                  <a:srgbClr val="1A1A1A"/>
                </a:solidFill>
              </a:rPr>
              <a:t>používať</a:t>
            </a:r>
            <a:r>
              <a:rPr sz="6300" spc="-240" dirty="0">
                <a:solidFill>
                  <a:srgbClr val="1A1A1A"/>
                </a:solidFill>
              </a:rPr>
              <a:t> </a:t>
            </a:r>
            <a:r>
              <a:rPr sz="6300" spc="260" dirty="0">
                <a:solidFill>
                  <a:srgbClr val="1A1A1A"/>
                </a:solidFill>
              </a:rPr>
              <a:t>na</a:t>
            </a:r>
            <a:r>
              <a:rPr sz="6300" spc="-235" dirty="0">
                <a:solidFill>
                  <a:srgbClr val="1A1A1A"/>
                </a:solidFill>
              </a:rPr>
              <a:t> </a:t>
            </a:r>
            <a:r>
              <a:rPr sz="6300" spc="200" dirty="0">
                <a:solidFill>
                  <a:srgbClr val="1A1A1A"/>
                </a:solidFill>
              </a:rPr>
              <a:t>hodinách </a:t>
            </a:r>
            <a:r>
              <a:rPr sz="6300" spc="195" dirty="0">
                <a:solidFill>
                  <a:srgbClr val="1A1A1A"/>
                </a:solidFill>
              </a:rPr>
              <a:t>matematiky</a:t>
            </a:r>
            <a:r>
              <a:rPr sz="6300" spc="-245" dirty="0">
                <a:solidFill>
                  <a:srgbClr val="1A1A1A"/>
                </a:solidFill>
              </a:rPr>
              <a:t> </a:t>
            </a:r>
            <a:r>
              <a:rPr sz="6300" spc="285" dirty="0">
                <a:solidFill>
                  <a:srgbClr val="1A1A1A"/>
                </a:solidFill>
              </a:rPr>
              <a:t>a</a:t>
            </a:r>
            <a:r>
              <a:rPr sz="6300" spc="-240" dirty="0">
                <a:solidFill>
                  <a:srgbClr val="1A1A1A"/>
                </a:solidFill>
              </a:rPr>
              <a:t> </a:t>
            </a:r>
            <a:r>
              <a:rPr sz="6300" spc="100" dirty="0">
                <a:solidFill>
                  <a:srgbClr val="1A1A1A"/>
                </a:solidFill>
              </a:rPr>
              <a:t>informatiky.</a:t>
            </a:r>
            <a:endParaRPr sz="63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90550"/>
            <a:ext cx="95250" cy="952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49350" y="454025"/>
            <a:ext cx="2065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02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MOTIVÁCIA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9800" y="9636125"/>
            <a:ext cx="2065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02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MOTIVÁCIA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500" y="2266950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2500" y="3638550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2500" y="5010150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2500" y="6381750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500" y="7753350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9800" y="2597150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A857C"/>
                </a:solidFill>
                <a:latin typeface="Courier New"/>
                <a:cs typeface="Courier New"/>
              </a:rPr>
              <a:t>01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49418" y="2621927"/>
            <a:ext cx="607060" cy="230504"/>
            <a:chOff x="2049418" y="2621927"/>
            <a:chExt cx="607060" cy="230504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9418" y="2621927"/>
              <a:ext cx="168078" cy="22604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8909" y="2680868"/>
              <a:ext cx="85820" cy="16710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3837" y="2676982"/>
              <a:ext cx="147351" cy="1748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28068" y="2676982"/>
              <a:ext cx="127920" cy="17487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2701651" y="2604763"/>
            <a:ext cx="319405" cy="286385"/>
            <a:chOff x="2701651" y="2604763"/>
            <a:chExt cx="319405" cy="286385"/>
          </a:xfrm>
        </p:grpSpPr>
        <p:sp>
          <p:nvSpPr>
            <p:cNvPr id="14" name="object 14"/>
            <p:cNvSpPr/>
            <p:nvPr/>
          </p:nvSpPr>
          <p:spPr>
            <a:xfrm>
              <a:off x="2701645" y="2608325"/>
              <a:ext cx="117475" cy="240029"/>
            </a:xfrm>
            <a:custGeom>
              <a:avLst/>
              <a:gdLst/>
              <a:ahLst/>
              <a:cxnLst/>
              <a:rect l="l" t="t" r="r" b="b"/>
              <a:pathLst>
                <a:path w="117475" h="240030">
                  <a:moveTo>
                    <a:pt x="50520" y="216979"/>
                  </a:moveTo>
                  <a:lnTo>
                    <a:pt x="25908" y="216979"/>
                  </a:lnTo>
                  <a:lnTo>
                    <a:pt x="25908" y="0"/>
                  </a:lnTo>
                  <a:lnTo>
                    <a:pt x="0" y="0"/>
                  </a:lnTo>
                  <a:lnTo>
                    <a:pt x="0" y="220548"/>
                  </a:lnTo>
                  <a:lnTo>
                    <a:pt x="2374" y="226974"/>
                  </a:lnTo>
                  <a:lnTo>
                    <a:pt x="11874" y="237121"/>
                  </a:lnTo>
                  <a:lnTo>
                    <a:pt x="18681" y="239649"/>
                  </a:lnTo>
                  <a:lnTo>
                    <a:pt x="50520" y="239649"/>
                  </a:lnTo>
                  <a:lnTo>
                    <a:pt x="50520" y="216979"/>
                  </a:lnTo>
                  <a:close/>
                </a:path>
                <a:path w="117475" h="240030">
                  <a:moveTo>
                    <a:pt x="113995" y="72542"/>
                  </a:moveTo>
                  <a:lnTo>
                    <a:pt x="88087" y="72542"/>
                  </a:lnTo>
                  <a:lnTo>
                    <a:pt x="88087" y="239649"/>
                  </a:lnTo>
                  <a:lnTo>
                    <a:pt x="113995" y="239649"/>
                  </a:lnTo>
                  <a:lnTo>
                    <a:pt x="113995" y="72542"/>
                  </a:lnTo>
                  <a:close/>
                </a:path>
                <a:path w="117475" h="240030">
                  <a:moveTo>
                    <a:pt x="116916" y="10261"/>
                  </a:moveTo>
                  <a:lnTo>
                    <a:pt x="115671" y="6756"/>
                  </a:lnTo>
                  <a:lnTo>
                    <a:pt x="110705" y="1358"/>
                  </a:lnTo>
                  <a:lnTo>
                    <a:pt x="106654" y="0"/>
                  </a:lnTo>
                  <a:lnTo>
                    <a:pt x="95643" y="0"/>
                  </a:lnTo>
                  <a:lnTo>
                    <a:pt x="91655" y="1358"/>
                  </a:lnTo>
                  <a:lnTo>
                    <a:pt x="86474" y="6756"/>
                  </a:lnTo>
                  <a:lnTo>
                    <a:pt x="85178" y="10261"/>
                  </a:lnTo>
                  <a:lnTo>
                    <a:pt x="85178" y="23101"/>
                  </a:lnTo>
                  <a:lnTo>
                    <a:pt x="86474" y="26619"/>
                  </a:lnTo>
                  <a:lnTo>
                    <a:pt x="91655" y="32016"/>
                  </a:lnTo>
                  <a:lnTo>
                    <a:pt x="95643" y="33362"/>
                  </a:lnTo>
                  <a:lnTo>
                    <a:pt x="106654" y="33362"/>
                  </a:lnTo>
                  <a:lnTo>
                    <a:pt x="110705" y="32016"/>
                  </a:lnTo>
                  <a:lnTo>
                    <a:pt x="115671" y="26619"/>
                  </a:lnTo>
                  <a:lnTo>
                    <a:pt x="116916" y="23101"/>
                  </a:lnTo>
                  <a:lnTo>
                    <a:pt x="116916" y="1026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52566" y="2604763"/>
              <a:ext cx="168078" cy="286283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3148888" y="2595695"/>
            <a:ext cx="1245870" cy="317500"/>
            <a:chOff x="3148888" y="2595695"/>
            <a:chExt cx="1245870" cy="31750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48888" y="2676982"/>
              <a:ext cx="144113" cy="23576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6720" y="2680868"/>
              <a:ext cx="85820" cy="16710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1647" y="2676982"/>
              <a:ext cx="147351" cy="17487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5879" y="2676982"/>
              <a:ext cx="127920" cy="1748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787843" y="2595695"/>
              <a:ext cx="130810" cy="256540"/>
            </a:xfrm>
            <a:custGeom>
              <a:avLst/>
              <a:gdLst/>
              <a:ahLst/>
              <a:cxnLst/>
              <a:rect l="l" t="t" r="r" b="b"/>
              <a:pathLst>
                <a:path w="130810" h="256539">
                  <a:moveTo>
                    <a:pt x="25907" y="85172"/>
                  </a:moveTo>
                  <a:lnTo>
                    <a:pt x="0" y="85172"/>
                  </a:lnTo>
                  <a:lnTo>
                    <a:pt x="0" y="192366"/>
                  </a:lnTo>
                  <a:lnTo>
                    <a:pt x="961" y="206727"/>
                  </a:lnTo>
                  <a:lnTo>
                    <a:pt x="3846" y="219367"/>
                  </a:lnTo>
                  <a:lnTo>
                    <a:pt x="8533" y="230014"/>
                  </a:lnTo>
                  <a:lnTo>
                    <a:pt x="8653" y="230287"/>
                  </a:lnTo>
                  <a:lnTo>
                    <a:pt x="44195" y="255122"/>
                  </a:lnTo>
                  <a:lnTo>
                    <a:pt x="56349" y="256165"/>
                  </a:lnTo>
                  <a:lnTo>
                    <a:pt x="66217" y="255568"/>
                  </a:lnTo>
                  <a:lnTo>
                    <a:pt x="99305" y="232848"/>
                  </a:lnTo>
                  <a:lnTo>
                    <a:pt x="64122" y="232848"/>
                  </a:lnTo>
                  <a:lnTo>
                    <a:pt x="55297" y="232139"/>
                  </a:lnTo>
                  <a:lnTo>
                    <a:pt x="26515" y="198317"/>
                  </a:lnTo>
                  <a:lnTo>
                    <a:pt x="25907" y="187833"/>
                  </a:lnTo>
                  <a:lnTo>
                    <a:pt x="25907" y="85172"/>
                  </a:lnTo>
                  <a:close/>
                </a:path>
                <a:path w="130810" h="256539">
                  <a:moveTo>
                    <a:pt x="130511" y="225075"/>
                  </a:moveTo>
                  <a:lnTo>
                    <a:pt x="104603" y="225075"/>
                  </a:lnTo>
                  <a:lnTo>
                    <a:pt x="104603" y="252279"/>
                  </a:lnTo>
                  <a:lnTo>
                    <a:pt x="130511" y="252279"/>
                  </a:lnTo>
                  <a:lnTo>
                    <a:pt x="130511" y="225075"/>
                  </a:lnTo>
                  <a:close/>
                </a:path>
                <a:path w="130810" h="256539">
                  <a:moveTo>
                    <a:pt x="130511" y="85172"/>
                  </a:moveTo>
                  <a:lnTo>
                    <a:pt x="104603" y="85172"/>
                  </a:lnTo>
                  <a:lnTo>
                    <a:pt x="104603" y="208127"/>
                  </a:lnTo>
                  <a:lnTo>
                    <a:pt x="102660" y="214172"/>
                  </a:lnTo>
                  <a:lnTo>
                    <a:pt x="94888" y="223672"/>
                  </a:lnTo>
                  <a:lnTo>
                    <a:pt x="89869" y="227180"/>
                  </a:lnTo>
                  <a:lnTo>
                    <a:pt x="77562" y="231714"/>
                  </a:lnTo>
                  <a:lnTo>
                    <a:pt x="71031" y="232848"/>
                  </a:lnTo>
                  <a:lnTo>
                    <a:pt x="99305" y="232848"/>
                  </a:lnTo>
                  <a:lnTo>
                    <a:pt x="100525" y="230915"/>
                  </a:lnTo>
                  <a:lnTo>
                    <a:pt x="103308" y="225075"/>
                  </a:lnTo>
                  <a:lnTo>
                    <a:pt x="130511" y="225075"/>
                  </a:lnTo>
                  <a:lnTo>
                    <a:pt x="130511" y="85172"/>
                  </a:lnTo>
                  <a:close/>
                </a:path>
                <a:path w="130810" h="256539">
                  <a:moveTo>
                    <a:pt x="78371" y="0"/>
                  </a:moveTo>
                  <a:lnTo>
                    <a:pt x="50844" y="55054"/>
                  </a:lnTo>
                  <a:lnTo>
                    <a:pt x="67684" y="62826"/>
                  </a:lnTo>
                  <a:lnTo>
                    <a:pt x="102012" y="11334"/>
                  </a:lnTo>
                  <a:lnTo>
                    <a:pt x="7837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51711" y="2604763"/>
              <a:ext cx="442702" cy="247097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79587" y="2676982"/>
            <a:ext cx="149294" cy="174879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4729923" y="2608326"/>
            <a:ext cx="323215" cy="243840"/>
            <a:chOff x="4729923" y="2608326"/>
            <a:chExt cx="323215" cy="24384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9923" y="2676982"/>
              <a:ext cx="147351" cy="17487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08688" y="2608326"/>
              <a:ext cx="144113" cy="243535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5104941" y="2604763"/>
            <a:ext cx="796290" cy="247650"/>
            <a:chOff x="5104941" y="2604763"/>
            <a:chExt cx="796290" cy="247650"/>
          </a:xfrm>
        </p:grpSpPr>
        <p:sp>
          <p:nvSpPr>
            <p:cNvPr id="28" name="object 28"/>
            <p:cNvSpPr/>
            <p:nvPr/>
          </p:nvSpPr>
          <p:spPr>
            <a:xfrm>
              <a:off x="5104941" y="2608326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30">
                  <a:moveTo>
                    <a:pt x="21482" y="0"/>
                  </a:moveTo>
                  <a:lnTo>
                    <a:pt x="10471" y="0"/>
                  </a:lnTo>
                  <a:lnTo>
                    <a:pt x="6476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6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29" y="32006"/>
                  </a:lnTo>
                  <a:lnTo>
                    <a:pt x="30495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5" y="6746"/>
                  </a:lnTo>
                  <a:lnTo>
                    <a:pt x="25529" y="1348"/>
                  </a:lnTo>
                  <a:lnTo>
                    <a:pt x="21482" y="0"/>
                  </a:lnTo>
                  <a:close/>
                </a:path>
                <a:path w="31750" h="240030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70683" y="2634557"/>
              <a:ext cx="90030" cy="21341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288877" y="2604769"/>
              <a:ext cx="612140" cy="247650"/>
            </a:xfrm>
            <a:custGeom>
              <a:avLst/>
              <a:gdLst/>
              <a:ahLst/>
              <a:cxnLst/>
              <a:rect l="l" t="t" r="r" b="b"/>
              <a:pathLst>
                <a:path w="612139" h="247650">
                  <a:moveTo>
                    <a:pt x="150914" y="159651"/>
                  </a:moveTo>
                  <a:lnTo>
                    <a:pt x="141363" y="113512"/>
                  </a:lnTo>
                  <a:lnTo>
                    <a:pt x="123012" y="89204"/>
                  </a:lnTo>
                  <a:lnTo>
                    <a:pt x="123012" y="146812"/>
                  </a:lnTo>
                  <a:lnTo>
                    <a:pt x="123012" y="172504"/>
                  </a:lnTo>
                  <a:lnTo>
                    <a:pt x="109791" y="211150"/>
                  </a:lnTo>
                  <a:lnTo>
                    <a:pt x="75463" y="224104"/>
                  </a:lnTo>
                  <a:lnTo>
                    <a:pt x="65557" y="223291"/>
                  </a:lnTo>
                  <a:lnTo>
                    <a:pt x="31216" y="194792"/>
                  </a:lnTo>
                  <a:lnTo>
                    <a:pt x="27914" y="172504"/>
                  </a:lnTo>
                  <a:lnTo>
                    <a:pt x="27914" y="146812"/>
                  </a:lnTo>
                  <a:lnTo>
                    <a:pt x="41300" y="108165"/>
                  </a:lnTo>
                  <a:lnTo>
                    <a:pt x="65252" y="96100"/>
                  </a:lnTo>
                  <a:lnTo>
                    <a:pt x="64566" y="96100"/>
                  </a:lnTo>
                  <a:lnTo>
                    <a:pt x="75463" y="95211"/>
                  </a:lnTo>
                  <a:lnTo>
                    <a:pt x="86499" y="96100"/>
                  </a:lnTo>
                  <a:lnTo>
                    <a:pt x="85801" y="96100"/>
                  </a:lnTo>
                  <a:lnTo>
                    <a:pt x="94564" y="98450"/>
                  </a:lnTo>
                  <a:lnTo>
                    <a:pt x="122148" y="134848"/>
                  </a:lnTo>
                  <a:lnTo>
                    <a:pt x="123012" y="146812"/>
                  </a:lnTo>
                  <a:lnTo>
                    <a:pt x="123012" y="89204"/>
                  </a:lnTo>
                  <a:lnTo>
                    <a:pt x="86296" y="72898"/>
                  </a:lnTo>
                  <a:lnTo>
                    <a:pt x="75463" y="72212"/>
                  </a:lnTo>
                  <a:lnTo>
                    <a:pt x="64617" y="72898"/>
                  </a:lnTo>
                  <a:lnTo>
                    <a:pt x="28079" y="89039"/>
                  </a:lnTo>
                  <a:lnTo>
                    <a:pt x="5372" y="123736"/>
                  </a:lnTo>
                  <a:lnTo>
                    <a:pt x="0" y="159651"/>
                  </a:lnTo>
                  <a:lnTo>
                    <a:pt x="558" y="171640"/>
                  </a:lnTo>
                  <a:lnTo>
                    <a:pt x="596" y="172504"/>
                  </a:lnTo>
                  <a:lnTo>
                    <a:pt x="2336" y="184073"/>
                  </a:lnTo>
                  <a:lnTo>
                    <a:pt x="2387" y="184467"/>
                  </a:lnTo>
                  <a:lnTo>
                    <a:pt x="5372" y="195580"/>
                  </a:lnTo>
                  <a:lnTo>
                    <a:pt x="28079" y="230276"/>
                  </a:lnTo>
                  <a:lnTo>
                    <a:pt x="64617" y="246418"/>
                  </a:lnTo>
                  <a:lnTo>
                    <a:pt x="75463" y="247091"/>
                  </a:lnTo>
                  <a:lnTo>
                    <a:pt x="86296" y="246418"/>
                  </a:lnTo>
                  <a:lnTo>
                    <a:pt x="122847" y="230276"/>
                  </a:lnTo>
                  <a:lnTo>
                    <a:pt x="145542" y="195580"/>
                  </a:lnTo>
                  <a:lnTo>
                    <a:pt x="150317" y="172504"/>
                  </a:lnTo>
                  <a:lnTo>
                    <a:pt x="150914" y="159651"/>
                  </a:lnTo>
                  <a:close/>
                </a:path>
                <a:path w="612139" h="247650">
                  <a:moveTo>
                    <a:pt x="317055" y="76098"/>
                  </a:moveTo>
                  <a:lnTo>
                    <a:pt x="292112" y="76098"/>
                  </a:lnTo>
                  <a:lnTo>
                    <a:pt x="262318" y="159004"/>
                  </a:lnTo>
                  <a:lnTo>
                    <a:pt x="244182" y="216001"/>
                  </a:lnTo>
                  <a:lnTo>
                    <a:pt x="242570" y="216001"/>
                  </a:lnTo>
                  <a:lnTo>
                    <a:pt x="224434" y="159004"/>
                  </a:lnTo>
                  <a:lnTo>
                    <a:pt x="195287" y="76098"/>
                  </a:lnTo>
                  <a:lnTo>
                    <a:pt x="169379" y="76098"/>
                  </a:lnTo>
                  <a:lnTo>
                    <a:pt x="227990" y="243205"/>
                  </a:lnTo>
                  <a:lnTo>
                    <a:pt x="258114" y="243205"/>
                  </a:lnTo>
                  <a:lnTo>
                    <a:pt x="317055" y="76098"/>
                  </a:lnTo>
                  <a:close/>
                </a:path>
                <a:path w="612139" h="247650">
                  <a:moveTo>
                    <a:pt x="483514" y="220535"/>
                  </a:moveTo>
                  <a:lnTo>
                    <a:pt x="464400" y="220535"/>
                  </a:lnTo>
                  <a:lnTo>
                    <a:pt x="464400" y="216001"/>
                  </a:lnTo>
                  <a:lnTo>
                    <a:pt x="464400" y="206616"/>
                  </a:lnTo>
                  <a:lnTo>
                    <a:pt x="464400" y="167106"/>
                  </a:lnTo>
                  <a:lnTo>
                    <a:pt x="464400" y="128562"/>
                  </a:lnTo>
                  <a:lnTo>
                    <a:pt x="463346" y="116014"/>
                  </a:lnTo>
                  <a:lnTo>
                    <a:pt x="460159" y="104927"/>
                  </a:lnTo>
                  <a:lnTo>
                    <a:pt x="454837" y="95288"/>
                  </a:lnTo>
                  <a:lnTo>
                    <a:pt x="454177" y="94564"/>
                  </a:lnTo>
                  <a:lnTo>
                    <a:pt x="447408" y="87109"/>
                  </a:lnTo>
                  <a:lnTo>
                    <a:pt x="438086" y="80594"/>
                  </a:lnTo>
                  <a:lnTo>
                    <a:pt x="427126" y="75946"/>
                  </a:lnTo>
                  <a:lnTo>
                    <a:pt x="414528" y="73152"/>
                  </a:lnTo>
                  <a:lnTo>
                    <a:pt x="400278" y="72212"/>
                  </a:lnTo>
                  <a:lnTo>
                    <a:pt x="389432" y="72821"/>
                  </a:lnTo>
                  <a:lnTo>
                    <a:pt x="349846" y="92544"/>
                  </a:lnTo>
                  <a:lnTo>
                    <a:pt x="341020" y="104927"/>
                  </a:lnTo>
                  <a:lnTo>
                    <a:pt x="356565" y="119494"/>
                  </a:lnTo>
                  <a:lnTo>
                    <a:pt x="361099" y="111937"/>
                  </a:lnTo>
                  <a:lnTo>
                    <a:pt x="366814" y="105892"/>
                  </a:lnTo>
                  <a:lnTo>
                    <a:pt x="398983" y="94564"/>
                  </a:lnTo>
                  <a:lnTo>
                    <a:pt x="408381" y="95148"/>
                  </a:lnTo>
                  <a:lnTo>
                    <a:pt x="437896" y="122783"/>
                  </a:lnTo>
                  <a:lnTo>
                    <a:pt x="438492" y="131152"/>
                  </a:lnTo>
                  <a:lnTo>
                    <a:pt x="438492" y="147675"/>
                  </a:lnTo>
                  <a:lnTo>
                    <a:pt x="438492" y="167106"/>
                  </a:lnTo>
                  <a:lnTo>
                    <a:pt x="438492" y="200240"/>
                  </a:lnTo>
                  <a:lnTo>
                    <a:pt x="436613" y="205371"/>
                  </a:lnTo>
                  <a:lnTo>
                    <a:pt x="429056" y="214655"/>
                  </a:lnTo>
                  <a:lnTo>
                    <a:pt x="423875" y="218325"/>
                  </a:lnTo>
                  <a:lnTo>
                    <a:pt x="410705" y="223723"/>
                  </a:lnTo>
                  <a:lnTo>
                    <a:pt x="403085" y="225069"/>
                  </a:lnTo>
                  <a:lnTo>
                    <a:pt x="384517" y="225069"/>
                  </a:lnTo>
                  <a:lnTo>
                    <a:pt x="376529" y="222808"/>
                  </a:lnTo>
                  <a:lnTo>
                    <a:pt x="364439" y="213741"/>
                  </a:lnTo>
                  <a:lnTo>
                    <a:pt x="361543" y="207632"/>
                  </a:lnTo>
                  <a:lnTo>
                    <a:pt x="361416" y="184162"/>
                  </a:lnTo>
                  <a:lnTo>
                    <a:pt x="364871" y="177901"/>
                  </a:lnTo>
                  <a:lnTo>
                    <a:pt x="404164" y="167106"/>
                  </a:lnTo>
                  <a:lnTo>
                    <a:pt x="438492" y="167106"/>
                  </a:lnTo>
                  <a:lnTo>
                    <a:pt x="438492" y="147675"/>
                  </a:lnTo>
                  <a:lnTo>
                    <a:pt x="405460" y="147675"/>
                  </a:lnTo>
                  <a:lnTo>
                    <a:pt x="393852" y="148031"/>
                  </a:lnTo>
                  <a:lnTo>
                    <a:pt x="351751" y="160299"/>
                  </a:lnTo>
                  <a:lnTo>
                    <a:pt x="334213" y="196570"/>
                  </a:lnTo>
                  <a:lnTo>
                    <a:pt x="334949" y="205371"/>
                  </a:lnTo>
                  <a:lnTo>
                    <a:pt x="335051" y="206616"/>
                  </a:lnTo>
                  <a:lnTo>
                    <a:pt x="357060" y="239445"/>
                  </a:lnTo>
                  <a:lnTo>
                    <a:pt x="390245" y="247091"/>
                  </a:lnTo>
                  <a:lnTo>
                    <a:pt x="398691" y="246595"/>
                  </a:lnTo>
                  <a:lnTo>
                    <a:pt x="434200" y="225069"/>
                  </a:lnTo>
                  <a:lnTo>
                    <a:pt x="435432" y="223164"/>
                  </a:lnTo>
                  <a:lnTo>
                    <a:pt x="438492" y="216001"/>
                  </a:lnTo>
                  <a:lnTo>
                    <a:pt x="439864" y="216001"/>
                  </a:lnTo>
                  <a:lnTo>
                    <a:pt x="440766" y="221513"/>
                  </a:lnTo>
                  <a:lnTo>
                    <a:pt x="444652" y="231876"/>
                  </a:lnTo>
                  <a:lnTo>
                    <a:pt x="447776" y="235927"/>
                  </a:lnTo>
                  <a:lnTo>
                    <a:pt x="456412" y="241757"/>
                  </a:lnTo>
                  <a:lnTo>
                    <a:pt x="462026" y="243205"/>
                  </a:lnTo>
                  <a:lnTo>
                    <a:pt x="483514" y="243205"/>
                  </a:lnTo>
                  <a:lnTo>
                    <a:pt x="483514" y="220535"/>
                  </a:lnTo>
                  <a:close/>
                </a:path>
                <a:path w="612139" h="247650">
                  <a:moveTo>
                    <a:pt x="592328" y="76098"/>
                  </a:moveTo>
                  <a:lnTo>
                    <a:pt x="555726" y="76098"/>
                  </a:lnTo>
                  <a:lnTo>
                    <a:pt x="555726" y="29794"/>
                  </a:lnTo>
                  <a:lnTo>
                    <a:pt x="532409" y="29794"/>
                  </a:lnTo>
                  <a:lnTo>
                    <a:pt x="532409" y="66497"/>
                  </a:lnTo>
                  <a:lnTo>
                    <a:pt x="531393" y="70434"/>
                  </a:lnTo>
                  <a:lnTo>
                    <a:pt x="527291" y="74968"/>
                  </a:lnTo>
                  <a:lnTo>
                    <a:pt x="523455" y="76098"/>
                  </a:lnTo>
                  <a:lnTo>
                    <a:pt x="502297" y="76098"/>
                  </a:lnTo>
                  <a:lnTo>
                    <a:pt x="502297" y="98767"/>
                  </a:lnTo>
                  <a:lnTo>
                    <a:pt x="529818" y="98767"/>
                  </a:lnTo>
                  <a:lnTo>
                    <a:pt x="529818" y="223672"/>
                  </a:lnTo>
                  <a:lnTo>
                    <a:pt x="532193" y="230251"/>
                  </a:lnTo>
                  <a:lnTo>
                    <a:pt x="541693" y="240614"/>
                  </a:lnTo>
                  <a:lnTo>
                    <a:pt x="548500" y="243205"/>
                  </a:lnTo>
                  <a:lnTo>
                    <a:pt x="589737" y="243205"/>
                  </a:lnTo>
                  <a:lnTo>
                    <a:pt x="589737" y="220535"/>
                  </a:lnTo>
                  <a:lnTo>
                    <a:pt x="555726" y="220535"/>
                  </a:lnTo>
                  <a:lnTo>
                    <a:pt x="555726" y="98767"/>
                  </a:lnTo>
                  <a:lnTo>
                    <a:pt x="592328" y="98767"/>
                  </a:lnTo>
                  <a:lnTo>
                    <a:pt x="592328" y="76098"/>
                  </a:lnTo>
                  <a:close/>
                </a:path>
                <a:path w="612139" h="247650">
                  <a:moveTo>
                    <a:pt x="612076" y="0"/>
                  </a:moveTo>
                  <a:lnTo>
                    <a:pt x="581964" y="0"/>
                  </a:lnTo>
                  <a:lnTo>
                    <a:pt x="578078" y="59905"/>
                  </a:lnTo>
                  <a:lnTo>
                    <a:pt x="595236" y="59905"/>
                  </a:lnTo>
                  <a:lnTo>
                    <a:pt x="612076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985812" y="2595695"/>
            <a:ext cx="1778908" cy="320935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7871590" y="2608326"/>
            <a:ext cx="1050290" cy="304800"/>
            <a:chOff x="7871590" y="2608326"/>
            <a:chExt cx="1050290" cy="304800"/>
          </a:xfrm>
        </p:grpSpPr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71590" y="2676982"/>
              <a:ext cx="150914" cy="17487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65253" y="2608326"/>
              <a:ext cx="144113" cy="24353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225882" y="2608326"/>
              <a:ext cx="56515" cy="304800"/>
            </a:xfrm>
            <a:custGeom>
              <a:avLst/>
              <a:gdLst/>
              <a:ahLst/>
              <a:cxnLst/>
              <a:rect l="l" t="t" r="r" b="b"/>
              <a:pathLst>
                <a:path w="56515" h="304800">
                  <a:moveTo>
                    <a:pt x="53111" y="72542"/>
                  </a:moveTo>
                  <a:lnTo>
                    <a:pt x="27203" y="72542"/>
                  </a:lnTo>
                  <a:lnTo>
                    <a:pt x="27203" y="281749"/>
                  </a:lnTo>
                  <a:lnTo>
                    <a:pt x="0" y="281749"/>
                  </a:lnTo>
                  <a:lnTo>
                    <a:pt x="0" y="304419"/>
                  </a:lnTo>
                  <a:lnTo>
                    <a:pt x="16840" y="304419"/>
                  </a:lnTo>
                  <a:lnTo>
                    <a:pt x="50925" y="281141"/>
                  </a:lnTo>
                  <a:lnTo>
                    <a:pt x="53111" y="265556"/>
                  </a:lnTo>
                  <a:lnTo>
                    <a:pt x="53111" y="72542"/>
                  </a:lnTo>
                  <a:close/>
                </a:path>
                <a:path w="56515" h="304800">
                  <a:moveTo>
                    <a:pt x="45770" y="0"/>
                  </a:moveTo>
                  <a:lnTo>
                    <a:pt x="34759" y="0"/>
                  </a:lnTo>
                  <a:lnTo>
                    <a:pt x="30765" y="1348"/>
                  </a:lnTo>
                  <a:lnTo>
                    <a:pt x="25584" y="6746"/>
                  </a:lnTo>
                  <a:lnTo>
                    <a:pt x="24288" y="10255"/>
                  </a:lnTo>
                  <a:lnTo>
                    <a:pt x="24288" y="23101"/>
                  </a:lnTo>
                  <a:lnTo>
                    <a:pt x="25584" y="26609"/>
                  </a:lnTo>
                  <a:lnTo>
                    <a:pt x="30765" y="32006"/>
                  </a:lnTo>
                  <a:lnTo>
                    <a:pt x="34759" y="33356"/>
                  </a:lnTo>
                  <a:lnTo>
                    <a:pt x="45770" y="33356"/>
                  </a:lnTo>
                  <a:lnTo>
                    <a:pt x="49818" y="32006"/>
                  </a:lnTo>
                  <a:lnTo>
                    <a:pt x="54783" y="26609"/>
                  </a:lnTo>
                  <a:lnTo>
                    <a:pt x="56026" y="23101"/>
                  </a:lnTo>
                  <a:lnTo>
                    <a:pt x="56026" y="10255"/>
                  </a:lnTo>
                  <a:lnTo>
                    <a:pt x="54783" y="6746"/>
                  </a:lnTo>
                  <a:lnTo>
                    <a:pt x="49818" y="1348"/>
                  </a:lnTo>
                  <a:lnTo>
                    <a:pt x="4577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21742" y="2676982"/>
              <a:ext cx="147351" cy="1748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11842" y="2608326"/>
              <a:ext cx="239325" cy="23964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770922" y="2680868"/>
              <a:ext cx="150590" cy="231876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2044044" y="3126867"/>
            <a:ext cx="588645" cy="250825"/>
            <a:chOff x="2044044" y="3126867"/>
            <a:chExt cx="588645" cy="250825"/>
          </a:xfrm>
        </p:grpSpPr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44044" y="3126867"/>
              <a:ext cx="114010" cy="20055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86313" y="3184445"/>
              <a:ext cx="119506" cy="14298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34078" y="3126867"/>
              <a:ext cx="114009" cy="20055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78197" y="3187645"/>
              <a:ext cx="154486" cy="189919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2740431" y="3119399"/>
            <a:ext cx="827405" cy="258445"/>
            <a:chOff x="2740431" y="3119399"/>
            <a:chExt cx="827405" cy="258445"/>
          </a:xfrm>
        </p:grpSpPr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40431" y="3119399"/>
              <a:ext cx="102679" cy="20802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78687" y="3184444"/>
              <a:ext cx="101090" cy="14298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09033" y="3184444"/>
              <a:ext cx="116864" cy="14298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153649" y="3120732"/>
              <a:ext cx="109613" cy="20669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97015" y="3126866"/>
              <a:ext cx="270779" cy="250698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677348" y="3126867"/>
            <a:ext cx="1328872" cy="250698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5115775" y="3128733"/>
            <a:ext cx="640080" cy="248920"/>
            <a:chOff x="5115775" y="3128733"/>
            <a:chExt cx="640080" cy="248920"/>
          </a:xfrm>
        </p:grpSpPr>
        <p:pic>
          <p:nvPicPr>
            <p:cNvPr id="52" name="object 5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15775" y="3184444"/>
              <a:ext cx="114010" cy="19312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268904" y="3187645"/>
              <a:ext cx="66316" cy="13657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361273" y="3128733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2" y="0"/>
                  </a:lnTo>
                  <a:lnTo>
                    <a:pt x="4121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1" y="20961"/>
                  </a:lnTo>
                  <a:lnTo>
                    <a:pt x="6752" y="21865"/>
                  </a:lnTo>
                  <a:lnTo>
                    <a:pt x="14090" y="21865"/>
                  </a:lnTo>
                  <a:lnTo>
                    <a:pt x="16748" y="20961"/>
                  </a:lnTo>
                  <a:lnTo>
                    <a:pt x="19937" y="17346"/>
                  </a:lnTo>
                  <a:lnTo>
                    <a:pt x="20735" y="15081"/>
                  </a:lnTo>
                  <a:lnTo>
                    <a:pt x="20735" y="6785"/>
                  </a:lnTo>
                  <a:lnTo>
                    <a:pt x="19937" y="4517"/>
                  </a:lnTo>
                  <a:lnTo>
                    <a:pt x="16748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6" y="58911"/>
                  </a:moveTo>
                  <a:lnTo>
                    <a:pt x="2811" y="58911"/>
                  </a:lnTo>
                  <a:lnTo>
                    <a:pt x="2811" y="195491"/>
                  </a:lnTo>
                  <a:lnTo>
                    <a:pt x="18026" y="195491"/>
                  </a:lnTo>
                  <a:lnTo>
                    <a:pt x="18026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417541" y="3184444"/>
              <a:ext cx="120564" cy="14298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569648" y="3184444"/>
              <a:ext cx="185814" cy="139780"/>
            </a:xfrm>
            <a:prstGeom prst="rect">
              <a:avLst/>
            </a:prstGeom>
          </p:spPr>
        </p:pic>
      </p:grpSp>
      <p:pic>
        <p:nvPicPr>
          <p:cNvPr id="57" name="object 5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803101" y="3126867"/>
            <a:ext cx="270777" cy="250698"/>
          </a:xfrm>
          <a:prstGeom prst="rect">
            <a:avLst/>
          </a:prstGeom>
        </p:spPr>
      </p:pic>
      <p:grpSp>
        <p:nvGrpSpPr>
          <p:cNvPr id="58" name="object 58"/>
          <p:cNvGrpSpPr/>
          <p:nvPr/>
        </p:nvGrpSpPr>
        <p:grpSpPr>
          <a:xfrm>
            <a:off x="6183434" y="3120732"/>
            <a:ext cx="603885" cy="207010"/>
            <a:chOff x="6183434" y="3120732"/>
            <a:chExt cx="603885" cy="207010"/>
          </a:xfrm>
        </p:grpSpPr>
        <p:pic>
          <p:nvPicPr>
            <p:cNvPr id="59" name="object 5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183434" y="3126867"/>
              <a:ext cx="107226" cy="19735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320145" y="3187645"/>
              <a:ext cx="66316" cy="13657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413476" y="3187645"/>
              <a:ext cx="102600" cy="13978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549089" y="3120732"/>
              <a:ext cx="102946" cy="20349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684436" y="3184445"/>
              <a:ext cx="102604" cy="139780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6831863" y="3128733"/>
            <a:ext cx="360045" cy="233045"/>
            <a:chOff x="6831863" y="3128733"/>
            <a:chExt cx="360045" cy="233045"/>
          </a:xfrm>
        </p:grpSpPr>
        <p:sp>
          <p:nvSpPr>
            <p:cNvPr id="65" name="object 65"/>
            <p:cNvSpPr/>
            <p:nvPr/>
          </p:nvSpPr>
          <p:spPr>
            <a:xfrm>
              <a:off x="6831863" y="3128733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2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50" y="20961"/>
                  </a:lnTo>
                  <a:lnTo>
                    <a:pt x="19938" y="17346"/>
                  </a:lnTo>
                  <a:lnTo>
                    <a:pt x="20736" y="15081"/>
                  </a:lnTo>
                  <a:lnTo>
                    <a:pt x="20736" y="6785"/>
                  </a:lnTo>
                  <a:lnTo>
                    <a:pt x="19938" y="4517"/>
                  </a:lnTo>
                  <a:lnTo>
                    <a:pt x="16750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888519" y="3184444"/>
              <a:ext cx="109580" cy="14298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019120" y="3184444"/>
              <a:ext cx="116864" cy="14298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155661" y="3299663"/>
              <a:ext cx="36195" cy="61594"/>
            </a:xfrm>
            <a:custGeom>
              <a:avLst/>
              <a:gdLst/>
              <a:ahLst/>
              <a:cxnLst/>
              <a:rect l="l" t="t" r="r" b="b"/>
              <a:pathLst>
                <a:path w="36195" h="61595">
                  <a:moveTo>
                    <a:pt x="27509" y="0"/>
                  </a:moveTo>
                  <a:lnTo>
                    <a:pt x="23064" y="0"/>
                  </a:lnTo>
                  <a:lnTo>
                    <a:pt x="18661" y="0"/>
                  </a:lnTo>
                  <a:lnTo>
                    <a:pt x="15420" y="1155"/>
                  </a:lnTo>
                  <a:lnTo>
                    <a:pt x="11261" y="5778"/>
                  </a:lnTo>
                  <a:lnTo>
                    <a:pt x="10222" y="8726"/>
                  </a:lnTo>
                  <a:lnTo>
                    <a:pt x="10222" y="18322"/>
                  </a:lnTo>
                  <a:lnTo>
                    <a:pt x="10980" y="20721"/>
                  </a:lnTo>
                  <a:lnTo>
                    <a:pt x="14014" y="24730"/>
                  </a:lnTo>
                  <a:lnTo>
                    <a:pt x="16480" y="26003"/>
                  </a:lnTo>
                  <a:lnTo>
                    <a:pt x="19898" y="26545"/>
                  </a:lnTo>
                  <a:lnTo>
                    <a:pt x="18822" y="32284"/>
                  </a:lnTo>
                  <a:lnTo>
                    <a:pt x="16709" y="38017"/>
                  </a:lnTo>
                  <a:lnTo>
                    <a:pt x="10406" y="49465"/>
                  </a:lnTo>
                  <a:lnTo>
                    <a:pt x="5886" y="55380"/>
                  </a:lnTo>
                  <a:lnTo>
                    <a:pt x="0" y="61487"/>
                  </a:lnTo>
                  <a:lnTo>
                    <a:pt x="12884" y="61487"/>
                  </a:lnTo>
                  <a:lnTo>
                    <a:pt x="35703" y="23017"/>
                  </a:lnTo>
                  <a:lnTo>
                    <a:pt x="35703" y="8726"/>
                  </a:lnTo>
                  <a:lnTo>
                    <a:pt x="34709" y="5778"/>
                  </a:lnTo>
                  <a:lnTo>
                    <a:pt x="30727" y="1155"/>
                  </a:lnTo>
                  <a:lnTo>
                    <a:pt x="275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9" name="object 6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300920" y="3119399"/>
            <a:ext cx="1832325" cy="258165"/>
          </a:xfrm>
          <a:prstGeom prst="rect">
            <a:avLst/>
          </a:prstGeom>
        </p:spPr>
      </p:pic>
      <p:grpSp>
        <p:nvGrpSpPr>
          <p:cNvPr id="70" name="object 70"/>
          <p:cNvGrpSpPr/>
          <p:nvPr/>
        </p:nvGrpSpPr>
        <p:grpSpPr>
          <a:xfrm>
            <a:off x="9223580" y="3126867"/>
            <a:ext cx="856615" cy="250825"/>
            <a:chOff x="9223580" y="3126867"/>
            <a:chExt cx="856615" cy="250825"/>
          </a:xfrm>
        </p:grpSpPr>
        <p:pic>
          <p:nvPicPr>
            <p:cNvPr id="71" name="object 7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223580" y="3184445"/>
              <a:ext cx="250591" cy="14298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512800" y="3126867"/>
              <a:ext cx="187544" cy="19735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724689" y="3184445"/>
              <a:ext cx="119506" cy="14298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882824" y="3187645"/>
              <a:ext cx="196980" cy="189919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939800" y="3968750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A857C"/>
                </a:solidFill>
                <a:latin typeface="Courier New"/>
                <a:cs typeface="Courier New"/>
              </a:rPr>
              <a:t>02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76" name="object 76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049418" y="3993527"/>
            <a:ext cx="202730" cy="226047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2297487" y="3976363"/>
            <a:ext cx="572770" cy="247650"/>
            <a:chOff x="2297487" y="3976363"/>
            <a:chExt cx="572770" cy="247650"/>
          </a:xfrm>
        </p:grpSpPr>
        <p:pic>
          <p:nvPicPr>
            <p:cNvPr id="78" name="object 7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7487" y="4048582"/>
              <a:ext cx="147351" cy="17487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487587" y="3976363"/>
              <a:ext cx="382143" cy="247097"/>
            </a:xfrm>
            <a:prstGeom prst="rect">
              <a:avLst/>
            </a:prstGeom>
          </p:spPr>
        </p:pic>
      </p:grpSp>
      <p:pic>
        <p:nvPicPr>
          <p:cNvPr id="80" name="object 8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56845" y="3979926"/>
            <a:ext cx="144113" cy="243535"/>
          </a:xfrm>
          <a:prstGeom prst="rect">
            <a:avLst/>
          </a:prstGeom>
        </p:spPr>
      </p:pic>
      <p:grpSp>
        <p:nvGrpSpPr>
          <p:cNvPr id="81" name="object 81"/>
          <p:cNvGrpSpPr/>
          <p:nvPr/>
        </p:nvGrpSpPr>
        <p:grpSpPr>
          <a:xfrm>
            <a:off x="3154392" y="3902525"/>
            <a:ext cx="591185" cy="382270"/>
            <a:chOff x="3154392" y="3902525"/>
            <a:chExt cx="591185" cy="382270"/>
          </a:xfrm>
        </p:grpSpPr>
        <p:sp>
          <p:nvSpPr>
            <p:cNvPr id="82" name="object 82"/>
            <p:cNvSpPr/>
            <p:nvPr/>
          </p:nvSpPr>
          <p:spPr>
            <a:xfrm>
              <a:off x="3154392" y="3902525"/>
              <a:ext cx="52705" cy="317500"/>
            </a:xfrm>
            <a:custGeom>
              <a:avLst/>
              <a:gdLst/>
              <a:ahLst/>
              <a:cxnLst/>
              <a:rect l="l" t="t" r="r" b="b"/>
              <a:pathLst>
                <a:path w="52705" h="317500">
                  <a:moveTo>
                    <a:pt x="27527" y="77400"/>
                  </a:moveTo>
                  <a:lnTo>
                    <a:pt x="1619" y="77400"/>
                  </a:lnTo>
                  <a:lnTo>
                    <a:pt x="1619" y="297941"/>
                  </a:lnTo>
                  <a:lnTo>
                    <a:pt x="3994" y="304364"/>
                  </a:lnTo>
                  <a:lnTo>
                    <a:pt x="13493" y="314511"/>
                  </a:lnTo>
                  <a:lnTo>
                    <a:pt x="20294" y="317049"/>
                  </a:lnTo>
                  <a:lnTo>
                    <a:pt x="52139" y="317049"/>
                  </a:lnTo>
                  <a:lnTo>
                    <a:pt x="52139" y="294379"/>
                  </a:lnTo>
                  <a:lnTo>
                    <a:pt x="27527" y="294379"/>
                  </a:lnTo>
                  <a:lnTo>
                    <a:pt x="27527" y="77400"/>
                  </a:lnTo>
                  <a:close/>
                </a:path>
                <a:path w="52705" h="317500">
                  <a:moveTo>
                    <a:pt x="27527" y="0"/>
                  </a:moveTo>
                  <a:lnTo>
                    <a:pt x="0" y="55054"/>
                  </a:lnTo>
                  <a:lnTo>
                    <a:pt x="16840" y="62826"/>
                  </a:lnTo>
                  <a:lnTo>
                    <a:pt x="51168" y="11334"/>
                  </a:lnTo>
                  <a:lnTo>
                    <a:pt x="27527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227259" y="3969238"/>
              <a:ext cx="128892" cy="250336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394365" y="3979925"/>
              <a:ext cx="350729" cy="304419"/>
            </a:xfrm>
            <a:prstGeom prst="rect">
              <a:avLst/>
            </a:prstGeom>
          </p:spPr>
        </p:pic>
      </p:grpSp>
      <p:pic>
        <p:nvPicPr>
          <p:cNvPr id="85" name="object 85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3871720" y="4052468"/>
            <a:ext cx="130511" cy="170992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057286" y="3979926"/>
            <a:ext cx="130511" cy="239649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4241233" y="3979926"/>
            <a:ext cx="213417" cy="304419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50834" y="4048582"/>
            <a:ext cx="149294" cy="174878"/>
          </a:xfrm>
          <a:prstGeom prst="rect">
            <a:avLst/>
          </a:prstGeom>
        </p:spPr>
      </p:pic>
      <p:grpSp>
        <p:nvGrpSpPr>
          <p:cNvPr id="89" name="object 89"/>
          <p:cNvGrpSpPr/>
          <p:nvPr/>
        </p:nvGrpSpPr>
        <p:grpSpPr>
          <a:xfrm>
            <a:off x="4801168" y="3979926"/>
            <a:ext cx="1022350" cy="304800"/>
            <a:chOff x="4801168" y="3979926"/>
            <a:chExt cx="1022350" cy="304800"/>
          </a:xfrm>
        </p:grpSpPr>
        <p:pic>
          <p:nvPicPr>
            <p:cNvPr id="90" name="object 9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1168" y="4048582"/>
              <a:ext cx="150914" cy="17487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994831" y="3979926"/>
              <a:ext cx="144113" cy="243535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66795" y="4048582"/>
              <a:ext cx="127920" cy="174878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27101" y="4048582"/>
              <a:ext cx="149294" cy="174878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513315" y="3979926"/>
              <a:ext cx="130511" cy="239649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672649" y="4052468"/>
              <a:ext cx="150590" cy="231876"/>
            </a:xfrm>
            <a:prstGeom prst="rect">
              <a:avLst/>
            </a:prstGeom>
          </p:spPr>
        </p:pic>
      </p:grpSp>
      <p:pic>
        <p:nvPicPr>
          <p:cNvPr id="96" name="object 9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032797" y="4556045"/>
            <a:ext cx="120564" cy="142980"/>
          </a:xfrm>
          <a:prstGeom prst="rect">
            <a:avLst/>
          </a:prstGeom>
        </p:spPr>
      </p:pic>
      <p:grpSp>
        <p:nvGrpSpPr>
          <p:cNvPr id="97" name="object 97"/>
          <p:cNvGrpSpPr/>
          <p:nvPr/>
        </p:nvGrpSpPr>
        <p:grpSpPr>
          <a:xfrm>
            <a:off x="2231369" y="4492332"/>
            <a:ext cx="434340" cy="207010"/>
            <a:chOff x="2231369" y="4492332"/>
            <a:chExt cx="434340" cy="207010"/>
          </a:xfrm>
        </p:grpSpPr>
        <p:pic>
          <p:nvPicPr>
            <p:cNvPr id="98" name="object 9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231369" y="4492332"/>
              <a:ext cx="102946" cy="203492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2363904" y="4500333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5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2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48" y="20961"/>
                  </a:lnTo>
                  <a:lnTo>
                    <a:pt x="19938" y="17346"/>
                  </a:lnTo>
                  <a:lnTo>
                    <a:pt x="20736" y="15081"/>
                  </a:lnTo>
                  <a:lnTo>
                    <a:pt x="20736" y="6785"/>
                  </a:lnTo>
                  <a:lnTo>
                    <a:pt x="19938" y="4517"/>
                  </a:lnTo>
                  <a:lnTo>
                    <a:pt x="16748" y="902"/>
                  </a:lnTo>
                  <a:lnTo>
                    <a:pt x="14090" y="0"/>
                  </a:lnTo>
                  <a:close/>
                </a:path>
                <a:path w="20955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412201" y="4556044"/>
              <a:ext cx="253108" cy="142980"/>
            </a:xfrm>
            <a:prstGeom prst="rect">
              <a:avLst/>
            </a:prstGeom>
          </p:spPr>
        </p:pic>
      </p:grpSp>
      <p:grpSp>
        <p:nvGrpSpPr>
          <p:cNvPr id="101" name="object 101"/>
          <p:cNvGrpSpPr/>
          <p:nvPr/>
        </p:nvGrpSpPr>
        <p:grpSpPr>
          <a:xfrm>
            <a:off x="2764067" y="4498466"/>
            <a:ext cx="302895" cy="200660"/>
            <a:chOff x="2764067" y="4498466"/>
            <a:chExt cx="302895" cy="200660"/>
          </a:xfrm>
        </p:grpSpPr>
        <p:sp>
          <p:nvSpPr>
            <p:cNvPr id="102" name="object 102"/>
            <p:cNvSpPr/>
            <p:nvPr/>
          </p:nvSpPr>
          <p:spPr>
            <a:xfrm>
              <a:off x="2764067" y="4500333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5" h="195579">
                  <a:moveTo>
                    <a:pt x="14090" y="0"/>
                  </a:moveTo>
                  <a:lnTo>
                    <a:pt x="6753" y="0"/>
                  </a:lnTo>
                  <a:lnTo>
                    <a:pt x="4121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1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48" y="20961"/>
                  </a:lnTo>
                  <a:lnTo>
                    <a:pt x="19937" y="17346"/>
                  </a:lnTo>
                  <a:lnTo>
                    <a:pt x="20735" y="15081"/>
                  </a:lnTo>
                  <a:lnTo>
                    <a:pt x="20735" y="6785"/>
                  </a:lnTo>
                  <a:lnTo>
                    <a:pt x="19937" y="4517"/>
                  </a:lnTo>
                  <a:lnTo>
                    <a:pt x="16748" y="902"/>
                  </a:lnTo>
                  <a:lnTo>
                    <a:pt x="14090" y="0"/>
                  </a:lnTo>
                  <a:close/>
                </a:path>
                <a:path w="20955" h="195579">
                  <a:moveTo>
                    <a:pt x="18026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6" y="195491"/>
                  </a:lnTo>
                  <a:lnTo>
                    <a:pt x="18026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820723" y="4556044"/>
              <a:ext cx="109580" cy="14298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964072" y="4498466"/>
              <a:ext cx="102604" cy="197358"/>
            </a:xfrm>
            <a:prstGeom prst="rect">
              <a:avLst/>
            </a:prstGeom>
          </p:spPr>
        </p:pic>
      </p:grpSp>
      <p:pic>
        <p:nvPicPr>
          <p:cNvPr id="105" name="object 105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3160688" y="4496599"/>
            <a:ext cx="1263370" cy="202425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492004" y="4559245"/>
            <a:ext cx="116010" cy="136579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4687435" y="4498466"/>
            <a:ext cx="998157" cy="200558"/>
          </a:xfrm>
          <a:prstGeom prst="rect">
            <a:avLst/>
          </a:prstGeom>
        </p:spPr>
      </p:pic>
      <p:grpSp>
        <p:nvGrpSpPr>
          <p:cNvPr id="108" name="object 108"/>
          <p:cNvGrpSpPr/>
          <p:nvPr/>
        </p:nvGrpSpPr>
        <p:grpSpPr>
          <a:xfrm>
            <a:off x="5787161" y="4500333"/>
            <a:ext cx="567055" cy="248920"/>
            <a:chOff x="5787161" y="4500333"/>
            <a:chExt cx="567055" cy="248920"/>
          </a:xfrm>
        </p:grpSpPr>
        <p:pic>
          <p:nvPicPr>
            <p:cNvPr id="109" name="object 10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787161" y="4556044"/>
              <a:ext cx="114010" cy="19312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929430" y="4556044"/>
              <a:ext cx="119507" cy="14298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087567" y="4556044"/>
              <a:ext cx="114009" cy="19312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240696" y="4559245"/>
              <a:ext cx="66316" cy="136579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6333063" y="4500333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2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50" y="20961"/>
                  </a:lnTo>
                  <a:lnTo>
                    <a:pt x="19938" y="17346"/>
                  </a:lnTo>
                  <a:lnTo>
                    <a:pt x="20736" y="15081"/>
                  </a:lnTo>
                  <a:lnTo>
                    <a:pt x="20736" y="6785"/>
                  </a:lnTo>
                  <a:lnTo>
                    <a:pt x="19938" y="4517"/>
                  </a:lnTo>
                  <a:lnTo>
                    <a:pt x="16750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4" name="object 114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6449726" y="4490999"/>
            <a:ext cx="1467930" cy="208025"/>
          </a:xfrm>
          <a:prstGeom prst="rect">
            <a:avLst/>
          </a:prstGeom>
        </p:spPr>
      </p:pic>
      <p:sp>
        <p:nvSpPr>
          <p:cNvPr id="115" name="object 115"/>
          <p:cNvSpPr txBox="1"/>
          <p:nvPr/>
        </p:nvSpPr>
        <p:spPr>
          <a:xfrm>
            <a:off x="939800" y="5340350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A857C"/>
                </a:solidFill>
                <a:latin typeface="Courier New"/>
                <a:cs typeface="Courier New"/>
              </a:rPr>
              <a:t>03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6" name="object 116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2047798" y="5365127"/>
            <a:ext cx="162572" cy="229933"/>
          </a:xfrm>
          <a:prstGeom prst="rect">
            <a:avLst/>
          </a:prstGeom>
        </p:spPr>
      </p:pic>
      <p:grpSp>
        <p:nvGrpSpPr>
          <p:cNvPr id="117" name="object 117"/>
          <p:cNvGrpSpPr/>
          <p:nvPr/>
        </p:nvGrpSpPr>
        <p:grpSpPr>
          <a:xfrm>
            <a:off x="2266397" y="5347963"/>
            <a:ext cx="884555" cy="247650"/>
            <a:chOff x="2266397" y="5347963"/>
            <a:chExt cx="884555" cy="247650"/>
          </a:xfrm>
        </p:grpSpPr>
        <p:pic>
          <p:nvPicPr>
            <p:cNvPr id="118" name="object 11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266397" y="5351525"/>
              <a:ext cx="137636" cy="239649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2437066" y="5351525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7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75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7" y="216979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511875" y="5420182"/>
              <a:ext cx="149294" cy="174878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86754" y="5351525"/>
              <a:ext cx="144113" cy="243535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872644" y="5347963"/>
              <a:ext cx="277862" cy="247097"/>
            </a:xfrm>
            <a:prstGeom prst="rect">
              <a:avLst/>
            </a:prstGeom>
          </p:spPr>
        </p:pic>
      </p:grpSp>
      <p:pic>
        <p:nvPicPr>
          <p:cNvPr id="123" name="object 123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3235679" y="5420182"/>
            <a:ext cx="149294" cy="174878"/>
          </a:xfrm>
          <a:prstGeom prst="rect">
            <a:avLst/>
          </a:prstGeom>
        </p:spPr>
      </p:pic>
      <p:grpSp>
        <p:nvGrpSpPr>
          <p:cNvPr id="124" name="object 124"/>
          <p:cNvGrpSpPr/>
          <p:nvPr/>
        </p:nvGrpSpPr>
        <p:grpSpPr>
          <a:xfrm>
            <a:off x="3498321" y="5338895"/>
            <a:ext cx="1306195" cy="256540"/>
            <a:chOff x="3498321" y="5338895"/>
            <a:chExt cx="1306195" cy="256540"/>
          </a:xfrm>
        </p:grpSpPr>
        <p:pic>
          <p:nvPicPr>
            <p:cNvPr id="125" name="object 12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498321" y="5420182"/>
              <a:ext cx="130511" cy="170992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668990" y="5420182"/>
              <a:ext cx="149294" cy="174878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3842898" y="5340838"/>
              <a:ext cx="139065" cy="254635"/>
            </a:xfrm>
            <a:custGeom>
              <a:avLst/>
              <a:gdLst/>
              <a:ahLst/>
              <a:cxnLst/>
              <a:rect l="l" t="t" r="r" b="b"/>
              <a:pathLst>
                <a:path w="139064" h="254635">
                  <a:moveTo>
                    <a:pt x="74485" y="79343"/>
                  </a:moveTo>
                  <a:lnTo>
                    <a:pt x="30370" y="92641"/>
                  </a:lnTo>
                  <a:lnTo>
                    <a:pt x="4897" y="130754"/>
                  </a:lnTo>
                  <a:lnTo>
                    <a:pt x="0" y="166782"/>
                  </a:lnTo>
                  <a:lnTo>
                    <a:pt x="1224" y="185829"/>
                  </a:lnTo>
                  <a:lnTo>
                    <a:pt x="19592" y="230581"/>
                  </a:lnTo>
                  <a:lnTo>
                    <a:pt x="57817" y="252744"/>
                  </a:lnTo>
                  <a:lnTo>
                    <a:pt x="74485" y="254222"/>
                  </a:lnTo>
                  <a:lnTo>
                    <a:pt x="85971" y="253544"/>
                  </a:lnTo>
                  <a:lnTo>
                    <a:pt x="121999" y="237513"/>
                  </a:lnTo>
                  <a:lnTo>
                    <a:pt x="128095" y="231228"/>
                  </a:lnTo>
                  <a:lnTo>
                    <a:pt x="74485" y="231228"/>
                  </a:lnTo>
                  <a:lnTo>
                    <a:pt x="63687" y="230338"/>
                  </a:lnTo>
                  <a:lnTo>
                    <a:pt x="30805" y="200867"/>
                  </a:lnTo>
                  <a:lnTo>
                    <a:pt x="27851" y="181032"/>
                  </a:lnTo>
                  <a:lnTo>
                    <a:pt x="27851" y="152533"/>
                  </a:lnTo>
                  <a:lnTo>
                    <a:pt x="46203" y="110331"/>
                  </a:lnTo>
                  <a:lnTo>
                    <a:pt x="74485" y="102336"/>
                  </a:lnTo>
                  <a:lnTo>
                    <a:pt x="127321" y="102336"/>
                  </a:lnTo>
                  <a:lnTo>
                    <a:pt x="121747" y="96244"/>
                  </a:lnTo>
                  <a:lnTo>
                    <a:pt x="114642" y="90354"/>
                  </a:lnTo>
                  <a:lnTo>
                    <a:pt x="106425" y="85536"/>
                  </a:lnTo>
                  <a:lnTo>
                    <a:pt x="96993" y="82095"/>
                  </a:lnTo>
                  <a:lnTo>
                    <a:pt x="86346" y="80031"/>
                  </a:lnTo>
                  <a:lnTo>
                    <a:pt x="74485" y="79343"/>
                  </a:lnTo>
                  <a:close/>
                </a:path>
                <a:path w="139064" h="254635">
                  <a:moveTo>
                    <a:pt x="119824" y="202082"/>
                  </a:moveTo>
                  <a:lnTo>
                    <a:pt x="89220" y="229366"/>
                  </a:lnTo>
                  <a:lnTo>
                    <a:pt x="82035" y="230783"/>
                  </a:lnTo>
                  <a:lnTo>
                    <a:pt x="81809" y="230783"/>
                  </a:lnTo>
                  <a:lnTo>
                    <a:pt x="74485" y="231228"/>
                  </a:lnTo>
                  <a:lnTo>
                    <a:pt x="128095" y="231228"/>
                  </a:lnTo>
                  <a:lnTo>
                    <a:pt x="128527" y="230783"/>
                  </a:lnTo>
                  <a:lnTo>
                    <a:pt x="134041" y="223213"/>
                  </a:lnTo>
                  <a:lnTo>
                    <a:pt x="138607" y="214712"/>
                  </a:lnTo>
                  <a:lnTo>
                    <a:pt x="119824" y="202082"/>
                  </a:lnTo>
                  <a:close/>
                </a:path>
                <a:path w="139064" h="254635">
                  <a:moveTo>
                    <a:pt x="127321" y="102336"/>
                  </a:moveTo>
                  <a:lnTo>
                    <a:pt x="74485" y="102336"/>
                  </a:lnTo>
                  <a:lnTo>
                    <a:pt x="85128" y="102984"/>
                  </a:lnTo>
                  <a:lnTo>
                    <a:pt x="82822" y="102984"/>
                  </a:lnTo>
                  <a:lnTo>
                    <a:pt x="115290" y="129539"/>
                  </a:lnTo>
                  <a:lnTo>
                    <a:pt x="136988" y="118529"/>
                  </a:lnTo>
                  <a:lnTo>
                    <a:pt x="132920" y="110331"/>
                  </a:lnTo>
                  <a:lnTo>
                    <a:pt x="127895" y="102984"/>
                  </a:lnTo>
                  <a:lnTo>
                    <a:pt x="127321" y="102336"/>
                  </a:lnTo>
                  <a:close/>
                </a:path>
                <a:path w="139064" h="254635">
                  <a:moveTo>
                    <a:pt x="36271" y="0"/>
                  </a:moveTo>
                  <a:lnTo>
                    <a:pt x="22021" y="10039"/>
                  </a:lnTo>
                  <a:lnTo>
                    <a:pt x="57969" y="56349"/>
                  </a:lnTo>
                  <a:lnTo>
                    <a:pt x="90354" y="56349"/>
                  </a:lnTo>
                  <a:lnTo>
                    <a:pt x="104682" y="37890"/>
                  </a:lnTo>
                  <a:lnTo>
                    <a:pt x="74161" y="37890"/>
                  </a:lnTo>
                  <a:lnTo>
                    <a:pt x="36271" y="0"/>
                  </a:lnTo>
                  <a:close/>
                </a:path>
                <a:path w="139064" h="254635">
                  <a:moveTo>
                    <a:pt x="112052" y="0"/>
                  </a:moveTo>
                  <a:lnTo>
                    <a:pt x="74161" y="37890"/>
                  </a:lnTo>
                  <a:lnTo>
                    <a:pt x="104682" y="37890"/>
                  </a:lnTo>
                  <a:lnTo>
                    <a:pt x="126301" y="10039"/>
                  </a:lnTo>
                  <a:lnTo>
                    <a:pt x="112052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016481" y="5338895"/>
              <a:ext cx="154476" cy="252279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4199445" y="5347969"/>
              <a:ext cx="605155" cy="247650"/>
            </a:xfrm>
            <a:custGeom>
              <a:avLst/>
              <a:gdLst/>
              <a:ahLst/>
              <a:cxnLst/>
              <a:rect l="l" t="t" r="r" b="b"/>
              <a:pathLst>
                <a:path w="605154" h="247650">
                  <a:moveTo>
                    <a:pt x="149301" y="220535"/>
                  </a:moveTo>
                  <a:lnTo>
                    <a:pt x="130187" y="220535"/>
                  </a:lnTo>
                  <a:lnTo>
                    <a:pt x="130187" y="216001"/>
                  </a:lnTo>
                  <a:lnTo>
                    <a:pt x="130187" y="206616"/>
                  </a:lnTo>
                  <a:lnTo>
                    <a:pt x="130187" y="167106"/>
                  </a:lnTo>
                  <a:lnTo>
                    <a:pt x="130187" y="128562"/>
                  </a:lnTo>
                  <a:lnTo>
                    <a:pt x="129133" y="116014"/>
                  </a:lnTo>
                  <a:lnTo>
                    <a:pt x="125945" y="104927"/>
                  </a:lnTo>
                  <a:lnTo>
                    <a:pt x="120624" y="95288"/>
                  </a:lnTo>
                  <a:lnTo>
                    <a:pt x="119964" y="94564"/>
                  </a:lnTo>
                  <a:lnTo>
                    <a:pt x="113195" y="87109"/>
                  </a:lnTo>
                  <a:lnTo>
                    <a:pt x="103873" y="80594"/>
                  </a:lnTo>
                  <a:lnTo>
                    <a:pt x="92913" y="75946"/>
                  </a:lnTo>
                  <a:lnTo>
                    <a:pt x="80314" y="73152"/>
                  </a:lnTo>
                  <a:lnTo>
                    <a:pt x="66065" y="72212"/>
                  </a:lnTo>
                  <a:lnTo>
                    <a:pt x="55219" y="72821"/>
                  </a:lnTo>
                  <a:lnTo>
                    <a:pt x="15633" y="92544"/>
                  </a:lnTo>
                  <a:lnTo>
                    <a:pt x="6807" y="104927"/>
                  </a:lnTo>
                  <a:lnTo>
                    <a:pt x="22352" y="119494"/>
                  </a:lnTo>
                  <a:lnTo>
                    <a:pt x="26885" y="111937"/>
                  </a:lnTo>
                  <a:lnTo>
                    <a:pt x="32600" y="105892"/>
                  </a:lnTo>
                  <a:lnTo>
                    <a:pt x="64770" y="94564"/>
                  </a:lnTo>
                  <a:lnTo>
                    <a:pt x="74168" y="95148"/>
                  </a:lnTo>
                  <a:lnTo>
                    <a:pt x="103682" y="122783"/>
                  </a:lnTo>
                  <a:lnTo>
                    <a:pt x="104279" y="131152"/>
                  </a:lnTo>
                  <a:lnTo>
                    <a:pt x="104279" y="147675"/>
                  </a:lnTo>
                  <a:lnTo>
                    <a:pt x="104279" y="167106"/>
                  </a:lnTo>
                  <a:lnTo>
                    <a:pt x="104279" y="200240"/>
                  </a:lnTo>
                  <a:lnTo>
                    <a:pt x="102400" y="205371"/>
                  </a:lnTo>
                  <a:lnTo>
                    <a:pt x="94843" y="214655"/>
                  </a:lnTo>
                  <a:lnTo>
                    <a:pt x="89662" y="218325"/>
                  </a:lnTo>
                  <a:lnTo>
                    <a:pt x="76492" y="223723"/>
                  </a:lnTo>
                  <a:lnTo>
                    <a:pt x="68872" y="225069"/>
                  </a:lnTo>
                  <a:lnTo>
                    <a:pt x="50304" y="225069"/>
                  </a:lnTo>
                  <a:lnTo>
                    <a:pt x="42316" y="222808"/>
                  </a:lnTo>
                  <a:lnTo>
                    <a:pt x="30226" y="213741"/>
                  </a:lnTo>
                  <a:lnTo>
                    <a:pt x="27330" y="207632"/>
                  </a:lnTo>
                  <a:lnTo>
                    <a:pt x="27203" y="184162"/>
                  </a:lnTo>
                  <a:lnTo>
                    <a:pt x="30657" y="177901"/>
                  </a:lnTo>
                  <a:lnTo>
                    <a:pt x="69951" y="167106"/>
                  </a:lnTo>
                  <a:lnTo>
                    <a:pt x="104279" y="167106"/>
                  </a:lnTo>
                  <a:lnTo>
                    <a:pt x="104279" y="147675"/>
                  </a:lnTo>
                  <a:lnTo>
                    <a:pt x="71247" y="147675"/>
                  </a:lnTo>
                  <a:lnTo>
                    <a:pt x="59639" y="148031"/>
                  </a:lnTo>
                  <a:lnTo>
                    <a:pt x="17538" y="160299"/>
                  </a:lnTo>
                  <a:lnTo>
                    <a:pt x="0" y="196570"/>
                  </a:lnTo>
                  <a:lnTo>
                    <a:pt x="736" y="205371"/>
                  </a:lnTo>
                  <a:lnTo>
                    <a:pt x="838" y="206616"/>
                  </a:lnTo>
                  <a:lnTo>
                    <a:pt x="22847" y="239445"/>
                  </a:lnTo>
                  <a:lnTo>
                    <a:pt x="56032" y="247091"/>
                  </a:lnTo>
                  <a:lnTo>
                    <a:pt x="64477" y="246595"/>
                  </a:lnTo>
                  <a:lnTo>
                    <a:pt x="99987" y="225069"/>
                  </a:lnTo>
                  <a:lnTo>
                    <a:pt x="101219" y="223164"/>
                  </a:lnTo>
                  <a:lnTo>
                    <a:pt x="104279" y="216001"/>
                  </a:lnTo>
                  <a:lnTo>
                    <a:pt x="105651" y="216001"/>
                  </a:lnTo>
                  <a:lnTo>
                    <a:pt x="106553" y="221513"/>
                  </a:lnTo>
                  <a:lnTo>
                    <a:pt x="110439" y="231876"/>
                  </a:lnTo>
                  <a:lnTo>
                    <a:pt x="113563" y="235927"/>
                  </a:lnTo>
                  <a:lnTo>
                    <a:pt x="122199" y="241757"/>
                  </a:lnTo>
                  <a:lnTo>
                    <a:pt x="127812" y="243205"/>
                  </a:lnTo>
                  <a:lnTo>
                    <a:pt x="149301" y="243205"/>
                  </a:lnTo>
                  <a:lnTo>
                    <a:pt x="149301" y="220535"/>
                  </a:lnTo>
                  <a:close/>
                </a:path>
                <a:path w="605154" h="247650">
                  <a:moveTo>
                    <a:pt x="309600" y="76098"/>
                  </a:moveTo>
                  <a:lnTo>
                    <a:pt x="284670" y="76098"/>
                  </a:lnTo>
                  <a:lnTo>
                    <a:pt x="254876" y="159004"/>
                  </a:lnTo>
                  <a:lnTo>
                    <a:pt x="236740" y="216001"/>
                  </a:lnTo>
                  <a:lnTo>
                    <a:pt x="235115" y="216001"/>
                  </a:lnTo>
                  <a:lnTo>
                    <a:pt x="216979" y="159004"/>
                  </a:lnTo>
                  <a:lnTo>
                    <a:pt x="187833" y="76098"/>
                  </a:lnTo>
                  <a:lnTo>
                    <a:pt x="161925" y="76098"/>
                  </a:lnTo>
                  <a:lnTo>
                    <a:pt x="220548" y="243205"/>
                  </a:lnTo>
                  <a:lnTo>
                    <a:pt x="250659" y="243205"/>
                  </a:lnTo>
                  <a:lnTo>
                    <a:pt x="309600" y="76098"/>
                  </a:lnTo>
                  <a:close/>
                </a:path>
                <a:path w="605154" h="247650">
                  <a:moveTo>
                    <a:pt x="476059" y="220535"/>
                  </a:moveTo>
                  <a:lnTo>
                    <a:pt x="456958" y="220535"/>
                  </a:lnTo>
                  <a:lnTo>
                    <a:pt x="456958" y="216001"/>
                  </a:lnTo>
                  <a:lnTo>
                    <a:pt x="456958" y="206616"/>
                  </a:lnTo>
                  <a:lnTo>
                    <a:pt x="456958" y="167106"/>
                  </a:lnTo>
                  <a:lnTo>
                    <a:pt x="456958" y="128562"/>
                  </a:lnTo>
                  <a:lnTo>
                    <a:pt x="455891" y="116014"/>
                  </a:lnTo>
                  <a:lnTo>
                    <a:pt x="452704" y="104927"/>
                  </a:lnTo>
                  <a:lnTo>
                    <a:pt x="447395" y="95288"/>
                  </a:lnTo>
                  <a:lnTo>
                    <a:pt x="446735" y="94564"/>
                  </a:lnTo>
                  <a:lnTo>
                    <a:pt x="439953" y="87109"/>
                  </a:lnTo>
                  <a:lnTo>
                    <a:pt x="430631" y="80594"/>
                  </a:lnTo>
                  <a:lnTo>
                    <a:pt x="419671" y="75946"/>
                  </a:lnTo>
                  <a:lnTo>
                    <a:pt x="407073" y="73152"/>
                  </a:lnTo>
                  <a:lnTo>
                    <a:pt x="392836" y="72212"/>
                  </a:lnTo>
                  <a:lnTo>
                    <a:pt x="381990" y="72821"/>
                  </a:lnTo>
                  <a:lnTo>
                    <a:pt x="342392" y="92544"/>
                  </a:lnTo>
                  <a:lnTo>
                    <a:pt x="333565" y="104927"/>
                  </a:lnTo>
                  <a:lnTo>
                    <a:pt x="349110" y="119494"/>
                  </a:lnTo>
                  <a:lnTo>
                    <a:pt x="353644" y="111937"/>
                  </a:lnTo>
                  <a:lnTo>
                    <a:pt x="359371" y="105892"/>
                  </a:lnTo>
                  <a:lnTo>
                    <a:pt x="391541" y="94564"/>
                  </a:lnTo>
                  <a:lnTo>
                    <a:pt x="400926" y="95148"/>
                  </a:lnTo>
                  <a:lnTo>
                    <a:pt x="430441" y="122783"/>
                  </a:lnTo>
                  <a:lnTo>
                    <a:pt x="431050" y="131152"/>
                  </a:lnTo>
                  <a:lnTo>
                    <a:pt x="431050" y="147675"/>
                  </a:lnTo>
                  <a:lnTo>
                    <a:pt x="431050" y="167106"/>
                  </a:lnTo>
                  <a:lnTo>
                    <a:pt x="431050" y="200240"/>
                  </a:lnTo>
                  <a:lnTo>
                    <a:pt x="429158" y="205371"/>
                  </a:lnTo>
                  <a:lnTo>
                    <a:pt x="421601" y="214655"/>
                  </a:lnTo>
                  <a:lnTo>
                    <a:pt x="416420" y="218325"/>
                  </a:lnTo>
                  <a:lnTo>
                    <a:pt x="403250" y="223723"/>
                  </a:lnTo>
                  <a:lnTo>
                    <a:pt x="395643" y="225069"/>
                  </a:lnTo>
                  <a:lnTo>
                    <a:pt x="377075" y="225069"/>
                  </a:lnTo>
                  <a:lnTo>
                    <a:pt x="369087" y="222808"/>
                  </a:lnTo>
                  <a:lnTo>
                    <a:pt x="356997" y="213741"/>
                  </a:lnTo>
                  <a:lnTo>
                    <a:pt x="354088" y="207632"/>
                  </a:lnTo>
                  <a:lnTo>
                    <a:pt x="353974" y="184162"/>
                  </a:lnTo>
                  <a:lnTo>
                    <a:pt x="357428" y="177901"/>
                  </a:lnTo>
                  <a:lnTo>
                    <a:pt x="396722" y="167106"/>
                  </a:lnTo>
                  <a:lnTo>
                    <a:pt x="431050" y="167106"/>
                  </a:lnTo>
                  <a:lnTo>
                    <a:pt x="431050" y="147675"/>
                  </a:lnTo>
                  <a:lnTo>
                    <a:pt x="398018" y="147675"/>
                  </a:lnTo>
                  <a:lnTo>
                    <a:pt x="386410" y="148031"/>
                  </a:lnTo>
                  <a:lnTo>
                    <a:pt x="344297" y="160299"/>
                  </a:lnTo>
                  <a:lnTo>
                    <a:pt x="326771" y="196570"/>
                  </a:lnTo>
                  <a:lnTo>
                    <a:pt x="327507" y="205371"/>
                  </a:lnTo>
                  <a:lnTo>
                    <a:pt x="327609" y="206616"/>
                  </a:lnTo>
                  <a:lnTo>
                    <a:pt x="349605" y="239445"/>
                  </a:lnTo>
                  <a:lnTo>
                    <a:pt x="382790" y="247091"/>
                  </a:lnTo>
                  <a:lnTo>
                    <a:pt x="391248" y="246595"/>
                  </a:lnTo>
                  <a:lnTo>
                    <a:pt x="426758" y="225069"/>
                  </a:lnTo>
                  <a:lnTo>
                    <a:pt x="431050" y="216001"/>
                  </a:lnTo>
                  <a:lnTo>
                    <a:pt x="432409" y="216001"/>
                  </a:lnTo>
                  <a:lnTo>
                    <a:pt x="454583" y="243205"/>
                  </a:lnTo>
                  <a:lnTo>
                    <a:pt x="476059" y="243205"/>
                  </a:lnTo>
                  <a:lnTo>
                    <a:pt x="476059" y="220535"/>
                  </a:lnTo>
                  <a:close/>
                </a:path>
                <a:path w="605154" h="247650">
                  <a:moveTo>
                    <a:pt x="584873" y="76098"/>
                  </a:moveTo>
                  <a:lnTo>
                    <a:pt x="548284" y="76098"/>
                  </a:lnTo>
                  <a:lnTo>
                    <a:pt x="548284" y="29794"/>
                  </a:lnTo>
                  <a:lnTo>
                    <a:pt x="524967" y="29794"/>
                  </a:lnTo>
                  <a:lnTo>
                    <a:pt x="524967" y="66497"/>
                  </a:lnTo>
                  <a:lnTo>
                    <a:pt x="523938" y="70434"/>
                  </a:lnTo>
                  <a:lnTo>
                    <a:pt x="519836" y="74968"/>
                  </a:lnTo>
                  <a:lnTo>
                    <a:pt x="516001" y="76098"/>
                  </a:lnTo>
                  <a:lnTo>
                    <a:pt x="494842" y="76098"/>
                  </a:lnTo>
                  <a:lnTo>
                    <a:pt x="494842" y="98767"/>
                  </a:lnTo>
                  <a:lnTo>
                    <a:pt x="522376" y="98767"/>
                  </a:lnTo>
                  <a:lnTo>
                    <a:pt x="522376" y="223672"/>
                  </a:lnTo>
                  <a:lnTo>
                    <a:pt x="524751" y="230251"/>
                  </a:lnTo>
                  <a:lnTo>
                    <a:pt x="534250" y="240614"/>
                  </a:lnTo>
                  <a:lnTo>
                    <a:pt x="541045" y="243205"/>
                  </a:lnTo>
                  <a:lnTo>
                    <a:pt x="582282" y="243205"/>
                  </a:lnTo>
                  <a:lnTo>
                    <a:pt x="582282" y="220535"/>
                  </a:lnTo>
                  <a:lnTo>
                    <a:pt x="548284" y="220535"/>
                  </a:lnTo>
                  <a:lnTo>
                    <a:pt x="548284" y="98767"/>
                  </a:lnTo>
                  <a:lnTo>
                    <a:pt x="584873" y="98767"/>
                  </a:lnTo>
                  <a:lnTo>
                    <a:pt x="584873" y="76098"/>
                  </a:lnTo>
                  <a:close/>
                </a:path>
                <a:path w="605154" h="247650">
                  <a:moveTo>
                    <a:pt x="604634" y="0"/>
                  </a:moveTo>
                  <a:lnTo>
                    <a:pt x="574509" y="0"/>
                  </a:lnTo>
                  <a:lnTo>
                    <a:pt x="570623" y="59905"/>
                  </a:lnTo>
                  <a:lnTo>
                    <a:pt x="587794" y="59905"/>
                  </a:lnTo>
                  <a:lnTo>
                    <a:pt x="604634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0" name="object 130"/>
          <p:cNvGrpSpPr/>
          <p:nvPr/>
        </p:nvGrpSpPr>
        <p:grpSpPr>
          <a:xfrm>
            <a:off x="4886665" y="5338895"/>
            <a:ext cx="822325" cy="317500"/>
            <a:chOff x="4886665" y="5338895"/>
            <a:chExt cx="822325" cy="317500"/>
          </a:xfrm>
        </p:grpSpPr>
        <p:pic>
          <p:nvPicPr>
            <p:cNvPr id="131" name="object 1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6665" y="5420182"/>
              <a:ext cx="127920" cy="174878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047942" y="5420182"/>
              <a:ext cx="138607" cy="174878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5208896" y="5338895"/>
              <a:ext cx="147955" cy="256540"/>
            </a:xfrm>
            <a:custGeom>
              <a:avLst/>
              <a:gdLst/>
              <a:ahLst/>
              <a:cxnLst/>
              <a:rect l="l" t="t" r="r" b="b"/>
              <a:pathLst>
                <a:path w="147954" h="256539">
                  <a:moveTo>
                    <a:pt x="75133" y="81286"/>
                  </a:moveTo>
                  <a:lnTo>
                    <a:pt x="35623" y="92134"/>
                  </a:lnTo>
                  <a:lnTo>
                    <a:pt x="9391" y="122576"/>
                  </a:lnTo>
                  <a:lnTo>
                    <a:pt x="0" y="168725"/>
                  </a:lnTo>
                  <a:lnTo>
                    <a:pt x="586" y="181568"/>
                  </a:lnTo>
                  <a:lnTo>
                    <a:pt x="2322" y="193368"/>
                  </a:lnTo>
                  <a:lnTo>
                    <a:pt x="2347" y="193540"/>
                  </a:lnTo>
                  <a:lnTo>
                    <a:pt x="20645" y="232280"/>
                  </a:lnTo>
                  <a:lnTo>
                    <a:pt x="54126" y="253493"/>
                  </a:lnTo>
                  <a:lnTo>
                    <a:pt x="75133" y="256165"/>
                  </a:lnTo>
                  <a:lnTo>
                    <a:pt x="86548" y="255497"/>
                  </a:lnTo>
                  <a:lnTo>
                    <a:pt x="123953" y="239750"/>
                  </a:lnTo>
                  <a:lnTo>
                    <a:pt x="130578" y="233495"/>
                  </a:lnTo>
                  <a:lnTo>
                    <a:pt x="76752" y="233495"/>
                  </a:lnTo>
                  <a:lnTo>
                    <a:pt x="65731" y="232595"/>
                  </a:lnTo>
                  <a:lnTo>
                    <a:pt x="30482" y="202851"/>
                  </a:lnTo>
                  <a:lnTo>
                    <a:pt x="28067" y="193540"/>
                  </a:lnTo>
                  <a:lnTo>
                    <a:pt x="28023" y="193368"/>
                  </a:lnTo>
                  <a:lnTo>
                    <a:pt x="27203" y="182975"/>
                  </a:lnTo>
                  <a:lnTo>
                    <a:pt x="27203" y="175202"/>
                  </a:lnTo>
                  <a:lnTo>
                    <a:pt x="147351" y="175202"/>
                  </a:lnTo>
                  <a:lnTo>
                    <a:pt x="147351" y="162896"/>
                  </a:lnTo>
                  <a:lnTo>
                    <a:pt x="147018" y="155883"/>
                  </a:lnTo>
                  <a:lnTo>
                    <a:pt x="27203" y="155883"/>
                  </a:lnTo>
                  <a:lnTo>
                    <a:pt x="27317" y="151399"/>
                  </a:lnTo>
                  <a:lnTo>
                    <a:pt x="43126" y="113779"/>
                  </a:lnTo>
                  <a:lnTo>
                    <a:pt x="75133" y="102984"/>
                  </a:lnTo>
                  <a:lnTo>
                    <a:pt x="126676" y="102984"/>
                  </a:lnTo>
                  <a:lnTo>
                    <a:pt x="121302" y="97569"/>
                  </a:lnTo>
                  <a:lnTo>
                    <a:pt x="113671" y="91810"/>
                  </a:lnTo>
                  <a:lnTo>
                    <a:pt x="105190" y="87206"/>
                  </a:lnTo>
                  <a:lnTo>
                    <a:pt x="96168" y="83998"/>
                  </a:lnTo>
                  <a:lnTo>
                    <a:pt x="96351" y="83998"/>
                  </a:lnTo>
                  <a:lnTo>
                    <a:pt x="86024" y="81964"/>
                  </a:lnTo>
                  <a:lnTo>
                    <a:pt x="86253" y="81964"/>
                  </a:lnTo>
                  <a:lnTo>
                    <a:pt x="75133" y="81286"/>
                  </a:lnTo>
                  <a:close/>
                </a:path>
                <a:path w="147954" h="256539">
                  <a:moveTo>
                    <a:pt x="122739" y="204673"/>
                  </a:moveTo>
                  <a:lnTo>
                    <a:pt x="91609" y="231633"/>
                  </a:lnTo>
                  <a:lnTo>
                    <a:pt x="76752" y="233495"/>
                  </a:lnTo>
                  <a:lnTo>
                    <a:pt x="130578" y="233495"/>
                  </a:lnTo>
                  <a:lnTo>
                    <a:pt x="130835" y="233252"/>
                  </a:lnTo>
                  <a:lnTo>
                    <a:pt x="136535" y="226047"/>
                  </a:lnTo>
                  <a:lnTo>
                    <a:pt x="141198" y="217951"/>
                  </a:lnTo>
                  <a:lnTo>
                    <a:pt x="122739" y="204673"/>
                  </a:lnTo>
                  <a:close/>
                </a:path>
                <a:path w="147954" h="256539">
                  <a:moveTo>
                    <a:pt x="126676" y="102984"/>
                  </a:moveTo>
                  <a:lnTo>
                    <a:pt x="83985" y="102984"/>
                  </a:lnTo>
                  <a:lnTo>
                    <a:pt x="91757" y="105035"/>
                  </a:lnTo>
                  <a:lnTo>
                    <a:pt x="103222" y="112062"/>
                  </a:lnTo>
                  <a:lnTo>
                    <a:pt x="119461" y="151399"/>
                  </a:lnTo>
                  <a:lnTo>
                    <a:pt x="119500" y="155883"/>
                  </a:lnTo>
                  <a:lnTo>
                    <a:pt x="147018" y="155883"/>
                  </a:lnTo>
                  <a:lnTo>
                    <a:pt x="133770" y="112062"/>
                  </a:lnTo>
                  <a:lnTo>
                    <a:pt x="128001" y="104319"/>
                  </a:lnTo>
                  <a:lnTo>
                    <a:pt x="126676" y="102984"/>
                  </a:lnTo>
                  <a:close/>
                </a:path>
                <a:path w="147954" h="256539">
                  <a:moveTo>
                    <a:pt x="88087" y="0"/>
                  </a:moveTo>
                  <a:lnTo>
                    <a:pt x="60559" y="55054"/>
                  </a:lnTo>
                  <a:lnTo>
                    <a:pt x="77400" y="62826"/>
                  </a:lnTo>
                  <a:lnTo>
                    <a:pt x="111728" y="11334"/>
                  </a:lnTo>
                  <a:lnTo>
                    <a:pt x="88087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398995" y="5420182"/>
              <a:ext cx="130511" cy="170992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558330" y="5424068"/>
              <a:ext cx="150590" cy="231876"/>
            </a:xfrm>
            <a:prstGeom prst="rect">
              <a:avLst/>
            </a:prstGeom>
          </p:spPr>
        </p:pic>
      </p:grpSp>
      <p:grpSp>
        <p:nvGrpSpPr>
          <p:cNvPr id="136" name="object 136"/>
          <p:cNvGrpSpPr/>
          <p:nvPr/>
        </p:nvGrpSpPr>
        <p:grpSpPr>
          <a:xfrm>
            <a:off x="2044044" y="5862599"/>
            <a:ext cx="820419" cy="208279"/>
            <a:chOff x="2044044" y="5862599"/>
            <a:chExt cx="820419" cy="208279"/>
          </a:xfrm>
        </p:grpSpPr>
        <p:sp>
          <p:nvSpPr>
            <p:cNvPr id="137" name="object 137"/>
            <p:cNvSpPr/>
            <p:nvPr/>
          </p:nvSpPr>
          <p:spPr>
            <a:xfrm>
              <a:off x="2044044" y="5870067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30" h="197485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5"/>
                  </a:lnTo>
                  <a:lnTo>
                    <a:pt x="7184" y="195839"/>
                  </a:lnTo>
                  <a:lnTo>
                    <a:pt x="11366" y="197358"/>
                  </a:lnTo>
                  <a:lnTo>
                    <a:pt x="36417" y="197358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103547" y="5927645"/>
              <a:ext cx="119505" cy="142980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261683" y="5862599"/>
              <a:ext cx="244264" cy="208025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2537402" y="5870067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30" h="197485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5"/>
                  </a:lnTo>
                  <a:lnTo>
                    <a:pt x="7184" y="195839"/>
                  </a:lnTo>
                  <a:lnTo>
                    <a:pt x="11366" y="197358"/>
                  </a:lnTo>
                  <a:lnTo>
                    <a:pt x="36417" y="197358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607765" y="5927645"/>
              <a:ext cx="102603" cy="139780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747271" y="5927645"/>
              <a:ext cx="116864" cy="142980"/>
            </a:xfrm>
            <a:prstGeom prst="rect">
              <a:avLst/>
            </a:prstGeom>
          </p:spPr>
        </p:pic>
      </p:grpSp>
      <p:grpSp>
        <p:nvGrpSpPr>
          <p:cNvPr id="143" name="object 143"/>
          <p:cNvGrpSpPr/>
          <p:nvPr/>
        </p:nvGrpSpPr>
        <p:grpSpPr>
          <a:xfrm>
            <a:off x="2947805" y="5878067"/>
            <a:ext cx="622935" cy="193040"/>
            <a:chOff x="2947805" y="5878067"/>
            <a:chExt cx="622935" cy="193040"/>
          </a:xfrm>
        </p:grpSpPr>
        <p:pic>
          <p:nvPicPr>
            <p:cNvPr id="144" name="object 144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2947805" y="5881268"/>
              <a:ext cx="99679" cy="189357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3083403" y="5878067"/>
              <a:ext cx="125731" cy="192557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240340" y="5878067"/>
              <a:ext cx="152490" cy="192557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435905" y="5881268"/>
              <a:ext cx="134278" cy="186156"/>
            </a:xfrm>
            <a:prstGeom prst="rect">
              <a:avLst/>
            </a:prstGeom>
          </p:spPr>
        </p:pic>
      </p:grpSp>
      <p:grpSp>
        <p:nvGrpSpPr>
          <p:cNvPr id="148" name="object 148"/>
          <p:cNvGrpSpPr/>
          <p:nvPr/>
        </p:nvGrpSpPr>
        <p:grpSpPr>
          <a:xfrm>
            <a:off x="3670436" y="5862599"/>
            <a:ext cx="242570" cy="208279"/>
            <a:chOff x="3670436" y="5862599"/>
            <a:chExt cx="242570" cy="208279"/>
          </a:xfrm>
        </p:grpSpPr>
        <p:pic>
          <p:nvPicPr>
            <p:cNvPr id="149" name="object 14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670436" y="5927645"/>
              <a:ext cx="101092" cy="142980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809709" y="5862599"/>
              <a:ext cx="102679" cy="208025"/>
            </a:xfrm>
            <a:prstGeom prst="rect">
              <a:avLst/>
            </a:prstGeom>
          </p:spPr>
        </p:pic>
      </p:grpSp>
      <p:grpSp>
        <p:nvGrpSpPr>
          <p:cNvPr id="151" name="object 151"/>
          <p:cNvGrpSpPr/>
          <p:nvPr/>
        </p:nvGrpSpPr>
        <p:grpSpPr>
          <a:xfrm>
            <a:off x="3961757" y="5870066"/>
            <a:ext cx="534670" cy="250825"/>
            <a:chOff x="3961757" y="5870066"/>
            <a:chExt cx="534670" cy="250825"/>
          </a:xfrm>
        </p:grpSpPr>
        <p:pic>
          <p:nvPicPr>
            <p:cNvPr id="152" name="object 15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61757" y="5870066"/>
              <a:ext cx="114010" cy="200558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04026" y="5927644"/>
              <a:ext cx="119506" cy="142980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262161" y="5930845"/>
              <a:ext cx="233991" cy="189919"/>
            </a:xfrm>
            <a:prstGeom prst="rect">
              <a:avLst/>
            </a:prstGeom>
          </p:spPr>
        </p:pic>
      </p:grpSp>
      <p:grpSp>
        <p:nvGrpSpPr>
          <p:cNvPr id="155" name="object 155"/>
          <p:cNvGrpSpPr/>
          <p:nvPr/>
        </p:nvGrpSpPr>
        <p:grpSpPr>
          <a:xfrm>
            <a:off x="4605708" y="5865799"/>
            <a:ext cx="768985" cy="205104"/>
            <a:chOff x="4605708" y="5865799"/>
            <a:chExt cx="768985" cy="205104"/>
          </a:xfrm>
        </p:grpSpPr>
        <p:pic>
          <p:nvPicPr>
            <p:cNvPr id="156" name="object 156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605708" y="5927644"/>
              <a:ext cx="102604" cy="139780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745215" y="5927644"/>
              <a:ext cx="116862" cy="142980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886913" y="5927644"/>
              <a:ext cx="101092" cy="142980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027994" y="5865799"/>
              <a:ext cx="241508" cy="204825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308174" y="5930845"/>
              <a:ext cx="66315" cy="136579"/>
            </a:xfrm>
            <a:prstGeom prst="rect">
              <a:avLst/>
            </a:prstGeom>
          </p:spPr>
        </p:pic>
      </p:grpSp>
      <p:pic>
        <p:nvPicPr>
          <p:cNvPr id="161" name="object 161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5455048" y="5871933"/>
            <a:ext cx="170030" cy="248831"/>
          </a:xfrm>
          <a:prstGeom prst="rect">
            <a:avLst/>
          </a:prstGeom>
        </p:spPr>
      </p:pic>
      <p:grpSp>
        <p:nvGrpSpPr>
          <p:cNvPr id="162" name="object 162"/>
          <p:cNvGrpSpPr/>
          <p:nvPr/>
        </p:nvGrpSpPr>
        <p:grpSpPr>
          <a:xfrm>
            <a:off x="5723940" y="5870066"/>
            <a:ext cx="615315" cy="200660"/>
            <a:chOff x="5723940" y="5870066"/>
            <a:chExt cx="615315" cy="200660"/>
          </a:xfrm>
        </p:grpSpPr>
        <p:pic>
          <p:nvPicPr>
            <p:cNvPr id="163" name="object 16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723940" y="5927644"/>
              <a:ext cx="109580" cy="142980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5867289" y="5870066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5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7" y="189765"/>
                  </a:lnTo>
                  <a:lnTo>
                    <a:pt x="7185" y="195839"/>
                  </a:lnTo>
                  <a:lnTo>
                    <a:pt x="11366" y="197358"/>
                  </a:lnTo>
                  <a:lnTo>
                    <a:pt x="36417" y="197358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926792" y="5927644"/>
              <a:ext cx="119506" cy="142980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6083079" y="5930845"/>
              <a:ext cx="102599" cy="13978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6224797" y="5870066"/>
              <a:ext cx="114010" cy="200558"/>
            </a:xfrm>
            <a:prstGeom prst="rect">
              <a:avLst/>
            </a:prstGeom>
          </p:spPr>
        </p:pic>
      </p:grpSp>
      <p:grpSp>
        <p:nvGrpSpPr>
          <p:cNvPr id="168" name="object 168"/>
          <p:cNvGrpSpPr/>
          <p:nvPr/>
        </p:nvGrpSpPr>
        <p:grpSpPr>
          <a:xfrm>
            <a:off x="6440379" y="5927645"/>
            <a:ext cx="371475" cy="143510"/>
            <a:chOff x="6440379" y="5927645"/>
            <a:chExt cx="371475" cy="143510"/>
          </a:xfrm>
        </p:grpSpPr>
        <p:pic>
          <p:nvPicPr>
            <p:cNvPr id="169" name="object 169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6440379" y="5927645"/>
              <a:ext cx="109579" cy="142980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70978" y="5927645"/>
              <a:ext cx="116864" cy="142980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708572" y="5930845"/>
              <a:ext cx="103132" cy="136579"/>
            </a:xfrm>
            <a:prstGeom prst="rect">
              <a:avLst/>
            </a:prstGeom>
          </p:spPr>
        </p:pic>
      </p:grpSp>
      <p:grpSp>
        <p:nvGrpSpPr>
          <p:cNvPr id="172" name="object 172"/>
          <p:cNvGrpSpPr/>
          <p:nvPr/>
        </p:nvGrpSpPr>
        <p:grpSpPr>
          <a:xfrm>
            <a:off x="6889270" y="5870066"/>
            <a:ext cx="692785" cy="200660"/>
            <a:chOff x="6889270" y="5870066"/>
            <a:chExt cx="692785" cy="200660"/>
          </a:xfrm>
        </p:grpSpPr>
        <p:pic>
          <p:nvPicPr>
            <p:cNvPr id="173" name="object 17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889270" y="5881268"/>
              <a:ext cx="152565" cy="186156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071797" y="5930845"/>
              <a:ext cx="102599" cy="139780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7206981" y="5892603"/>
              <a:ext cx="69888" cy="174821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7313245" y="5870066"/>
              <a:ext cx="102604" cy="197358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455884" y="5878067"/>
              <a:ext cx="125731" cy="192557"/>
            </a:xfrm>
            <a:prstGeom prst="rect">
              <a:avLst/>
            </a:prstGeom>
          </p:spPr>
        </p:pic>
      </p:grpSp>
      <p:sp>
        <p:nvSpPr>
          <p:cNvPr id="178" name="object 178"/>
          <p:cNvSpPr/>
          <p:nvPr/>
        </p:nvSpPr>
        <p:spPr>
          <a:xfrm>
            <a:off x="7679042" y="5920739"/>
            <a:ext cx="125730" cy="129539"/>
          </a:xfrm>
          <a:custGeom>
            <a:avLst/>
            <a:gdLst/>
            <a:ahLst/>
            <a:cxnLst/>
            <a:rect l="l" t="t" r="r" b="b"/>
            <a:pathLst>
              <a:path w="125729" h="129539">
                <a:moveTo>
                  <a:pt x="125425" y="58420"/>
                </a:moveTo>
                <a:lnTo>
                  <a:pt x="70002" y="58420"/>
                </a:lnTo>
                <a:lnTo>
                  <a:pt x="70002" y="0"/>
                </a:lnTo>
                <a:lnTo>
                  <a:pt x="55435" y="0"/>
                </a:lnTo>
                <a:lnTo>
                  <a:pt x="55435" y="58420"/>
                </a:lnTo>
                <a:lnTo>
                  <a:pt x="0" y="58420"/>
                </a:lnTo>
                <a:lnTo>
                  <a:pt x="0" y="72390"/>
                </a:lnTo>
                <a:lnTo>
                  <a:pt x="55435" y="72390"/>
                </a:lnTo>
                <a:lnTo>
                  <a:pt x="55435" y="129540"/>
                </a:lnTo>
                <a:lnTo>
                  <a:pt x="70002" y="129540"/>
                </a:lnTo>
                <a:lnTo>
                  <a:pt x="70002" y="72390"/>
                </a:lnTo>
                <a:lnTo>
                  <a:pt x="125425" y="72390"/>
                </a:lnTo>
                <a:lnTo>
                  <a:pt x="125425" y="5842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9" name="object 179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7890008" y="5881370"/>
            <a:ext cx="257601" cy="189255"/>
          </a:xfrm>
          <a:prstGeom prst="rect">
            <a:avLst/>
          </a:prstGeom>
        </p:spPr>
      </p:pic>
      <p:grpSp>
        <p:nvGrpSpPr>
          <p:cNvPr id="180" name="object 180"/>
          <p:cNvGrpSpPr/>
          <p:nvPr/>
        </p:nvGrpSpPr>
        <p:grpSpPr>
          <a:xfrm>
            <a:off x="8197099" y="5927645"/>
            <a:ext cx="331470" cy="143510"/>
            <a:chOff x="8197099" y="5927645"/>
            <a:chExt cx="331470" cy="143510"/>
          </a:xfrm>
        </p:grpSpPr>
        <p:pic>
          <p:nvPicPr>
            <p:cNvPr id="181" name="object 181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8197099" y="5927645"/>
              <a:ext cx="182478" cy="142980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408708" y="5927645"/>
              <a:ext cx="119507" cy="142980"/>
            </a:xfrm>
            <a:prstGeom prst="rect">
              <a:avLst/>
            </a:prstGeom>
          </p:spPr>
        </p:pic>
      </p:grpSp>
      <p:sp>
        <p:nvSpPr>
          <p:cNvPr id="183" name="object 183"/>
          <p:cNvSpPr txBox="1"/>
          <p:nvPr/>
        </p:nvSpPr>
        <p:spPr>
          <a:xfrm>
            <a:off x="939800" y="6711950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A857C"/>
                </a:solidFill>
                <a:latin typeface="Courier New"/>
                <a:cs typeface="Courier New"/>
              </a:rPr>
              <a:t>04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2049418" y="6719563"/>
            <a:ext cx="525145" cy="247650"/>
            <a:chOff x="2049418" y="6719563"/>
            <a:chExt cx="525145" cy="247650"/>
          </a:xfrm>
        </p:grpSpPr>
        <p:pic>
          <p:nvPicPr>
            <p:cNvPr id="185" name="object 18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049418" y="6736727"/>
              <a:ext cx="202730" cy="226047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2296515" y="6719563"/>
              <a:ext cx="277863" cy="247097"/>
            </a:xfrm>
            <a:prstGeom prst="rect">
              <a:avLst/>
            </a:prstGeom>
          </p:spPr>
        </p:pic>
      </p:grpSp>
      <p:grpSp>
        <p:nvGrpSpPr>
          <p:cNvPr id="187" name="object 187"/>
          <p:cNvGrpSpPr/>
          <p:nvPr/>
        </p:nvGrpSpPr>
        <p:grpSpPr>
          <a:xfrm>
            <a:off x="2651131" y="6710495"/>
            <a:ext cx="1021715" cy="317500"/>
            <a:chOff x="2651131" y="6710495"/>
            <a:chExt cx="1021715" cy="317500"/>
          </a:xfrm>
        </p:grpSpPr>
        <p:pic>
          <p:nvPicPr>
            <p:cNvPr id="188" name="object 188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2651131" y="6795668"/>
              <a:ext cx="147675" cy="167106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2832163" y="6723125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7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75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7" y="216979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906971" y="6791782"/>
              <a:ext cx="149294" cy="174878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77316" y="6791782"/>
              <a:ext cx="127920" cy="174878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30497" y="6749357"/>
              <a:ext cx="90030" cy="213417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362304" y="6791782"/>
              <a:ext cx="130511" cy="170992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3521638" y="6710495"/>
              <a:ext cx="151130" cy="317500"/>
            </a:xfrm>
            <a:custGeom>
              <a:avLst/>
              <a:gdLst/>
              <a:ahLst/>
              <a:cxnLst/>
              <a:rect l="l" t="t" r="r" b="b"/>
              <a:pathLst>
                <a:path w="151129" h="317500">
                  <a:moveTo>
                    <a:pt x="25908" y="85172"/>
                  </a:moveTo>
                  <a:lnTo>
                    <a:pt x="0" y="85172"/>
                  </a:lnTo>
                  <a:lnTo>
                    <a:pt x="62503" y="258756"/>
                  </a:lnTo>
                  <a:lnTo>
                    <a:pt x="49872" y="294379"/>
                  </a:lnTo>
                  <a:lnTo>
                    <a:pt x="23641" y="294379"/>
                  </a:lnTo>
                  <a:lnTo>
                    <a:pt x="23641" y="317049"/>
                  </a:lnTo>
                  <a:lnTo>
                    <a:pt x="45123" y="317049"/>
                  </a:lnTo>
                  <a:lnTo>
                    <a:pt x="51600" y="316293"/>
                  </a:lnTo>
                  <a:lnTo>
                    <a:pt x="75780" y="291141"/>
                  </a:lnTo>
                  <a:lnTo>
                    <a:pt x="99423" y="226047"/>
                  </a:lnTo>
                  <a:lnTo>
                    <a:pt x="73837" y="226047"/>
                  </a:lnTo>
                  <a:lnTo>
                    <a:pt x="66065" y="198843"/>
                  </a:lnTo>
                  <a:lnTo>
                    <a:pt x="25908" y="85172"/>
                  </a:lnTo>
                  <a:close/>
                </a:path>
                <a:path w="151129" h="317500">
                  <a:moveTo>
                    <a:pt x="150590" y="85172"/>
                  </a:moveTo>
                  <a:lnTo>
                    <a:pt x="125006" y="85172"/>
                  </a:lnTo>
                  <a:lnTo>
                    <a:pt x="84524" y="198843"/>
                  </a:lnTo>
                  <a:lnTo>
                    <a:pt x="75457" y="226047"/>
                  </a:lnTo>
                  <a:lnTo>
                    <a:pt x="99423" y="226047"/>
                  </a:lnTo>
                  <a:lnTo>
                    <a:pt x="150590" y="85172"/>
                  </a:lnTo>
                  <a:close/>
                </a:path>
                <a:path w="151129" h="317500">
                  <a:moveTo>
                    <a:pt x="88411" y="0"/>
                  </a:moveTo>
                  <a:lnTo>
                    <a:pt x="60883" y="55054"/>
                  </a:lnTo>
                  <a:lnTo>
                    <a:pt x="77724" y="62826"/>
                  </a:lnTo>
                  <a:lnTo>
                    <a:pt x="112052" y="11334"/>
                  </a:lnTo>
                  <a:lnTo>
                    <a:pt x="8841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5" name="object 195"/>
          <p:cNvGrpSpPr/>
          <p:nvPr/>
        </p:nvGrpSpPr>
        <p:grpSpPr>
          <a:xfrm>
            <a:off x="3782662" y="6736727"/>
            <a:ext cx="382270" cy="230504"/>
            <a:chOff x="3782662" y="6736727"/>
            <a:chExt cx="382270" cy="230504"/>
          </a:xfrm>
        </p:grpSpPr>
        <p:pic>
          <p:nvPicPr>
            <p:cNvPr id="196" name="object 19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782662" y="6736727"/>
              <a:ext cx="162572" cy="229933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981506" y="6736727"/>
              <a:ext cx="182975" cy="226047"/>
            </a:xfrm>
            <a:prstGeom prst="rect">
              <a:avLst/>
            </a:prstGeom>
          </p:spPr>
        </p:pic>
      </p:grpSp>
      <p:sp>
        <p:nvSpPr>
          <p:cNvPr id="198" name="object 198"/>
          <p:cNvSpPr/>
          <p:nvPr/>
        </p:nvSpPr>
        <p:spPr>
          <a:xfrm>
            <a:off x="4260340" y="6852018"/>
            <a:ext cx="229870" cy="24765"/>
          </a:xfrm>
          <a:custGeom>
            <a:avLst/>
            <a:gdLst/>
            <a:ahLst/>
            <a:cxnLst/>
            <a:rect l="l" t="t" r="r" b="b"/>
            <a:pathLst>
              <a:path w="229870" h="24765">
                <a:moveTo>
                  <a:pt x="229285" y="0"/>
                </a:moveTo>
                <a:lnTo>
                  <a:pt x="0" y="0"/>
                </a:lnTo>
                <a:lnTo>
                  <a:pt x="0" y="24612"/>
                </a:lnTo>
                <a:lnTo>
                  <a:pt x="229285" y="24612"/>
                </a:lnTo>
                <a:lnTo>
                  <a:pt x="229285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9" name="object 199"/>
          <p:cNvGrpSpPr/>
          <p:nvPr/>
        </p:nvGrpSpPr>
        <p:grpSpPr>
          <a:xfrm>
            <a:off x="4605240" y="6723126"/>
            <a:ext cx="720090" cy="304800"/>
            <a:chOff x="4605240" y="6723126"/>
            <a:chExt cx="720090" cy="304800"/>
          </a:xfrm>
        </p:grpSpPr>
        <p:pic>
          <p:nvPicPr>
            <p:cNvPr id="200" name="object 200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605240" y="6723126"/>
              <a:ext cx="300207" cy="243535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924555" y="6795668"/>
              <a:ext cx="150591" cy="231876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108178" y="6723126"/>
              <a:ext cx="144113" cy="243535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5293097" y="6723126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7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7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30" y="32006"/>
                  </a:lnTo>
                  <a:lnTo>
                    <a:pt x="30496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6" y="6746"/>
                  </a:lnTo>
                  <a:lnTo>
                    <a:pt x="25530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4" name="object 204"/>
          <p:cNvGrpSpPr/>
          <p:nvPr/>
        </p:nvGrpSpPr>
        <p:grpSpPr>
          <a:xfrm>
            <a:off x="5376974" y="6723126"/>
            <a:ext cx="552450" cy="304800"/>
            <a:chOff x="5376974" y="6723126"/>
            <a:chExt cx="552450" cy="304800"/>
          </a:xfrm>
        </p:grpSpPr>
        <p:pic>
          <p:nvPicPr>
            <p:cNvPr id="205" name="object 20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376974" y="6791782"/>
              <a:ext cx="130511" cy="170992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5549586" y="6723126"/>
              <a:ext cx="144113" cy="243535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726732" y="6795668"/>
              <a:ext cx="202082" cy="231876"/>
            </a:xfrm>
            <a:prstGeom prst="rect">
              <a:avLst/>
            </a:prstGeom>
          </p:spPr>
        </p:pic>
      </p:grpSp>
      <p:pic>
        <p:nvPicPr>
          <p:cNvPr id="208" name="object 20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41190" y="6791782"/>
            <a:ext cx="127920" cy="174878"/>
          </a:xfrm>
          <a:prstGeom prst="rect">
            <a:avLst/>
          </a:prstGeom>
        </p:spPr>
      </p:pic>
      <p:grpSp>
        <p:nvGrpSpPr>
          <p:cNvPr id="209" name="object 209"/>
          <p:cNvGrpSpPr/>
          <p:nvPr/>
        </p:nvGrpSpPr>
        <p:grpSpPr>
          <a:xfrm>
            <a:off x="6214774" y="6723126"/>
            <a:ext cx="1238885" cy="304800"/>
            <a:chOff x="6214774" y="6723126"/>
            <a:chExt cx="1238885" cy="304800"/>
          </a:xfrm>
        </p:grpSpPr>
        <p:pic>
          <p:nvPicPr>
            <p:cNvPr id="210" name="object 21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214774" y="6723126"/>
              <a:ext cx="130511" cy="239649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86414" y="6791782"/>
              <a:ext cx="150914" cy="174878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6580076" y="6749357"/>
              <a:ext cx="192043" cy="213417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6800294" y="6791782"/>
              <a:ext cx="138607" cy="174878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6973877" y="6795668"/>
              <a:ext cx="130511" cy="170992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41307" y="6749357"/>
              <a:ext cx="90030" cy="213417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7251094" y="6795668"/>
              <a:ext cx="202082" cy="231876"/>
            </a:xfrm>
            <a:prstGeom prst="rect">
              <a:avLst/>
            </a:prstGeom>
          </p:spPr>
        </p:pic>
      </p:grpSp>
      <p:pic>
        <p:nvPicPr>
          <p:cNvPr id="217" name="object 217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7559722" y="6712439"/>
            <a:ext cx="1941155" cy="315106"/>
          </a:xfrm>
          <a:prstGeom prst="rect">
            <a:avLst/>
          </a:prstGeom>
        </p:spPr>
      </p:pic>
      <p:grpSp>
        <p:nvGrpSpPr>
          <p:cNvPr id="218" name="object 218"/>
          <p:cNvGrpSpPr/>
          <p:nvPr/>
        </p:nvGrpSpPr>
        <p:grpSpPr>
          <a:xfrm>
            <a:off x="2030501" y="7249668"/>
            <a:ext cx="297815" cy="193040"/>
            <a:chOff x="2030501" y="7249668"/>
            <a:chExt cx="297815" cy="193040"/>
          </a:xfrm>
        </p:grpSpPr>
        <p:pic>
          <p:nvPicPr>
            <p:cNvPr id="219" name="object 219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2030501" y="7249668"/>
              <a:ext cx="125732" cy="192557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2197084" y="7252868"/>
              <a:ext cx="130633" cy="186156"/>
            </a:xfrm>
            <a:prstGeom prst="rect">
              <a:avLst/>
            </a:prstGeom>
          </p:spPr>
        </p:pic>
      </p:grpSp>
      <p:sp>
        <p:nvSpPr>
          <p:cNvPr id="221" name="object 221"/>
          <p:cNvSpPr/>
          <p:nvPr/>
        </p:nvSpPr>
        <p:spPr>
          <a:xfrm>
            <a:off x="2399134" y="7241667"/>
            <a:ext cx="81280" cy="238125"/>
          </a:xfrm>
          <a:custGeom>
            <a:avLst/>
            <a:gdLst/>
            <a:ahLst/>
            <a:cxnLst/>
            <a:rect l="l" t="t" r="r" b="b"/>
            <a:pathLst>
              <a:path w="81280" h="238125">
                <a:moveTo>
                  <a:pt x="81027" y="0"/>
                </a:moveTo>
                <a:lnTo>
                  <a:pt x="67221" y="0"/>
                </a:lnTo>
                <a:lnTo>
                  <a:pt x="0" y="237629"/>
                </a:lnTo>
                <a:lnTo>
                  <a:pt x="13806" y="237629"/>
                </a:lnTo>
                <a:lnTo>
                  <a:pt x="81027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2" name="object 222"/>
          <p:cNvGrpSpPr/>
          <p:nvPr/>
        </p:nvGrpSpPr>
        <p:grpSpPr>
          <a:xfrm>
            <a:off x="2580501" y="7252868"/>
            <a:ext cx="287655" cy="187325"/>
            <a:chOff x="2580501" y="7252868"/>
            <a:chExt cx="287655" cy="187325"/>
          </a:xfrm>
        </p:grpSpPr>
        <p:sp>
          <p:nvSpPr>
            <p:cNvPr id="223" name="object 223"/>
            <p:cNvSpPr/>
            <p:nvPr/>
          </p:nvSpPr>
          <p:spPr>
            <a:xfrm>
              <a:off x="2580500" y="7252969"/>
              <a:ext cx="109220" cy="186690"/>
            </a:xfrm>
            <a:custGeom>
              <a:avLst/>
              <a:gdLst/>
              <a:ahLst/>
              <a:cxnLst/>
              <a:rect l="l" t="t" r="r" b="b"/>
              <a:pathLst>
                <a:path w="109219" h="186690">
                  <a:moveTo>
                    <a:pt x="108940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0" y="85090"/>
                  </a:lnTo>
                  <a:lnTo>
                    <a:pt x="0" y="99060"/>
                  </a:lnTo>
                  <a:lnTo>
                    <a:pt x="0" y="171450"/>
                  </a:lnTo>
                  <a:lnTo>
                    <a:pt x="0" y="186690"/>
                  </a:lnTo>
                  <a:lnTo>
                    <a:pt x="108940" y="186690"/>
                  </a:lnTo>
                  <a:lnTo>
                    <a:pt x="108940" y="171450"/>
                  </a:lnTo>
                  <a:lnTo>
                    <a:pt x="15963" y="171450"/>
                  </a:lnTo>
                  <a:lnTo>
                    <a:pt x="15963" y="99060"/>
                  </a:lnTo>
                  <a:lnTo>
                    <a:pt x="104432" y="99060"/>
                  </a:lnTo>
                  <a:lnTo>
                    <a:pt x="104432" y="85090"/>
                  </a:lnTo>
                  <a:lnTo>
                    <a:pt x="15963" y="85090"/>
                  </a:lnTo>
                  <a:lnTo>
                    <a:pt x="15963" y="13970"/>
                  </a:lnTo>
                  <a:lnTo>
                    <a:pt x="108940" y="13970"/>
                  </a:lnTo>
                  <a:lnTo>
                    <a:pt x="10894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4" name="object 224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2733704" y="7252868"/>
              <a:ext cx="134278" cy="186156"/>
            </a:xfrm>
            <a:prstGeom prst="rect">
              <a:avLst/>
            </a:prstGeom>
          </p:spPr>
        </p:pic>
      </p:grpSp>
      <p:pic>
        <p:nvPicPr>
          <p:cNvPr id="225" name="object 225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2968235" y="7299245"/>
            <a:ext cx="101092" cy="142980"/>
          </a:xfrm>
          <a:prstGeom prst="rect">
            <a:avLst/>
          </a:prstGeom>
        </p:spPr>
      </p:pic>
      <p:grpSp>
        <p:nvGrpSpPr>
          <p:cNvPr id="226" name="object 226"/>
          <p:cNvGrpSpPr/>
          <p:nvPr/>
        </p:nvGrpSpPr>
        <p:grpSpPr>
          <a:xfrm>
            <a:off x="3159705" y="7264203"/>
            <a:ext cx="857250" cy="231775"/>
            <a:chOff x="3159705" y="7264203"/>
            <a:chExt cx="857250" cy="231775"/>
          </a:xfrm>
        </p:grpSpPr>
        <p:pic>
          <p:nvPicPr>
            <p:cNvPr id="227" name="object 227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3159705" y="7285334"/>
              <a:ext cx="257898" cy="210230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3439326" y="7264203"/>
              <a:ext cx="156220" cy="174821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3620016" y="7264203"/>
              <a:ext cx="336857" cy="178022"/>
            </a:xfrm>
            <a:prstGeom prst="rect">
              <a:avLst/>
            </a:prstGeom>
          </p:spPr>
        </p:pic>
        <p:sp>
          <p:nvSpPr>
            <p:cNvPr id="230" name="object 230"/>
            <p:cNvSpPr/>
            <p:nvPr/>
          </p:nvSpPr>
          <p:spPr>
            <a:xfrm>
              <a:off x="3981189" y="7414463"/>
              <a:ext cx="36195" cy="61594"/>
            </a:xfrm>
            <a:custGeom>
              <a:avLst/>
              <a:gdLst/>
              <a:ahLst/>
              <a:cxnLst/>
              <a:rect l="l" t="t" r="r" b="b"/>
              <a:pathLst>
                <a:path w="36195" h="61595">
                  <a:moveTo>
                    <a:pt x="27509" y="0"/>
                  </a:moveTo>
                  <a:lnTo>
                    <a:pt x="23064" y="0"/>
                  </a:lnTo>
                  <a:lnTo>
                    <a:pt x="18661" y="0"/>
                  </a:lnTo>
                  <a:lnTo>
                    <a:pt x="15420" y="1155"/>
                  </a:lnTo>
                  <a:lnTo>
                    <a:pt x="11261" y="5778"/>
                  </a:lnTo>
                  <a:lnTo>
                    <a:pt x="10222" y="8726"/>
                  </a:lnTo>
                  <a:lnTo>
                    <a:pt x="10222" y="18322"/>
                  </a:lnTo>
                  <a:lnTo>
                    <a:pt x="10980" y="20721"/>
                  </a:lnTo>
                  <a:lnTo>
                    <a:pt x="14014" y="24730"/>
                  </a:lnTo>
                  <a:lnTo>
                    <a:pt x="16480" y="26003"/>
                  </a:lnTo>
                  <a:lnTo>
                    <a:pt x="19898" y="26545"/>
                  </a:lnTo>
                  <a:lnTo>
                    <a:pt x="18822" y="32284"/>
                  </a:lnTo>
                  <a:lnTo>
                    <a:pt x="16709" y="38016"/>
                  </a:lnTo>
                  <a:lnTo>
                    <a:pt x="10406" y="49465"/>
                  </a:lnTo>
                  <a:lnTo>
                    <a:pt x="5886" y="55380"/>
                  </a:lnTo>
                  <a:lnTo>
                    <a:pt x="0" y="61487"/>
                  </a:lnTo>
                  <a:lnTo>
                    <a:pt x="12884" y="61487"/>
                  </a:lnTo>
                  <a:lnTo>
                    <a:pt x="35703" y="23017"/>
                  </a:lnTo>
                  <a:lnTo>
                    <a:pt x="35703" y="8726"/>
                  </a:lnTo>
                  <a:lnTo>
                    <a:pt x="34709" y="5778"/>
                  </a:lnTo>
                  <a:lnTo>
                    <a:pt x="30727" y="1155"/>
                  </a:lnTo>
                  <a:lnTo>
                    <a:pt x="275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1" name="object 231"/>
          <p:cNvGrpSpPr/>
          <p:nvPr/>
        </p:nvGrpSpPr>
        <p:grpSpPr>
          <a:xfrm>
            <a:off x="4126448" y="7241667"/>
            <a:ext cx="367030" cy="200660"/>
            <a:chOff x="4126448" y="7241667"/>
            <a:chExt cx="367030" cy="200660"/>
          </a:xfrm>
        </p:grpSpPr>
        <p:sp>
          <p:nvSpPr>
            <p:cNvPr id="232" name="object 232"/>
            <p:cNvSpPr/>
            <p:nvPr/>
          </p:nvSpPr>
          <p:spPr>
            <a:xfrm>
              <a:off x="4126446" y="7241667"/>
              <a:ext cx="88900" cy="197485"/>
            </a:xfrm>
            <a:custGeom>
              <a:avLst/>
              <a:gdLst/>
              <a:ahLst/>
              <a:cxnLst/>
              <a:rect l="l" t="t" r="r" b="b"/>
              <a:pathLst>
                <a:path w="88900" h="197484">
                  <a:moveTo>
                    <a:pt x="36410" y="183984"/>
                  </a:moveTo>
                  <a:lnTo>
                    <a:pt x="15214" y="183984"/>
                  </a:lnTo>
                  <a:lnTo>
                    <a:pt x="15214" y="0"/>
                  </a:lnTo>
                  <a:lnTo>
                    <a:pt x="0" y="0"/>
                  </a:lnTo>
                  <a:lnTo>
                    <a:pt x="0" y="185775"/>
                  </a:lnTo>
                  <a:lnTo>
                    <a:pt x="1435" y="189776"/>
                  </a:lnTo>
                  <a:lnTo>
                    <a:pt x="7188" y="195846"/>
                  </a:lnTo>
                  <a:lnTo>
                    <a:pt x="11366" y="197358"/>
                  </a:lnTo>
                  <a:lnTo>
                    <a:pt x="36410" y="197358"/>
                  </a:lnTo>
                  <a:lnTo>
                    <a:pt x="36410" y="183984"/>
                  </a:lnTo>
                  <a:close/>
                </a:path>
                <a:path w="88900" h="197484">
                  <a:moveTo>
                    <a:pt x="85572" y="60782"/>
                  </a:moveTo>
                  <a:lnTo>
                    <a:pt x="70358" y="60782"/>
                  </a:lnTo>
                  <a:lnTo>
                    <a:pt x="70358" y="197358"/>
                  </a:lnTo>
                  <a:lnTo>
                    <a:pt x="85572" y="197358"/>
                  </a:lnTo>
                  <a:lnTo>
                    <a:pt x="85572" y="60782"/>
                  </a:lnTo>
                  <a:close/>
                </a:path>
                <a:path w="88900" h="197484">
                  <a:moveTo>
                    <a:pt x="88277" y="8661"/>
                  </a:moveTo>
                  <a:lnTo>
                    <a:pt x="87490" y="6388"/>
                  </a:lnTo>
                  <a:lnTo>
                    <a:pt x="84302" y="2781"/>
                  </a:lnTo>
                  <a:lnTo>
                    <a:pt x="81635" y="1866"/>
                  </a:lnTo>
                  <a:lnTo>
                    <a:pt x="74295" y="1866"/>
                  </a:lnTo>
                  <a:lnTo>
                    <a:pt x="71666" y="2781"/>
                  </a:lnTo>
                  <a:lnTo>
                    <a:pt x="68376" y="6388"/>
                  </a:lnTo>
                  <a:lnTo>
                    <a:pt x="67551" y="8661"/>
                  </a:lnTo>
                  <a:lnTo>
                    <a:pt x="67551" y="16954"/>
                  </a:lnTo>
                  <a:lnTo>
                    <a:pt x="68376" y="19215"/>
                  </a:lnTo>
                  <a:lnTo>
                    <a:pt x="71666" y="22834"/>
                  </a:lnTo>
                  <a:lnTo>
                    <a:pt x="74295" y="23736"/>
                  </a:lnTo>
                  <a:lnTo>
                    <a:pt x="81635" y="23736"/>
                  </a:lnTo>
                  <a:lnTo>
                    <a:pt x="84302" y="22834"/>
                  </a:lnTo>
                  <a:lnTo>
                    <a:pt x="87490" y="19215"/>
                  </a:lnTo>
                  <a:lnTo>
                    <a:pt x="88277" y="16954"/>
                  </a:lnTo>
                  <a:lnTo>
                    <a:pt x="88277" y="866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3" name="object 233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4242295" y="7299245"/>
              <a:ext cx="250591" cy="142980"/>
            </a:xfrm>
            <a:prstGeom prst="rect">
              <a:avLst/>
            </a:prstGeom>
          </p:spPr>
        </p:pic>
      </p:grpSp>
      <p:pic>
        <p:nvPicPr>
          <p:cNvPr id="234" name="object 234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4594455" y="7234199"/>
            <a:ext cx="1222258" cy="258165"/>
          </a:xfrm>
          <a:prstGeom prst="rect">
            <a:avLst/>
          </a:prstGeom>
        </p:spPr>
      </p:pic>
      <p:grpSp>
        <p:nvGrpSpPr>
          <p:cNvPr id="235" name="object 235"/>
          <p:cNvGrpSpPr/>
          <p:nvPr/>
        </p:nvGrpSpPr>
        <p:grpSpPr>
          <a:xfrm>
            <a:off x="5918282" y="7241667"/>
            <a:ext cx="383540" cy="200660"/>
            <a:chOff x="5918282" y="7241667"/>
            <a:chExt cx="383540" cy="200660"/>
          </a:xfrm>
        </p:grpSpPr>
        <p:pic>
          <p:nvPicPr>
            <p:cNvPr id="236" name="object 2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18282" y="7241667"/>
              <a:ext cx="114010" cy="200558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060677" y="7299245"/>
              <a:ext cx="116864" cy="142980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198271" y="7302445"/>
              <a:ext cx="103132" cy="136579"/>
            </a:xfrm>
            <a:prstGeom prst="rect">
              <a:avLst/>
            </a:prstGeom>
          </p:spPr>
        </p:pic>
      </p:grpSp>
      <p:grpSp>
        <p:nvGrpSpPr>
          <p:cNvPr id="239" name="object 239"/>
          <p:cNvGrpSpPr/>
          <p:nvPr/>
        </p:nvGrpSpPr>
        <p:grpSpPr>
          <a:xfrm>
            <a:off x="6396648" y="7235532"/>
            <a:ext cx="884555" cy="207010"/>
            <a:chOff x="6396648" y="7235532"/>
            <a:chExt cx="884555" cy="207010"/>
          </a:xfrm>
        </p:grpSpPr>
        <p:pic>
          <p:nvPicPr>
            <p:cNvPr id="240" name="object 240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6396648" y="7299244"/>
              <a:ext cx="200494" cy="142980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6621961" y="7235532"/>
              <a:ext cx="101079" cy="206692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6746153" y="7264203"/>
              <a:ext cx="69886" cy="174821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6841168" y="7299244"/>
              <a:ext cx="120564" cy="142980"/>
            </a:xfrm>
            <a:prstGeom prst="rect">
              <a:avLst/>
            </a:prstGeom>
          </p:spPr>
        </p:pic>
        <p:pic>
          <p:nvPicPr>
            <p:cNvPr id="244" name="object 244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6993276" y="7264203"/>
              <a:ext cx="150370" cy="174821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7178170" y="7302445"/>
              <a:ext cx="102600" cy="139780"/>
            </a:xfrm>
            <a:prstGeom prst="rect">
              <a:avLst/>
            </a:prstGeom>
          </p:spPr>
        </p:pic>
      </p:grpSp>
      <p:pic>
        <p:nvPicPr>
          <p:cNvPr id="246" name="object 246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952499" y="590550"/>
            <a:ext cx="95250" cy="95247"/>
          </a:xfrm>
          <a:prstGeom prst="rect">
            <a:avLst/>
          </a:prstGeom>
        </p:spPr>
      </p:pic>
      <p:sp>
        <p:nvSpPr>
          <p:cNvPr id="247" name="object 247"/>
          <p:cNvSpPr txBox="1">
            <a:spLocks noGrp="1"/>
          </p:cNvSpPr>
          <p:nvPr>
            <p:ph type="title"/>
          </p:nvPr>
        </p:nvSpPr>
        <p:spPr>
          <a:xfrm>
            <a:off x="939800" y="420823"/>
            <a:ext cx="10514965" cy="14097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360"/>
              </a:spcBef>
            </a:pPr>
            <a:r>
              <a:rPr sz="1800" dirty="0">
                <a:latin typeface="Courier New"/>
                <a:cs typeface="Courier New"/>
              </a:rPr>
              <a:t>03</a:t>
            </a:r>
            <a:r>
              <a:rPr sz="1800" spc="1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·</a:t>
            </a:r>
            <a:r>
              <a:rPr sz="1800" spc="175" dirty="0">
                <a:latin typeface="Courier New"/>
                <a:cs typeface="Courier New"/>
              </a:rPr>
              <a:t> </a:t>
            </a:r>
            <a:r>
              <a:rPr sz="1800" spc="45" dirty="0">
                <a:latin typeface="Courier New"/>
                <a:cs typeface="Courier New"/>
              </a:rPr>
              <a:t>ROZSAH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6300" spc="75" dirty="0">
                <a:solidFill>
                  <a:srgbClr val="1A1A1A"/>
                </a:solidFill>
              </a:rPr>
              <a:t>Čo</a:t>
            </a:r>
            <a:r>
              <a:rPr sz="6300" spc="-240" dirty="0">
                <a:solidFill>
                  <a:srgbClr val="1A1A1A"/>
                </a:solidFill>
              </a:rPr>
              <a:t> </a:t>
            </a:r>
            <a:r>
              <a:rPr sz="6300" spc="185" dirty="0">
                <a:solidFill>
                  <a:srgbClr val="1A1A1A"/>
                </a:solidFill>
              </a:rPr>
              <a:t>malo</a:t>
            </a:r>
            <a:r>
              <a:rPr sz="6300" spc="-235" dirty="0">
                <a:solidFill>
                  <a:srgbClr val="1A1A1A"/>
                </a:solidFill>
              </a:rPr>
              <a:t> </a:t>
            </a:r>
            <a:r>
              <a:rPr sz="6300" spc="185" dirty="0">
                <a:solidFill>
                  <a:srgbClr val="1A1A1A"/>
                </a:solidFill>
              </a:rPr>
              <a:t>finálne</a:t>
            </a:r>
            <a:r>
              <a:rPr sz="6300" spc="-235" dirty="0">
                <a:solidFill>
                  <a:srgbClr val="1A1A1A"/>
                </a:solidFill>
              </a:rPr>
              <a:t> </a:t>
            </a:r>
            <a:r>
              <a:rPr sz="6300" spc="140" dirty="0">
                <a:solidFill>
                  <a:srgbClr val="1A1A1A"/>
                </a:solidFill>
              </a:rPr>
              <a:t>dielo</a:t>
            </a:r>
            <a:r>
              <a:rPr sz="6300" spc="-235" dirty="0">
                <a:solidFill>
                  <a:srgbClr val="1A1A1A"/>
                </a:solidFill>
              </a:rPr>
              <a:t> </a:t>
            </a:r>
            <a:r>
              <a:rPr sz="6300" spc="125" dirty="0">
                <a:solidFill>
                  <a:srgbClr val="1A1A1A"/>
                </a:solidFill>
              </a:rPr>
              <a:t>vedieť.</a:t>
            </a:r>
            <a:endParaRPr sz="6300"/>
          </a:p>
        </p:txBody>
      </p:sp>
      <p:sp>
        <p:nvSpPr>
          <p:cNvPr id="248" name="object 248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49" name="object 249"/>
          <p:cNvSpPr txBox="1"/>
          <p:nvPr/>
        </p:nvSpPr>
        <p:spPr>
          <a:xfrm>
            <a:off x="939800" y="96361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03</a:t>
            </a:r>
            <a:r>
              <a:rPr sz="1800" spc="16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35" dirty="0">
                <a:solidFill>
                  <a:srgbClr val="8A857C"/>
                </a:solidFill>
                <a:latin typeface="Courier New"/>
                <a:cs typeface="Courier New"/>
              </a:rPr>
              <a:t>CIELE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0" name="object 250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800" y="844550"/>
            <a:ext cx="13909040" cy="180467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 marR="5080">
              <a:lnSpc>
                <a:spcPts val="6450"/>
              </a:lnSpc>
              <a:spcBef>
                <a:spcPts val="1240"/>
              </a:spcBef>
            </a:pPr>
            <a:r>
              <a:rPr sz="6300" spc="105" dirty="0">
                <a:solidFill>
                  <a:srgbClr val="1A1A1A"/>
                </a:solidFill>
              </a:rPr>
              <a:t>Päť</a:t>
            </a:r>
            <a:r>
              <a:rPr sz="6300" spc="-240" dirty="0">
                <a:solidFill>
                  <a:srgbClr val="1A1A1A"/>
                </a:solidFill>
              </a:rPr>
              <a:t> </a:t>
            </a:r>
            <a:r>
              <a:rPr sz="6300" spc="220" dirty="0">
                <a:solidFill>
                  <a:srgbClr val="1A1A1A"/>
                </a:solidFill>
              </a:rPr>
              <a:t>fáz</a:t>
            </a:r>
            <a:r>
              <a:rPr sz="6300" spc="-235" dirty="0">
                <a:solidFill>
                  <a:srgbClr val="1A1A1A"/>
                </a:solidFill>
              </a:rPr>
              <a:t> </a:t>
            </a:r>
            <a:r>
              <a:rPr sz="6300" spc="165" dirty="0">
                <a:solidFill>
                  <a:srgbClr val="1A1A1A"/>
                </a:solidFill>
              </a:rPr>
              <a:t>vývoja,</a:t>
            </a:r>
            <a:r>
              <a:rPr sz="6300" spc="-235" dirty="0">
                <a:solidFill>
                  <a:srgbClr val="1A1A1A"/>
                </a:solidFill>
              </a:rPr>
              <a:t> </a:t>
            </a:r>
            <a:r>
              <a:rPr sz="6300" spc="195" dirty="0">
                <a:solidFill>
                  <a:srgbClr val="1A1A1A"/>
                </a:solidFill>
              </a:rPr>
              <a:t>postupne</a:t>
            </a:r>
            <a:r>
              <a:rPr sz="6300" spc="-235" dirty="0">
                <a:solidFill>
                  <a:srgbClr val="1A1A1A"/>
                </a:solidFill>
              </a:rPr>
              <a:t> </a:t>
            </a:r>
            <a:r>
              <a:rPr sz="6300" spc="55" dirty="0">
                <a:solidFill>
                  <a:srgbClr val="1A1A1A"/>
                </a:solidFill>
              </a:rPr>
              <a:t>podľa</a:t>
            </a:r>
            <a:r>
              <a:rPr sz="6300" spc="-235" dirty="0">
                <a:solidFill>
                  <a:srgbClr val="1A1A1A"/>
                </a:solidFill>
              </a:rPr>
              <a:t> </a:t>
            </a:r>
            <a:r>
              <a:rPr sz="6300" spc="185" dirty="0">
                <a:solidFill>
                  <a:srgbClr val="1A1A1A"/>
                </a:solidFill>
              </a:rPr>
              <a:t>hornej </a:t>
            </a:r>
            <a:r>
              <a:rPr sz="6300" spc="150" dirty="0">
                <a:solidFill>
                  <a:srgbClr val="1A1A1A"/>
                </a:solidFill>
              </a:rPr>
              <a:t>lišty</a:t>
            </a:r>
            <a:r>
              <a:rPr sz="6300" spc="-250" dirty="0">
                <a:solidFill>
                  <a:srgbClr val="1A1A1A"/>
                </a:solidFill>
              </a:rPr>
              <a:t> </a:t>
            </a:r>
            <a:r>
              <a:rPr sz="6300" spc="110" dirty="0">
                <a:solidFill>
                  <a:srgbClr val="1A1A1A"/>
                </a:solidFill>
              </a:rPr>
              <a:t>G</a:t>
            </a:r>
            <a:r>
              <a:rPr sz="6300" spc="120" dirty="0">
                <a:solidFill>
                  <a:srgbClr val="1A1A1A"/>
                </a:solidFill>
              </a:rPr>
              <a:t>e</a:t>
            </a:r>
            <a:r>
              <a:rPr sz="6300" spc="170" dirty="0">
                <a:solidFill>
                  <a:srgbClr val="1A1A1A"/>
                </a:solidFill>
              </a:rPr>
              <a:t>o</a:t>
            </a:r>
            <a:r>
              <a:rPr sz="6300" spc="110" dirty="0">
                <a:solidFill>
                  <a:srgbClr val="1A1A1A"/>
                </a:solidFill>
              </a:rPr>
              <a:t>G</a:t>
            </a:r>
            <a:r>
              <a:rPr sz="6300" spc="120" dirty="0">
                <a:solidFill>
                  <a:srgbClr val="1A1A1A"/>
                </a:solidFill>
              </a:rPr>
              <a:t>e</a:t>
            </a:r>
            <a:r>
              <a:rPr sz="6300" spc="114" dirty="0">
                <a:solidFill>
                  <a:srgbClr val="1A1A1A"/>
                </a:solidFill>
              </a:rPr>
              <a:t>b</a:t>
            </a:r>
            <a:r>
              <a:rPr sz="6300" spc="295" dirty="0">
                <a:solidFill>
                  <a:srgbClr val="1A1A1A"/>
                </a:solidFill>
              </a:rPr>
              <a:t>r</a:t>
            </a:r>
            <a:r>
              <a:rPr sz="6300" spc="-265" dirty="0">
                <a:solidFill>
                  <a:srgbClr val="1A1A1A"/>
                </a:solidFill>
              </a:rPr>
              <a:t>y</a:t>
            </a:r>
            <a:r>
              <a:rPr sz="6300" spc="204" dirty="0">
                <a:solidFill>
                  <a:srgbClr val="1A1A1A"/>
                </a:solidFill>
              </a:rPr>
              <a:t>.</a:t>
            </a:r>
            <a:endParaRPr sz="6300"/>
          </a:p>
        </p:txBody>
      </p:sp>
      <p:grpSp>
        <p:nvGrpSpPr>
          <p:cNvPr id="3" name="object 3"/>
          <p:cNvGrpSpPr/>
          <p:nvPr/>
        </p:nvGrpSpPr>
        <p:grpSpPr>
          <a:xfrm>
            <a:off x="957833" y="6355841"/>
            <a:ext cx="1052195" cy="200660"/>
            <a:chOff x="957833" y="6355841"/>
            <a:chExt cx="1052195" cy="2006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7833" y="6367043"/>
              <a:ext cx="282968" cy="18935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76007" y="6355841"/>
              <a:ext cx="734060" cy="200660"/>
            </a:xfrm>
            <a:custGeom>
              <a:avLst/>
              <a:gdLst/>
              <a:ahLst/>
              <a:cxnLst/>
              <a:rect l="l" t="t" r="r" b="b"/>
              <a:pathLst>
                <a:path w="734060" h="200659">
                  <a:moveTo>
                    <a:pt x="70675" y="59740"/>
                  </a:moveTo>
                  <a:lnTo>
                    <a:pt x="54940" y="59740"/>
                  </a:lnTo>
                  <a:lnTo>
                    <a:pt x="48539" y="60947"/>
                  </a:lnTo>
                  <a:lnTo>
                    <a:pt x="22669" y="85077"/>
                  </a:lnTo>
                  <a:lnTo>
                    <a:pt x="21336" y="85077"/>
                  </a:lnTo>
                  <a:lnTo>
                    <a:pt x="21336" y="59740"/>
                  </a:lnTo>
                  <a:lnTo>
                    <a:pt x="0" y="59740"/>
                  </a:lnTo>
                  <a:lnTo>
                    <a:pt x="0" y="197358"/>
                  </a:lnTo>
                  <a:lnTo>
                    <a:pt x="21336" y="197358"/>
                  </a:lnTo>
                  <a:lnTo>
                    <a:pt x="21336" y="99568"/>
                  </a:lnTo>
                  <a:lnTo>
                    <a:pt x="22796" y="95656"/>
                  </a:lnTo>
                  <a:lnTo>
                    <a:pt x="28663" y="88900"/>
                  </a:lnTo>
                  <a:lnTo>
                    <a:pt x="32893" y="86194"/>
                  </a:lnTo>
                  <a:lnTo>
                    <a:pt x="43916" y="82105"/>
                  </a:lnTo>
                  <a:lnTo>
                    <a:pt x="50495" y="81076"/>
                  </a:lnTo>
                  <a:lnTo>
                    <a:pt x="70675" y="81076"/>
                  </a:lnTo>
                  <a:lnTo>
                    <a:pt x="70675" y="59740"/>
                  </a:lnTo>
                  <a:close/>
                </a:path>
                <a:path w="734060" h="200659">
                  <a:moveTo>
                    <a:pt x="190157" y="178689"/>
                  </a:moveTo>
                  <a:lnTo>
                    <a:pt x="108280" y="178689"/>
                  </a:lnTo>
                  <a:lnTo>
                    <a:pt x="188023" y="75742"/>
                  </a:lnTo>
                  <a:lnTo>
                    <a:pt x="188023" y="59740"/>
                  </a:lnTo>
                  <a:lnTo>
                    <a:pt x="86410" y="59740"/>
                  </a:lnTo>
                  <a:lnTo>
                    <a:pt x="86410" y="78409"/>
                  </a:lnTo>
                  <a:lnTo>
                    <a:pt x="162153" y="78409"/>
                  </a:lnTo>
                  <a:lnTo>
                    <a:pt x="84010" y="179489"/>
                  </a:lnTo>
                  <a:lnTo>
                    <a:pt x="84010" y="197358"/>
                  </a:lnTo>
                  <a:lnTo>
                    <a:pt x="190157" y="197358"/>
                  </a:lnTo>
                  <a:lnTo>
                    <a:pt x="190157" y="178689"/>
                  </a:lnTo>
                  <a:close/>
                </a:path>
                <a:path w="734060" h="200659">
                  <a:moveTo>
                    <a:pt x="333108" y="128549"/>
                  </a:moveTo>
                  <a:lnTo>
                    <a:pt x="332638" y="118681"/>
                  </a:lnTo>
                  <a:lnTo>
                    <a:pt x="332613" y="117983"/>
                  </a:lnTo>
                  <a:lnTo>
                    <a:pt x="331190" y="108458"/>
                  </a:lnTo>
                  <a:lnTo>
                    <a:pt x="310121" y="70535"/>
                  </a:lnTo>
                  <a:lnTo>
                    <a:pt x="310121" y="117983"/>
                  </a:lnTo>
                  <a:lnTo>
                    <a:pt x="310121" y="139128"/>
                  </a:lnTo>
                  <a:lnTo>
                    <a:pt x="293370" y="175628"/>
                  </a:lnTo>
                  <a:lnTo>
                    <a:pt x="270967" y="181622"/>
                  </a:lnTo>
                  <a:lnTo>
                    <a:pt x="262801" y="180962"/>
                  </a:lnTo>
                  <a:lnTo>
                    <a:pt x="232524" y="148996"/>
                  </a:lnTo>
                  <a:lnTo>
                    <a:pt x="231800" y="139128"/>
                  </a:lnTo>
                  <a:lnTo>
                    <a:pt x="231800" y="117983"/>
                  </a:lnTo>
                  <a:lnTo>
                    <a:pt x="248729" y="81483"/>
                  </a:lnTo>
                  <a:lnTo>
                    <a:pt x="262559" y="76212"/>
                  </a:lnTo>
                  <a:lnTo>
                    <a:pt x="261988" y="76212"/>
                  </a:lnTo>
                  <a:lnTo>
                    <a:pt x="270967" y="75476"/>
                  </a:lnTo>
                  <a:lnTo>
                    <a:pt x="280060" y="76212"/>
                  </a:lnTo>
                  <a:lnTo>
                    <a:pt x="279476" y="76212"/>
                  </a:lnTo>
                  <a:lnTo>
                    <a:pt x="286689" y="78143"/>
                  </a:lnTo>
                  <a:lnTo>
                    <a:pt x="310121" y="117983"/>
                  </a:lnTo>
                  <a:lnTo>
                    <a:pt x="310121" y="70535"/>
                  </a:lnTo>
                  <a:lnTo>
                    <a:pt x="270967" y="56540"/>
                  </a:lnTo>
                  <a:lnTo>
                    <a:pt x="262039" y="57099"/>
                  </a:lnTo>
                  <a:lnTo>
                    <a:pt x="226085" y="76212"/>
                  </a:lnTo>
                  <a:lnTo>
                    <a:pt x="209308" y="117983"/>
                  </a:lnTo>
                  <a:lnTo>
                    <a:pt x="208826" y="128549"/>
                  </a:lnTo>
                  <a:lnTo>
                    <a:pt x="209283" y="138417"/>
                  </a:lnTo>
                  <a:lnTo>
                    <a:pt x="209308" y="139128"/>
                  </a:lnTo>
                  <a:lnTo>
                    <a:pt x="210731" y="148653"/>
                  </a:lnTo>
                  <a:lnTo>
                    <a:pt x="210781" y="148996"/>
                  </a:lnTo>
                  <a:lnTo>
                    <a:pt x="213245" y="158140"/>
                  </a:lnTo>
                  <a:lnTo>
                    <a:pt x="238556" y="191630"/>
                  </a:lnTo>
                  <a:lnTo>
                    <a:pt x="270967" y="200558"/>
                  </a:lnTo>
                  <a:lnTo>
                    <a:pt x="279882" y="200012"/>
                  </a:lnTo>
                  <a:lnTo>
                    <a:pt x="315099" y="181622"/>
                  </a:lnTo>
                  <a:lnTo>
                    <a:pt x="332613" y="139128"/>
                  </a:lnTo>
                  <a:lnTo>
                    <a:pt x="333108" y="128549"/>
                  </a:lnTo>
                  <a:close/>
                </a:path>
                <a:path w="734060" h="200659">
                  <a:moveTo>
                    <a:pt x="469925" y="59740"/>
                  </a:moveTo>
                  <a:lnTo>
                    <a:pt x="449389" y="59740"/>
                  </a:lnTo>
                  <a:lnTo>
                    <a:pt x="424853" y="128016"/>
                  </a:lnTo>
                  <a:lnTo>
                    <a:pt x="409917" y="174955"/>
                  </a:lnTo>
                  <a:lnTo>
                    <a:pt x="408584" y="174955"/>
                  </a:lnTo>
                  <a:lnTo>
                    <a:pt x="393649" y="128016"/>
                  </a:lnTo>
                  <a:lnTo>
                    <a:pt x="369646" y="59740"/>
                  </a:lnTo>
                  <a:lnTo>
                    <a:pt x="348310" y="59740"/>
                  </a:lnTo>
                  <a:lnTo>
                    <a:pt x="396582" y="197358"/>
                  </a:lnTo>
                  <a:lnTo>
                    <a:pt x="421386" y="197358"/>
                  </a:lnTo>
                  <a:lnTo>
                    <a:pt x="469925" y="59740"/>
                  </a:lnTo>
                  <a:close/>
                </a:path>
                <a:path w="734060" h="200659">
                  <a:moveTo>
                    <a:pt x="607009" y="178689"/>
                  </a:moveTo>
                  <a:lnTo>
                    <a:pt x="591273" y="178689"/>
                  </a:lnTo>
                  <a:lnTo>
                    <a:pt x="591273" y="174955"/>
                  </a:lnTo>
                  <a:lnTo>
                    <a:pt x="591273" y="167220"/>
                  </a:lnTo>
                  <a:lnTo>
                    <a:pt x="591273" y="134683"/>
                  </a:lnTo>
                  <a:lnTo>
                    <a:pt x="591273" y="102946"/>
                  </a:lnTo>
                  <a:lnTo>
                    <a:pt x="590397" y="92621"/>
                  </a:lnTo>
                  <a:lnTo>
                    <a:pt x="560565" y="59613"/>
                  </a:lnTo>
                  <a:lnTo>
                    <a:pt x="538467" y="56540"/>
                  </a:lnTo>
                  <a:lnTo>
                    <a:pt x="529526" y="57048"/>
                  </a:lnTo>
                  <a:lnTo>
                    <a:pt x="492874" y="78193"/>
                  </a:lnTo>
                  <a:lnTo>
                    <a:pt x="489661" y="83477"/>
                  </a:lnTo>
                  <a:lnTo>
                    <a:pt x="502462" y="95478"/>
                  </a:lnTo>
                  <a:lnTo>
                    <a:pt x="506196" y="89255"/>
                  </a:lnTo>
                  <a:lnTo>
                    <a:pt x="510908" y="84277"/>
                  </a:lnTo>
                  <a:lnTo>
                    <a:pt x="522173" y="76885"/>
                  </a:lnTo>
                  <a:lnTo>
                    <a:pt x="522033" y="76885"/>
                  </a:lnTo>
                  <a:lnTo>
                    <a:pt x="529209" y="74942"/>
                  </a:lnTo>
                  <a:lnTo>
                    <a:pt x="537400" y="74942"/>
                  </a:lnTo>
                  <a:lnTo>
                    <a:pt x="546989" y="75552"/>
                  </a:lnTo>
                  <a:lnTo>
                    <a:pt x="545668" y="75552"/>
                  </a:lnTo>
                  <a:lnTo>
                    <a:pt x="551802" y="76885"/>
                  </a:lnTo>
                  <a:lnTo>
                    <a:pt x="557403" y="79298"/>
                  </a:lnTo>
                  <a:lnTo>
                    <a:pt x="561936" y="82677"/>
                  </a:lnTo>
                  <a:lnTo>
                    <a:pt x="567270" y="87833"/>
                  </a:lnTo>
                  <a:lnTo>
                    <a:pt x="569937" y="95300"/>
                  </a:lnTo>
                  <a:lnTo>
                    <a:pt x="569937" y="118681"/>
                  </a:lnTo>
                  <a:lnTo>
                    <a:pt x="569937" y="134683"/>
                  </a:lnTo>
                  <a:lnTo>
                    <a:pt x="569937" y="161975"/>
                  </a:lnTo>
                  <a:lnTo>
                    <a:pt x="568375" y="166204"/>
                  </a:lnTo>
                  <a:lnTo>
                    <a:pt x="562152" y="173850"/>
                  </a:lnTo>
                  <a:lnTo>
                    <a:pt x="557885" y="176872"/>
                  </a:lnTo>
                  <a:lnTo>
                    <a:pt x="547039" y="181317"/>
                  </a:lnTo>
                  <a:lnTo>
                    <a:pt x="540766" y="182422"/>
                  </a:lnTo>
                  <a:lnTo>
                    <a:pt x="525475" y="182422"/>
                  </a:lnTo>
                  <a:lnTo>
                    <a:pt x="518909" y="180555"/>
                  </a:lnTo>
                  <a:lnTo>
                    <a:pt x="508939" y="173088"/>
                  </a:lnTo>
                  <a:lnTo>
                    <a:pt x="506552" y="168059"/>
                  </a:lnTo>
                  <a:lnTo>
                    <a:pt x="506463" y="148729"/>
                  </a:lnTo>
                  <a:lnTo>
                    <a:pt x="509308" y="143573"/>
                  </a:lnTo>
                  <a:lnTo>
                    <a:pt x="541667" y="134683"/>
                  </a:lnTo>
                  <a:lnTo>
                    <a:pt x="569937" y="134683"/>
                  </a:lnTo>
                  <a:lnTo>
                    <a:pt x="569937" y="118681"/>
                  </a:lnTo>
                  <a:lnTo>
                    <a:pt x="542734" y="118681"/>
                  </a:lnTo>
                  <a:lnTo>
                    <a:pt x="533171" y="118973"/>
                  </a:lnTo>
                  <a:lnTo>
                    <a:pt x="494728" y="131000"/>
                  </a:lnTo>
                  <a:lnTo>
                    <a:pt x="484060" y="150241"/>
                  </a:lnTo>
                  <a:lnTo>
                    <a:pt x="484060" y="158953"/>
                  </a:lnTo>
                  <a:lnTo>
                    <a:pt x="484657" y="166204"/>
                  </a:lnTo>
                  <a:lnTo>
                    <a:pt x="484746" y="167220"/>
                  </a:lnTo>
                  <a:lnTo>
                    <a:pt x="484809" y="168059"/>
                  </a:lnTo>
                  <a:lnTo>
                    <a:pt x="510755" y="197764"/>
                  </a:lnTo>
                  <a:lnTo>
                    <a:pt x="530199" y="200558"/>
                  </a:lnTo>
                  <a:lnTo>
                    <a:pt x="537146" y="200152"/>
                  </a:lnTo>
                  <a:lnTo>
                    <a:pt x="567385" y="182422"/>
                  </a:lnTo>
                  <a:lnTo>
                    <a:pt x="569937" y="174955"/>
                  </a:lnTo>
                  <a:lnTo>
                    <a:pt x="571055" y="174955"/>
                  </a:lnTo>
                  <a:lnTo>
                    <a:pt x="571804" y="179489"/>
                  </a:lnTo>
                  <a:lnTo>
                    <a:pt x="575005" y="188023"/>
                  </a:lnTo>
                  <a:lnTo>
                    <a:pt x="577570" y="191363"/>
                  </a:lnTo>
                  <a:lnTo>
                    <a:pt x="584695" y="196164"/>
                  </a:lnTo>
                  <a:lnTo>
                    <a:pt x="589305" y="197358"/>
                  </a:lnTo>
                  <a:lnTo>
                    <a:pt x="607009" y="197358"/>
                  </a:lnTo>
                  <a:lnTo>
                    <a:pt x="607009" y="178689"/>
                  </a:lnTo>
                  <a:close/>
                </a:path>
                <a:path w="734060" h="200659">
                  <a:moveTo>
                    <a:pt x="679005" y="178689"/>
                  </a:moveTo>
                  <a:lnTo>
                    <a:pt x="658736" y="178689"/>
                  </a:lnTo>
                  <a:lnTo>
                    <a:pt x="658736" y="0"/>
                  </a:lnTo>
                  <a:lnTo>
                    <a:pt x="637400" y="0"/>
                  </a:lnTo>
                  <a:lnTo>
                    <a:pt x="637400" y="181622"/>
                  </a:lnTo>
                  <a:lnTo>
                    <a:pt x="639356" y="186918"/>
                  </a:lnTo>
                  <a:lnTo>
                    <a:pt x="647179" y="195275"/>
                  </a:lnTo>
                  <a:lnTo>
                    <a:pt x="652780" y="197358"/>
                  </a:lnTo>
                  <a:lnTo>
                    <a:pt x="679005" y="197358"/>
                  </a:lnTo>
                  <a:lnTo>
                    <a:pt x="679005" y="178689"/>
                  </a:lnTo>
                  <a:close/>
                </a:path>
                <a:path w="734060" h="200659">
                  <a:moveTo>
                    <a:pt x="731278" y="59740"/>
                  </a:moveTo>
                  <a:lnTo>
                    <a:pt x="709942" y="59740"/>
                  </a:lnTo>
                  <a:lnTo>
                    <a:pt x="709942" y="197358"/>
                  </a:lnTo>
                  <a:lnTo>
                    <a:pt x="731278" y="197358"/>
                  </a:lnTo>
                  <a:lnTo>
                    <a:pt x="731278" y="59740"/>
                  </a:lnTo>
                  <a:close/>
                </a:path>
                <a:path w="734060" h="200659">
                  <a:moveTo>
                    <a:pt x="733679" y="8445"/>
                  </a:moveTo>
                  <a:lnTo>
                    <a:pt x="732663" y="5562"/>
                  </a:lnTo>
                  <a:lnTo>
                    <a:pt x="728573" y="1117"/>
                  </a:lnTo>
                  <a:lnTo>
                    <a:pt x="725233" y="0"/>
                  </a:lnTo>
                  <a:lnTo>
                    <a:pt x="716165" y="0"/>
                  </a:lnTo>
                  <a:lnTo>
                    <a:pt x="712876" y="1117"/>
                  </a:lnTo>
                  <a:lnTo>
                    <a:pt x="708609" y="5562"/>
                  </a:lnTo>
                  <a:lnTo>
                    <a:pt x="707542" y="8445"/>
                  </a:lnTo>
                  <a:lnTo>
                    <a:pt x="707542" y="19024"/>
                  </a:lnTo>
                  <a:lnTo>
                    <a:pt x="708609" y="21920"/>
                  </a:lnTo>
                  <a:lnTo>
                    <a:pt x="712876" y="26365"/>
                  </a:lnTo>
                  <a:lnTo>
                    <a:pt x="716165" y="27470"/>
                  </a:lnTo>
                  <a:lnTo>
                    <a:pt x="725233" y="27470"/>
                  </a:lnTo>
                  <a:lnTo>
                    <a:pt x="728573" y="26365"/>
                  </a:lnTo>
                  <a:lnTo>
                    <a:pt x="732663" y="21920"/>
                  </a:lnTo>
                  <a:lnTo>
                    <a:pt x="733679" y="19024"/>
                  </a:lnTo>
                  <a:lnTo>
                    <a:pt x="733679" y="844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102509" y="6412382"/>
            <a:ext cx="487045" cy="144145"/>
            <a:chOff x="2102509" y="6412382"/>
            <a:chExt cx="487045" cy="1441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2509" y="6412382"/>
              <a:ext cx="105346" cy="1440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5460" y="6412382"/>
              <a:ext cx="188823" cy="1408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68154" y="6412382"/>
              <a:ext cx="121348" cy="14401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677514" y="6412382"/>
            <a:ext cx="380365" cy="144145"/>
            <a:chOff x="2677514" y="6412382"/>
            <a:chExt cx="380365" cy="14414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77514" y="6412382"/>
              <a:ext cx="253898" cy="1440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51415" y="6415582"/>
              <a:ext cx="106146" cy="13761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144772" y="6355841"/>
            <a:ext cx="382905" cy="233045"/>
            <a:chOff x="3144772" y="6355841"/>
            <a:chExt cx="382905" cy="23304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44772" y="6363842"/>
              <a:ext cx="150685" cy="19255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34929" y="6355841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70" h="197484">
                  <a:moveTo>
                    <a:pt x="17691" y="0"/>
                  </a:moveTo>
                  <a:lnTo>
                    <a:pt x="8623" y="0"/>
                  </a:lnTo>
                  <a:lnTo>
                    <a:pt x="5334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4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24" y="26358"/>
                  </a:lnTo>
                  <a:lnTo>
                    <a:pt x="25114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14" y="5556"/>
                  </a:lnTo>
                  <a:lnTo>
                    <a:pt x="21024" y="1111"/>
                  </a:lnTo>
                  <a:lnTo>
                    <a:pt x="17691" y="0"/>
                  </a:lnTo>
                  <a:close/>
                </a:path>
                <a:path w="26670" h="197484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8"/>
                  </a:lnTo>
                  <a:lnTo>
                    <a:pt x="23736" y="197358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89069" y="6377444"/>
              <a:ext cx="74142" cy="17575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485348" y="6521995"/>
              <a:ext cx="42545" cy="66675"/>
            </a:xfrm>
            <a:custGeom>
              <a:avLst/>
              <a:gdLst/>
              <a:ahLst/>
              <a:cxnLst/>
              <a:rect l="l" t="t" r="r" b="b"/>
              <a:pathLst>
                <a:path w="42545" h="66675">
                  <a:moveTo>
                    <a:pt x="31559" y="0"/>
                  </a:moveTo>
                  <a:lnTo>
                    <a:pt x="25869" y="0"/>
                  </a:lnTo>
                  <a:lnTo>
                    <a:pt x="20358" y="0"/>
                  </a:lnTo>
                  <a:lnTo>
                    <a:pt x="16268" y="1466"/>
                  </a:lnTo>
                  <a:lnTo>
                    <a:pt x="10934" y="7334"/>
                  </a:lnTo>
                  <a:lnTo>
                    <a:pt x="9601" y="11112"/>
                  </a:lnTo>
                  <a:lnTo>
                    <a:pt x="9601" y="23025"/>
                  </a:lnTo>
                  <a:lnTo>
                    <a:pt x="10445" y="26047"/>
                  </a:lnTo>
                  <a:lnTo>
                    <a:pt x="13823" y="31026"/>
                  </a:lnTo>
                  <a:lnTo>
                    <a:pt x="16446" y="32715"/>
                  </a:lnTo>
                  <a:lnTo>
                    <a:pt x="20002" y="33604"/>
                  </a:lnTo>
                  <a:lnTo>
                    <a:pt x="18580" y="39827"/>
                  </a:lnTo>
                  <a:lnTo>
                    <a:pt x="16224" y="45472"/>
                  </a:lnTo>
                  <a:lnTo>
                    <a:pt x="9645" y="55606"/>
                  </a:lnTo>
                  <a:lnTo>
                    <a:pt x="5334" y="60985"/>
                  </a:lnTo>
                  <a:lnTo>
                    <a:pt x="0" y="66675"/>
                  </a:lnTo>
                  <a:lnTo>
                    <a:pt x="17868" y="66675"/>
                  </a:lnTo>
                  <a:lnTo>
                    <a:pt x="40005" y="34582"/>
                  </a:lnTo>
                  <a:lnTo>
                    <a:pt x="42138" y="26581"/>
                  </a:lnTo>
                  <a:lnTo>
                    <a:pt x="42138" y="11112"/>
                  </a:lnTo>
                  <a:lnTo>
                    <a:pt x="40849" y="7334"/>
                  </a:lnTo>
                  <a:lnTo>
                    <a:pt x="35693" y="1466"/>
                  </a:lnTo>
                  <a:lnTo>
                    <a:pt x="3155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633100" y="6345440"/>
            <a:ext cx="634365" cy="261620"/>
            <a:chOff x="3633100" y="6345440"/>
            <a:chExt cx="634365" cy="26162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33100" y="6412382"/>
              <a:ext cx="118681" cy="1941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87785" y="6345440"/>
              <a:ext cx="208826" cy="2109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16880" y="6412382"/>
              <a:ext cx="114147" cy="14401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59831" y="6415582"/>
              <a:ext cx="107480" cy="140817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4362523" y="6412382"/>
            <a:ext cx="487045" cy="144145"/>
            <a:chOff x="4362523" y="6412382"/>
            <a:chExt cx="487045" cy="144145"/>
          </a:xfrm>
        </p:grpSpPr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62523" y="6412382"/>
              <a:ext cx="105346" cy="14401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5474" y="6412382"/>
              <a:ext cx="188823" cy="14081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28169" y="6412382"/>
              <a:ext cx="121348" cy="144018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4938328" y="6355841"/>
            <a:ext cx="546100" cy="200660"/>
            <a:chOff x="4938328" y="6355841"/>
            <a:chExt cx="546100" cy="200660"/>
          </a:xfrm>
        </p:grpSpPr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38328" y="6355841"/>
              <a:ext cx="118681" cy="20055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2214" y="6412382"/>
              <a:ext cx="121348" cy="14401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248757" y="6355841"/>
              <a:ext cx="235585" cy="197485"/>
            </a:xfrm>
            <a:custGeom>
              <a:avLst/>
              <a:gdLst/>
              <a:ahLst/>
              <a:cxnLst/>
              <a:rect l="l" t="t" r="r" b="b"/>
              <a:pathLst>
                <a:path w="235585" h="197484">
                  <a:moveTo>
                    <a:pt x="41605" y="178689"/>
                  </a:moveTo>
                  <a:lnTo>
                    <a:pt x="21336" y="178689"/>
                  </a:lnTo>
                  <a:lnTo>
                    <a:pt x="21336" y="0"/>
                  </a:lnTo>
                  <a:lnTo>
                    <a:pt x="0" y="0"/>
                  </a:lnTo>
                  <a:lnTo>
                    <a:pt x="0" y="181622"/>
                  </a:lnTo>
                  <a:lnTo>
                    <a:pt x="1955" y="186918"/>
                  </a:lnTo>
                  <a:lnTo>
                    <a:pt x="9779" y="195275"/>
                  </a:lnTo>
                  <a:lnTo>
                    <a:pt x="15379" y="197358"/>
                  </a:lnTo>
                  <a:lnTo>
                    <a:pt x="41605" y="197358"/>
                  </a:lnTo>
                  <a:lnTo>
                    <a:pt x="41605" y="178689"/>
                  </a:lnTo>
                  <a:close/>
                </a:path>
                <a:path w="235585" h="197484">
                  <a:moveTo>
                    <a:pt x="93878" y="59740"/>
                  </a:moveTo>
                  <a:lnTo>
                    <a:pt x="72542" y="59740"/>
                  </a:lnTo>
                  <a:lnTo>
                    <a:pt x="72542" y="197358"/>
                  </a:lnTo>
                  <a:lnTo>
                    <a:pt x="93878" y="197358"/>
                  </a:lnTo>
                  <a:lnTo>
                    <a:pt x="93878" y="59740"/>
                  </a:lnTo>
                  <a:close/>
                </a:path>
                <a:path w="235585" h="197484">
                  <a:moveTo>
                    <a:pt x="96278" y="8445"/>
                  </a:moveTo>
                  <a:lnTo>
                    <a:pt x="95262" y="5562"/>
                  </a:lnTo>
                  <a:lnTo>
                    <a:pt x="91173" y="1117"/>
                  </a:lnTo>
                  <a:lnTo>
                    <a:pt x="87833" y="0"/>
                  </a:lnTo>
                  <a:lnTo>
                    <a:pt x="78765" y="0"/>
                  </a:lnTo>
                  <a:lnTo>
                    <a:pt x="75476" y="1117"/>
                  </a:lnTo>
                  <a:lnTo>
                    <a:pt x="71208" y="5562"/>
                  </a:lnTo>
                  <a:lnTo>
                    <a:pt x="70142" y="8445"/>
                  </a:lnTo>
                  <a:lnTo>
                    <a:pt x="70142" y="19024"/>
                  </a:lnTo>
                  <a:lnTo>
                    <a:pt x="71208" y="21920"/>
                  </a:lnTo>
                  <a:lnTo>
                    <a:pt x="75476" y="26365"/>
                  </a:lnTo>
                  <a:lnTo>
                    <a:pt x="78765" y="27470"/>
                  </a:lnTo>
                  <a:lnTo>
                    <a:pt x="87833" y="27470"/>
                  </a:lnTo>
                  <a:lnTo>
                    <a:pt x="91173" y="26365"/>
                  </a:lnTo>
                  <a:lnTo>
                    <a:pt x="95262" y="21920"/>
                  </a:lnTo>
                  <a:lnTo>
                    <a:pt x="96278" y="19024"/>
                  </a:lnTo>
                  <a:lnTo>
                    <a:pt x="96278" y="8445"/>
                  </a:lnTo>
                  <a:close/>
                </a:path>
                <a:path w="235585" h="197484">
                  <a:moveTo>
                    <a:pt x="180822" y="178689"/>
                  </a:moveTo>
                  <a:lnTo>
                    <a:pt x="160553" y="178689"/>
                  </a:lnTo>
                  <a:lnTo>
                    <a:pt x="160553" y="0"/>
                  </a:lnTo>
                  <a:lnTo>
                    <a:pt x="139217" y="0"/>
                  </a:lnTo>
                  <a:lnTo>
                    <a:pt x="139217" y="181622"/>
                  </a:lnTo>
                  <a:lnTo>
                    <a:pt x="141173" y="186918"/>
                  </a:lnTo>
                  <a:lnTo>
                    <a:pt x="148996" y="195275"/>
                  </a:lnTo>
                  <a:lnTo>
                    <a:pt x="154597" y="197358"/>
                  </a:lnTo>
                  <a:lnTo>
                    <a:pt x="180822" y="197358"/>
                  </a:lnTo>
                  <a:lnTo>
                    <a:pt x="180822" y="178689"/>
                  </a:lnTo>
                  <a:close/>
                </a:path>
                <a:path w="235585" h="197484">
                  <a:moveTo>
                    <a:pt x="233095" y="59740"/>
                  </a:moveTo>
                  <a:lnTo>
                    <a:pt x="211759" y="59740"/>
                  </a:lnTo>
                  <a:lnTo>
                    <a:pt x="211759" y="197358"/>
                  </a:lnTo>
                  <a:lnTo>
                    <a:pt x="233095" y="197358"/>
                  </a:lnTo>
                  <a:lnTo>
                    <a:pt x="233095" y="59740"/>
                  </a:lnTo>
                  <a:close/>
                </a:path>
                <a:path w="235585" h="197484">
                  <a:moveTo>
                    <a:pt x="235496" y="8445"/>
                  </a:moveTo>
                  <a:lnTo>
                    <a:pt x="234480" y="5562"/>
                  </a:lnTo>
                  <a:lnTo>
                    <a:pt x="230390" y="1117"/>
                  </a:lnTo>
                  <a:lnTo>
                    <a:pt x="227050" y="0"/>
                  </a:lnTo>
                  <a:lnTo>
                    <a:pt x="217982" y="0"/>
                  </a:lnTo>
                  <a:lnTo>
                    <a:pt x="214693" y="1117"/>
                  </a:lnTo>
                  <a:lnTo>
                    <a:pt x="210426" y="5562"/>
                  </a:lnTo>
                  <a:lnTo>
                    <a:pt x="209359" y="8445"/>
                  </a:lnTo>
                  <a:lnTo>
                    <a:pt x="209359" y="19024"/>
                  </a:lnTo>
                  <a:lnTo>
                    <a:pt x="210426" y="21920"/>
                  </a:lnTo>
                  <a:lnTo>
                    <a:pt x="214693" y="26365"/>
                  </a:lnTo>
                  <a:lnTo>
                    <a:pt x="217982" y="27470"/>
                  </a:lnTo>
                  <a:lnTo>
                    <a:pt x="227050" y="27470"/>
                  </a:lnTo>
                  <a:lnTo>
                    <a:pt x="230390" y="26365"/>
                  </a:lnTo>
                  <a:lnTo>
                    <a:pt x="234480" y="21920"/>
                  </a:lnTo>
                  <a:lnTo>
                    <a:pt x="235496" y="19024"/>
                  </a:lnTo>
                  <a:lnTo>
                    <a:pt x="235496" y="844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590143" y="6412382"/>
            <a:ext cx="269240" cy="194310"/>
            <a:chOff x="5590143" y="6412382"/>
            <a:chExt cx="269240" cy="194310"/>
          </a:xfrm>
        </p:grpSpPr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90143" y="6412382"/>
              <a:ext cx="118681" cy="19415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34695" y="6412382"/>
              <a:ext cx="124282" cy="144018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5942186" y="6355841"/>
            <a:ext cx="207645" cy="200660"/>
            <a:chOff x="5942186" y="6355841"/>
            <a:chExt cx="207645" cy="200660"/>
          </a:xfrm>
        </p:grpSpPr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42186" y="6355841"/>
              <a:ext cx="73342" cy="19735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42200" y="6415582"/>
              <a:ext cx="107480" cy="140817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6195017" y="6345440"/>
            <a:ext cx="949325" cy="261620"/>
            <a:chOff x="6195017" y="6345440"/>
            <a:chExt cx="949325" cy="261620"/>
          </a:xfrm>
        </p:grpSpPr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95017" y="6412382"/>
              <a:ext cx="107480" cy="14081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46503" y="6347040"/>
              <a:ext cx="244563" cy="20935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21204" y="6412382"/>
              <a:ext cx="107480" cy="14081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752420" y="6345440"/>
              <a:ext cx="124460" cy="261620"/>
            </a:xfrm>
            <a:custGeom>
              <a:avLst/>
              <a:gdLst/>
              <a:ahLst/>
              <a:cxnLst/>
              <a:rect l="l" t="t" r="r" b="b"/>
              <a:pathLst>
                <a:path w="124459" h="261620">
                  <a:moveTo>
                    <a:pt x="21336" y="70142"/>
                  </a:moveTo>
                  <a:lnTo>
                    <a:pt x="0" y="70142"/>
                  </a:lnTo>
                  <a:lnTo>
                    <a:pt x="51473" y="213093"/>
                  </a:lnTo>
                  <a:lnTo>
                    <a:pt x="41071" y="242430"/>
                  </a:lnTo>
                  <a:lnTo>
                    <a:pt x="19469" y="242430"/>
                  </a:lnTo>
                  <a:lnTo>
                    <a:pt x="19469" y="261099"/>
                  </a:lnTo>
                  <a:lnTo>
                    <a:pt x="37160" y="261099"/>
                  </a:lnTo>
                  <a:lnTo>
                    <a:pt x="42494" y="260476"/>
                  </a:lnTo>
                  <a:lnTo>
                    <a:pt x="62407" y="239763"/>
                  </a:lnTo>
                  <a:lnTo>
                    <a:pt x="81878" y="186156"/>
                  </a:lnTo>
                  <a:lnTo>
                    <a:pt x="60807" y="186156"/>
                  </a:lnTo>
                  <a:lnTo>
                    <a:pt x="54406" y="163753"/>
                  </a:lnTo>
                  <a:lnTo>
                    <a:pt x="21336" y="70142"/>
                  </a:lnTo>
                  <a:close/>
                </a:path>
                <a:path w="124459" h="261620">
                  <a:moveTo>
                    <a:pt x="124015" y="70142"/>
                  </a:moveTo>
                  <a:lnTo>
                    <a:pt x="102946" y="70142"/>
                  </a:lnTo>
                  <a:lnTo>
                    <a:pt x="69608" y="163753"/>
                  </a:lnTo>
                  <a:lnTo>
                    <a:pt x="62141" y="186156"/>
                  </a:lnTo>
                  <a:lnTo>
                    <a:pt x="81878" y="186156"/>
                  </a:lnTo>
                  <a:lnTo>
                    <a:pt x="124015" y="70142"/>
                  </a:lnTo>
                  <a:close/>
                </a:path>
                <a:path w="124459" h="261620">
                  <a:moveTo>
                    <a:pt x="72809" y="0"/>
                  </a:moveTo>
                  <a:lnTo>
                    <a:pt x="50139" y="45338"/>
                  </a:lnTo>
                  <a:lnTo>
                    <a:pt x="64008" y="51739"/>
                  </a:lnTo>
                  <a:lnTo>
                    <a:pt x="92278" y="9334"/>
                  </a:lnTo>
                  <a:lnTo>
                    <a:pt x="728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36456" y="6355841"/>
              <a:ext cx="107480" cy="19735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92171" y="6412382"/>
              <a:ext cx="114147" cy="144018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7240748" y="6355841"/>
            <a:ext cx="962660" cy="233045"/>
            <a:chOff x="7240748" y="6355841"/>
            <a:chExt cx="962660" cy="233045"/>
          </a:xfrm>
        </p:grpSpPr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0748" y="6412382"/>
              <a:ext cx="253898" cy="14401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529851" y="6355841"/>
              <a:ext cx="41910" cy="197485"/>
            </a:xfrm>
            <a:custGeom>
              <a:avLst/>
              <a:gdLst/>
              <a:ahLst/>
              <a:cxnLst/>
              <a:rect l="l" t="t" r="r" b="b"/>
              <a:pathLst>
                <a:path w="41909" h="197484">
                  <a:moveTo>
                    <a:pt x="21335" y="0"/>
                  </a:moveTo>
                  <a:lnTo>
                    <a:pt x="0" y="0"/>
                  </a:lnTo>
                  <a:lnTo>
                    <a:pt x="0" y="181622"/>
                  </a:lnTo>
                  <a:lnTo>
                    <a:pt x="1955" y="186912"/>
                  </a:lnTo>
                  <a:lnTo>
                    <a:pt x="9778" y="195268"/>
                  </a:lnTo>
                  <a:lnTo>
                    <a:pt x="15379" y="197358"/>
                  </a:lnTo>
                  <a:lnTo>
                    <a:pt x="41605" y="197358"/>
                  </a:lnTo>
                  <a:lnTo>
                    <a:pt x="41605" y="178688"/>
                  </a:lnTo>
                  <a:lnTo>
                    <a:pt x="21335" y="178688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02393" y="6355841"/>
              <a:ext cx="250164" cy="20055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77627" y="6412382"/>
              <a:ext cx="114147" cy="14401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021913" y="6355841"/>
              <a:ext cx="107480" cy="19735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161130" y="6521995"/>
              <a:ext cx="42545" cy="66675"/>
            </a:xfrm>
            <a:custGeom>
              <a:avLst/>
              <a:gdLst/>
              <a:ahLst/>
              <a:cxnLst/>
              <a:rect l="l" t="t" r="r" b="b"/>
              <a:pathLst>
                <a:path w="42545" h="66675">
                  <a:moveTo>
                    <a:pt x="31559" y="0"/>
                  </a:moveTo>
                  <a:lnTo>
                    <a:pt x="25869" y="0"/>
                  </a:lnTo>
                  <a:lnTo>
                    <a:pt x="20358" y="0"/>
                  </a:lnTo>
                  <a:lnTo>
                    <a:pt x="16268" y="1466"/>
                  </a:lnTo>
                  <a:lnTo>
                    <a:pt x="10934" y="7334"/>
                  </a:lnTo>
                  <a:lnTo>
                    <a:pt x="9601" y="11112"/>
                  </a:lnTo>
                  <a:lnTo>
                    <a:pt x="9601" y="23025"/>
                  </a:lnTo>
                  <a:lnTo>
                    <a:pt x="10445" y="26047"/>
                  </a:lnTo>
                  <a:lnTo>
                    <a:pt x="13823" y="31026"/>
                  </a:lnTo>
                  <a:lnTo>
                    <a:pt x="16446" y="32715"/>
                  </a:lnTo>
                  <a:lnTo>
                    <a:pt x="20002" y="33604"/>
                  </a:lnTo>
                  <a:lnTo>
                    <a:pt x="18580" y="39827"/>
                  </a:lnTo>
                  <a:lnTo>
                    <a:pt x="16224" y="45472"/>
                  </a:lnTo>
                  <a:lnTo>
                    <a:pt x="9645" y="55606"/>
                  </a:lnTo>
                  <a:lnTo>
                    <a:pt x="5333" y="60985"/>
                  </a:lnTo>
                  <a:lnTo>
                    <a:pt x="0" y="66675"/>
                  </a:lnTo>
                  <a:lnTo>
                    <a:pt x="17868" y="66675"/>
                  </a:lnTo>
                  <a:lnTo>
                    <a:pt x="40004" y="34582"/>
                  </a:lnTo>
                  <a:lnTo>
                    <a:pt x="42138" y="26581"/>
                  </a:lnTo>
                  <a:lnTo>
                    <a:pt x="42138" y="11112"/>
                  </a:lnTo>
                  <a:lnTo>
                    <a:pt x="40849" y="7334"/>
                  </a:lnTo>
                  <a:lnTo>
                    <a:pt x="35693" y="1466"/>
                  </a:lnTo>
                  <a:lnTo>
                    <a:pt x="3155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8308881" y="6355841"/>
            <a:ext cx="329565" cy="200660"/>
            <a:chOff x="8308881" y="6355841"/>
            <a:chExt cx="329565" cy="200660"/>
          </a:xfrm>
        </p:grpSpPr>
        <p:pic>
          <p:nvPicPr>
            <p:cNvPr id="52" name="object 5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08881" y="6412382"/>
              <a:ext cx="107480" cy="1408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457966" y="6355841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70" h="197484">
                  <a:moveTo>
                    <a:pt x="17691" y="0"/>
                  </a:moveTo>
                  <a:lnTo>
                    <a:pt x="8623" y="0"/>
                  </a:lnTo>
                  <a:lnTo>
                    <a:pt x="5334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4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24" y="26358"/>
                  </a:lnTo>
                  <a:lnTo>
                    <a:pt x="25114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14" y="5556"/>
                  </a:lnTo>
                  <a:lnTo>
                    <a:pt x="21024" y="1111"/>
                  </a:lnTo>
                  <a:lnTo>
                    <a:pt x="17691" y="0"/>
                  </a:lnTo>
                  <a:close/>
                </a:path>
                <a:path w="26670" h="197484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8"/>
                  </a:lnTo>
                  <a:lnTo>
                    <a:pt x="23736" y="197358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6906" y="6412382"/>
              <a:ext cx="121348" cy="144018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8736400" y="6412382"/>
            <a:ext cx="269240" cy="194310"/>
            <a:chOff x="8736400" y="6412382"/>
            <a:chExt cx="269240" cy="194310"/>
          </a:xfrm>
        </p:grpSpPr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36400" y="6412382"/>
              <a:ext cx="118681" cy="19415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80952" y="6412382"/>
              <a:ext cx="124282" cy="144018"/>
            </a:xfrm>
            <a:prstGeom prst="rect">
              <a:avLst/>
            </a:prstGeom>
          </p:spPr>
        </p:pic>
      </p:grpSp>
      <p:pic>
        <p:nvPicPr>
          <p:cNvPr id="58" name="object 5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090311" y="6345440"/>
            <a:ext cx="1159877" cy="21095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52499" y="590550"/>
            <a:ext cx="95250" cy="95247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1149350" y="454025"/>
            <a:ext cx="2357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04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METODOLÓGIA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52500" y="3238500"/>
            <a:ext cx="16383000" cy="190500"/>
            <a:chOff x="952500" y="3238500"/>
            <a:chExt cx="16383000" cy="190500"/>
          </a:xfrm>
        </p:grpSpPr>
        <p:sp>
          <p:nvSpPr>
            <p:cNvPr id="63" name="object 63"/>
            <p:cNvSpPr/>
            <p:nvPr/>
          </p:nvSpPr>
          <p:spPr>
            <a:xfrm>
              <a:off x="952500" y="3305175"/>
              <a:ext cx="3276600" cy="19050"/>
            </a:xfrm>
            <a:custGeom>
              <a:avLst/>
              <a:gdLst/>
              <a:ahLst/>
              <a:cxnLst/>
              <a:rect l="l" t="t" r="r" b="b"/>
              <a:pathLst>
                <a:path w="3276600" h="19050">
                  <a:moveTo>
                    <a:pt x="32766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276600" y="19050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52500" y="3238500"/>
              <a:ext cx="190500" cy="1905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4229100" y="3305175"/>
              <a:ext cx="3276600" cy="19050"/>
            </a:xfrm>
            <a:custGeom>
              <a:avLst/>
              <a:gdLst/>
              <a:ahLst/>
              <a:cxnLst/>
              <a:rect l="l" t="t" r="r" b="b"/>
              <a:pathLst>
                <a:path w="3276600" h="19050">
                  <a:moveTo>
                    <a:pt x="32766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276600" y="19050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229100" y="3238500"/>
              <a:ext cx="190500" cy="19050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7505700" y="3305175"/>
              <a:ext cx="3276600" cy="19050"/>
            </a:xfrm>
            <a:custGeom>
              <a:avLst/>
              <a:gdLst/>
              <a:ahLst/>
              <a:cxnLst/>
              <a:rect l="l" t="t" r="r" b="b"/>
              <a:pathLst>
                <a:path w="3276600" h="19050">
                  <a:moveTo>
                    <a:pt x="32766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276600" y="19050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505700" y="3238500"/>
              <a:ext cx="190500" cy="1905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0782300" y="3305175"/>
              <a:ext cx="3276600" cy="19050"/>
            </a:xfrm>
            <a:custGeom>
              <a:avLst/>
              <a:gdLst/>
              <a:ahLst/>
              <a:cxnLst/>
              <a:rect l="l" t="t" r="r" b="b"/>
              <a:pathLst>
                <a:path w="3276600" h="19050">
                  <a:moveTo>
                    <a:pt x="32766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276600" y="19050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782300" y="3238500"/>
              <a:ext cx="190500" cy="19050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4058900" y="3305175"/>
              <a:ext cx="3276600" cy="19050"/>
            </a:xfrm>
            <a:custGeom>
              <a:avLst/>
              <a:gdLst/>
              <a:ahLst/>
              <a:cxnLst/>
              <a:rect l="l" t="t" r="r" b="b"/>
              <a:pathLst>
                <a:path w="3276600" h="19050">
                  <a:moveTo>
                    <a:pt x="32766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276600" y="19050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058900" y="3238500"/>
              <a:ext cx="190500" cy="190500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939800" y="3476783"/>
            <a:ext cx="1270635" cy="8356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135" dirty="0">
                <a:solidFill>
                  <a:srgbClr val="8A857C"/>
                </a:solidFill>
                <a:latin typeface="Courier New"/>
                <a:cs typeface="Courier New"/>
              </a:rPr>
              <a:t>Fáza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65" dirty="0">
                <a:solidFill>
                  <a:srgbClr val="8A857C"/>
                </a:solidFill>
                <a:latin typeface="Courier New"/>
                <a:cs typeface="Courier New"/>
              </a:rPr>
              <a:t>01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400" spc="55" dirty="0">
                <a:solidFill>
                  <a:srgbClr val="1A1A1A"/>
                </a:solidFill>
                <a:latin typeface="Georgia"/>
                <a:cs typeface="Georgia"/>
              </a:rPr>
              <a:t>Skeleton</a:t>
            </a:r>
            <a:endParaRPr sz="2400">
              <a:latin typeface="Georgia"/>
              <a:cs typeface="Georgia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957529" y="4488560"/>
            <a:ext cx="718185" cy="172085"/>
            <a:chOff x="957529" y="4488560"/>
            <a:chExt cx="718185" cy="172085"/>
          </a:xfrm>
        </p:grpSpPr>
        <p:sp>
          <p:nvSpPr>
            <p:cNvPr id="75" name="object 75"/>
            <p:cNvSpPr/>
            <p:nvPr/>
          </p:nvSpPr>
          <p:spPr>
            <a:xfrm>
              <a:off x="957529" y="4498339"/>
              <a:ext cx="121285" cy="160020"/>
            </a:xfrm>
            <a:custGeom>
              <a:avLst/>
              <a:gdLst/>
              <a:ahLst/>
              <a:cxnLst/>
              <a:rect l="l" t="t" r="r" b="b"/>
              <a:pathLst>
                <a:path w="121284" h="160020">
                  <a:moveTo>
                    <a:pt x="120700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50749" y="16510"/>
                  </a:lnTo>
                  <a:lnTo>
                    <a:pt x="50749" y="160020"/>
                  </a:lnTo>
                  <a:lnTo>
                    <a:pt x="69951" y="160020"/>
                  </a:lnTo>
                  <a:lnTo>
                    <a:pt x="69951" y="16510"/>
                  </a:lnTo>
                  <a:lnTo>
                    <a:pt x="120700" y="16510"/>
                  </a:lnTo>
                  <a:lnTo>
                    <a:pt x="12070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02690" y="4488560"/>
              <a:ext cx="97154" cy="169163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221104" y="4488560"/>
              <a:ext cx="22860" cy="169545"/>
            </a:xfrm>
            <a:custGeom>
              <a:avLst/>
              <a:gdLst/>
              <a:ahLst/>
              <a:cxnLst/>
              <a:rect l="l" t="t" r="r" b="b"/>
              <a:pathLst>
                <a:path w="22859" h="169545">
                  <a:moveTo>
                    <a:pt x="15163" y="0"/>
                  </a:moveTo>
                  <a:lnTo>
                    <a:pt x="7391" y="0"/>
                  </a:lnTo>
                  <a:lnTo>
                    <a:pt x="4571" y="952"/>
                  </a:lnTo>
                  <a:lnTo>
                    <a:pt x="914" y="4762"/>
                  </a:lnTo>
                  <a:lnTo>
                    <a:pt x="0" y="7238"/>
                  </a:lnTo>
                  <a:lnTo>
                    <a:pt x="0" y="16306"/>
                  </a:lnTo>
                  <a:lnTo>
                    <a:pt x="914" y="18783"/>
                  </a:lnTo>
                  <a:lnTo>
                    <a:pt x="4571" y="22593"/>
                  </a:lnTo>
                  <a:lnTo>
                    <a:pt x="7391" y="23545"/>
                  </a:lnTo>
                  <a:lnTo>
                    <a:pt x="15163" y="23545"/>
                  </a:lnTo>
                  <a:lnTo>
                    <a:pt x="18021" y="22593"/>
                  </a:lnTo>
                  <a:lnTo>
                    <a:pt x="21526" y="18783"/>
                  </a:lnTo>
                  <a:lnTo>
                    <a:pt x="22402" y="16306"/>
                  </a:lnTo>
                  <a:lnTo>
                    <a:pt x="22402" y="7238"/>
                  </a:lnTo>
                  <a:lnTo>
                    <a:pt x="21526" y="4762"/>
                  </a:lnTo>
                  <a:lnTo>
                    <a:pt x="18021" y="952"/>
                  </a:lnTo>
                  <a:lnTo>
                    <a:pt x="15163" y="0"/>
                  </a:lnTo>
                  <a:close/>
                </a:path>
                <a:path w="22859" h="169545">
                  <a:moveTo>
                    <a:pt x="20345" y="51206"/>
                  </a:moveTo>
                  <a:lnTo>
                    <a:pt x="2057" y="51206"/>
                  </a:lnTo>
                  <a:lnTo>
                    <a:pt x="2057" y="169163"/>
                  </a:lnTo>
                  <a:lnTo>
                    <a:pt x="20345" y="169163"/>
                  </a:lnTo>
                  <a:lnTo>
                    <a:pt x="20345" y="5120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280312" y="4537024"/>
              <a:ext cx="92125" cy="1207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97355" y="4507077"/>
              <a:ext cx="63550" cy="15064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80794" y="4537024"/>
              <a:ext cx="104012" cy="123444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1614982" y="4539767"/>
              <a:ext cx="60960" cy="118110"/>
            </a:xfrm>
            <a:custGeom>
              <a:avLst/>
              <a:gdLst/>
              <a:ahLst/>
              <a:cxnLst/>
              <a:rect l="l" t="t" r="r" b="b"/>
              <a:pathLst>
                <a:path w="60960" h="118110">
                  <a:moveTo>
                    <a:pt x="60578" y="0"/>
                  </a:moveTo>
                  <a:lnTo>
                    <a:pt x="47091" y="0"/>
                  </a:lnTo>
                  <a:lnTo>
                    <a:pt x="41605" y="1028"/>
                  </a:lnTo>
                  <a:lnTo>
                    <a:pt x="19430" y="21717"/>
                  </a:lnTo>
                  <a:lnTo>
                    <a:pt x="18288" y="21717"/>
                  </a:lnTo>
                  <a:lnTo>
                    <a:pt x="18288" y="0"/>
                  </a:lnTo>
                  <a:lnTo>
                    <a:pt x="0" y="0"/>
                  </a:lnTo>
                  <a:lnTo>
                    <a:pt x="0" y="117957"/>
                  </a:lnTo>
                  <a:lnTo>
                    <a:pt x="18288" y="117957"/>
                  </a:lnTo>
                  <a:lnTo>
                    <a:pt x="18288" y="34137"/>
                  </a:lnTo>
                  <a:lnTo>
                    <a:pt x="19545" y="30784"/>
                  </a:lnTo>
                  <a:lnTo>
                    <a:pt x="24574" y="24993"/>
                  </a:lnTo>
                  <a:lnTo>
                    <a:pt x="28193" y="22669"/>
                  </a:lnTo>
                  <a:lnTo>
                    <a:pt x="37642" y="19164"/>
                  </a:lnTo>
                  <a:lnTo>
                    <a:pt x="43281" y="18287"/>
                  </a:lnTo>
                  <a:lnTo>
                    <a:pt x="60578" y="18287"/>
                  </a:lnTo>
                  <a:lnTo>
                    <a:pt x="6057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1752828" y="4488560"/>
            <a:ext cx="472440" cy="215265"/>
            <a:chOff x="1752828" y="4488560"/>
            <a:chExt cx="472440" cy="215265"/>
          </a:xfrm>
        </p:grpSpPr>
        <p:pic>
          <p:nvPicPr>
            <p:cNvPr id="83" name="object 8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752828" y="4488560"/>
              <a:ext cx="160019" cy="17190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934337" y="4537024"/>
              <a:ext cx="106527" cy="12344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071038" y="4537024"/>
              <a:ext cx="153619" cy="166420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2283123" y="4416425"/>
            <a:ext cx="1127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10" dirty="0">
                <a:solidFill>
                  <a:srgbClr val="8A857C"/>
                </a:solidFill>
                <a:latin typeface="Cambria"/>
                <a:cs typeface="Cambria"/>
              </a:rPr>
              <a:t>state.py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405767" y="4630978"/>
            <a:ext cx="36195" cy="57150"/>
          </a:xfrm>
          <a:custGeom>
            <a:avLst/>
            <a:gdLst/>
            <a:ahLst/>
            <a:cxnLst/>
            <a:rect l="l" t="t" r="r" b="b"/>
            <a:pathLst>
              <a:path w="36195" h="57150">
                <a:moveTo>
                  <a:pt x="27050" y="0"/>
                </a:moveTo>
                <a:lnTo>
                  <a:pt x="22174" y="0"/>
                </a:lnTo>
                <a:lnTo>
                  <a:pt x="17449" y="0"/>
                </a:lnTo>
                <a:lnTo>
                  <a:pt x="13944" y="1257"/>
                </a:lnTo>
                <a:lnTo>
                  <a:pt x="9372" y="6286"/>
                </a:lnTo>
                <a:lnTo>
                  <a:pt x="8229" y="9525"/>
                </a:lnTo>
                <a:lnTo>
                  <a:pt x="8229" y="19735"/>
                </a:lnTo>
                <a:lnTo>
                  <a:pt x="8953" y="22326"/>
                </a:lnTo>
                <a:lnTo>
                  <a:pt x="11849" y="26593"/>
                </a:lnTo>
                <a:lnTo>
                  <a:pt x="14097" y="28041"/>
                </a:lnTo>
                <a:lnTo>
                  <a:pt x="17144" y="28803"/>
                </a:lnTo>
                <a:lnTo>
                  <a:pt x="15925" y="34137"/>
                </a:lnTo>
                <a:lnTo>
                  <a:pt x="13906" y="38976"/>
                </a:lnTo>
                <a:lnTo>
                  <a:pt x="8267" y="47663"/>
                </a:lnTo>
                <a:lnTo>
                  <a:pt x="4572" y="52273"/>
                </a:lnTo>
                <a:lnTo>
                  <a:pt x="0" y="57150"/>
                </a:lnTo>
                <a:lnTo>
                  <a:pt x="15316" y="57150"/>
                </a:lnTo>
                <a:lnTo>
                  <a:pt x="21869" y="51511"/>
                </a:lnTo>
                <a:lnTo>
                  <a:pt x="26974" y="44881"/>
                </a:lnTo>
                <a:lnTo>
                  <a:pt x="34289" y="29641"/>
                </a:lnTo>
                <a:lnTo>
                  <a:pt x="36118" y="22783"/>
                </a:lnTo>
                <a:lnTo>
                  <a:pt x="36118" y="9525"/>
                </a:lnTo>
                <a:lnTo>
                  <a:pt x="35013" y="6286"/>
                </a:lnTo>
                <a:lnTo>
                  <a:pt x="30594" y="1257"/>
                </a:lnTo>
                <a:lnTo>
                  <a:pt x="27050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8" name="object 88"/>
          <p:cNvGrpSpPr/>
          <p:nvPr/>
        </p:nvGrpSpPr>
        <p:grpSpPr>
          <a:xfrm>
            <a:off x="960729" y="4803495"/>
            <a:ext cx="923925" cy="180975"/>
            <a:chOff x="960729" y="4803495"/>
            <a:chExt cx="923925" cy="180975"/>
          </a:xfrm>
        </p:grpSpPr>
        <p:pic>
          <p:nvPicPr>
            <p:cNvPr id="89" name="object 8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60729" y="4804867"/>
              <a:ext cx="90297" cy="17945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70457" y="4830927"/>
              <a:ext cx="63550" cy="150647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1163497" y="4863617"/>
              <a:ext cx="60960" cy="118110"/>
            </a:xfrm>
            <a:custGeom>
              <a:avLst/>
              <a:gdLst/>
              <a:ahLst/>
              <a:cxnLst/>
              <a:rect l="l" t="t" r="r" b="b"/>
              <a:pathLst>
                <a:path w="60959" h="118110">
                  <a:moveTo>
                    <a:pt x="60578" y="0"/>
                  </a:moveTo>
                  <a:lnTo>
                    <a:pt x="47091" y="0"/>
                  </a:lnTo>
                  <a:lnTo>
                    <a:pt x="41605" y="1028"/>
                  </a:lnTo>
                  <a:lnTo>
                    <a:pt x="19431" y="21717"/>
                  </a:lnTo>
                  <a:lnTo>
                    <a:pt x="18287" y="21717"/>
                  </a:lnTo>
                  <a:lnTo>
                    <a:pt x="18287" y="0"/>
                  </a:lnTo>
                  <a:lnTo>
                    <a:pt x="0" y="0"/>
                  </a:lnTo>
                  <a:lnTo>
                    <a:pt x="0" y="117957"/>
                  </a:lnTo>
                  <a:lnTo>
                    <a:pt x="18287" y="117957"/>
                  </a:lnTo>
                  <a:lnTo>
                    <a:pt x="18287" y="34137"/>
                  </a:lnTo>
                  <a:lnTo>
                    <a:pt x="19545" y="30784"/>
                  </a:lnTo>
                  <a:lnTo>
                    <a:pt x="24574" y="24993"/>
                  </a:lnTo>
                  <a:lnTo>
                    <a:pt x="28193" y="22669"/>
                  </a:lnTo>
                  <a:lnTo>
                    <a:pt x="37642" y="19164"/>
                  </a:lnTo>
                  <a:lnTo>
                    <a:pt x="43281" y="18287"/>
                  </a:lnTo>
                  <a:lnTo>
                    <a:pt x="60578" y="18287"/>
                  </a:lnTo>
                  <a:lnTo>
                    <a:pt x="6057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46250" y="4863617"/>
              <a:ext cx="92126" cy="1207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377238" y="4812410"/>
              <a:ext cx="168935" cy="16916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574520" y="4803495"/>
              <a:ext cx="92125" cy="180822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705508" y="4860874"/>
              <a:ext cx="178993" cy="123444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1964510" y="4812410"/>
            <a:ext cx="906780" cy="200025"/>
            <a:chOff x="1964510" y="4812410"/>
            <a:chExt cx="906780" cy="200025"/>
          </a:xfrm>
        </p:grpSpPr>
        <p:pic>
          <p:nvPicPr>
            <p:cNvPr id="97" name="object 9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964510" y="4860874"/>
              <a:ext cx="161848" cy="12070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155391" y="4860874"/>
              <a:ext cx="106527" cy="123444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284093" y="4812410"/>
              <a:ext cx="101727" cy="171907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423539" y="4863617"/>
              <a:ext cx="92125" cy="12070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554527" y="4812410"/>
              <a:ext cx="316153" cy="199567"/>
            </a:xfrm>
            <a:prstGeom prst="rect">
              <a:avLst/>
            </a:prstGeom>
          </p:spPr>
        </p:pic>
      </p:grpSp>
      <p:grpSp>
        <p:nvGrpSpPr>
          <p:cNvPr id="102" name="object 102"/>
          <p:cNvGrpSpPr/>
          <p:nvPr/>
        </p:nvGrpSpPr>
        <p:grpSpPr>
          <a:xfrm>
            <a:off x="2961206" y="4812410"/>
            <a:ext cx="910590" cy="172085"/>
            <a:chOff x="2961206" y="4812410"/>
            <a:chExt cx="910590" cy="172085"/>
          </a:xfrm>
        </p:grpSpPr>
        <p:pic>
          <p:nvPicPr>
            <p:cNvPr id="103" name="object 10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961206" y="4812410"/>
              <a:ext cx="97155" cy="169163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081679" y="4860874"/>
              <a:ext cx="287350" cy="123444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401261" y="4812410"/>
              <a:ext cx="157505" cy="171907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88942" y="4860874"/>
              <a:ext cx="92125" cy="120700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3716729" y="4812410"/>
              <a:ext cx="22860" cy="169545"/>
            </a:xfrm>
            <a:custGeom>
              <a:avLst/>
              <a:gdLst/>
              <a:ahLst/>
              <a:cxnLst/>
              <a:rect l="l" t="t" r="r" b="b"/>
              <a:pathLst>
                <a:path w="22860" h="169545">
                  <a:moveTo>
                    <a:pt x="15163" y="0"/>
                  </a:moveTo>
                  <a:lnTo>
                    <a:pt x="7391" y="0"/>
                  </a:lnTo>
                  <a:lnTo>
                    <a:pt x="4572" y="952"/>
                  </a:lnTo>
                  <a:lnTo>
                    <a:pt x="914" y="4762"/>
                  </a:lnTo>
                  <a:lnTo>
                    <a:pt x="0" y="7238"/>
                  </a:lnTo>
                  <a:lnTo>
                    <a:pt x="0" y="16306"/>
                  </a:lnTo>
                  <a:lnTo>
                    <a:pt x="914" y="18783"/>
                  </a:lnTo>
                  <a:lnTo>
                    <a:pt x="4572" y="22593"/>
                  </a:lnTo>
                  <a:lnTo>
                    <a:pt x="7391" y="23545"/>
                  </a:lnTo>
                  <a:lnTo>
                    <a:pt x="15163" y="23545"/>
                  </a:lnTo>
                  <a:lnTo>
                    <a:pt x="18021" y="22593"/>
                  </a:lnTo>
                  <a:lnTo>
                    <a:pt x="21526" y="18783"/>
                  </a:lnTo>
                  <a:lnTo>
                    <a:pt x="22402" y="16306"/>
                  </a:lnTo>
                  <a:lnTo>
                    <a:pt x="22402" y="7238"/>
                  </a:lnTo>
                  <a:lnTo>
                    <a:pt x="21526" y="4762"/>
                  </a:lnTo>
                  <a:lnTo>
                    <a:pt x="18021" y="952"/>
                  </a:lnTo>
                  <a:lnTo>
                    <a:pt x="15163" y="0"/>
                  </a:lnTo>
                  <a:close/>
                </a:path>
                <a:path w="22860" h="169545">
                  <a:moveTo>
                    <a:pt x="20345" y="51206"/>
                  </a:moveTo>
                  <a:lnTo>
                    <a:pt x="2057" y="51206"/>
                  </a:lnTo>
                  <a:lnTo>
                    <a:pt x="2057" y="169163"/>
                  </a:lnTo>
                  <a:lnTo>
                    <a:pt x="20345" y="169163"/>
                  </a:lnTo>
                  <a:lnTo>
                    <a:pt x="20345" y="5120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67250" y="4860874"/>
              <a:ext cx="104012" cy="123444"/>
            </a:xfrm>
            <a:prstGeom prst="rect">
              <a:avLst/>
            </a:prstGeom>
          </p:spPr>
        </p:pic>
      </p:grpSp>
      <p:grpSp>
        <p:nvGrpSpPr>
          <p:cNvPr id="109" name="object 109"/>
          <p:cNvGrpSpPr/>
          <p:nvPr/>
        </p:nvGrpSpPr>
        <p:grpSpPr>
          <a:xfrm>
            <a:off x="971930" y="5109667"/>
            <a:ext cx="783590" cy="222885"/>
            <a:chOff x="971930" y="5109667"/>
            <a:chExt cx="783590" cy="222885"/>
          </a:xfrm>
        </p:grpSpPr>
        <p:pic>
          <p:nvPicPr>
            <p:cNvPr id="110" name="object 11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71930" y="5165674"/>
              <a:ext cx="161848" cy="120700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1171486" y="5117210"/>
              <a:ext cx="104775" cy="169545"/>
            </a:xfrm>
            <a:custGeom>
              <a:avLst/>
              <a:gdLst/>
              <a:ahLst/>
              <a:cxnLst/>
              <a:rect l="l" t="t" r="r" b="b"/>
              <a:pathLst>
                <a:path w="104775" h="169545">
                  <a:moveTo>
                    <a:pt x="60579" y="51206"/>
                  </a:moveTo>
                  <a:lnTo>
                    <a:pt x="47091" y="51206"/>
                  </a:lnTo>
                  <a:lnTo>
                    <a:pt x="41605" y="52235"/>
                  </a:lnTo>
                  <a:lnTo>
                    <a:pt x="19431" y="72923"/>
                  </a:lnTo>
                  <a:lnTo>
                    <a:pt x="18288" y="72923"/>
                  </a:lnTo>
                  <a:lnTo>
                    <a:pt x="18288" y="51206"/>
                  </a:lnTo>
                  <a:lnTo>
                    <a:pt x="0" y="51206"/>
                  </a:lnTo>
                  <a:lnTo>
                    <a:pt x="0" y="169164"/>
                  </a:lnTo>
                  <a:lnTo>
                    <a:pt x="18288" y="169164"/>
                  </a:lnTo>
                  <a:lnTo>
                    <a:pt x="18288" y="85344"/>
                  </a:lnTo>
                  <a:lnTo>
                    <a:pt x="19545" y="81991"/>
                  </a:lnTo>
                  <a:lnTo>
                    <a:pt x="24574" y="76200"/>
                  </a:lnTo>
                  <a:lnTo>
                    <a:pt x="28194" y="73875"/>
                  </a:lnTo>
                  <a:lnTo>
                    <a:pt x="37642" y="70370"/>
                  </a:lnTo>
                  <a:lnTo>
                    <a:pt x="43281" y="69494"/>
                  </a:lnTo>
                  <a:lnTo>
                    <a:pt x="60579" y="69494"/>
                  </a:lnTo>
                  <a:lnTo>
                    <a:pt x="60579" y="51206"/>
                  </a:lnTo>
                  <a:close/>
                </a:path>
                <a:path w="104775" h="169545">
                  <a:moveTo>
                    <a:pt x="102196" y="51206"/>
                  </a:moveTo>
                  <a:lnTo>
                    <a:pt x="83896" y="51206"/>
                  </a:lnTo>
                  <a:lnTo>
                    <a:pt x="83896" y="169164"/>
                  </a:lnTo>
                  <a:lnTo>
                    <a:pt x="102196" y="169164"/>
                  </a:lnTo>
                  <a:lnTo>
                    <a:pt x="102196" y="51206"/>
                  </a:lnTo>
                  <a:close/>
                </a:path>
                <a:path w="104775" h="169545">
                  <a:moveTo>
                    <a:pt x="104254" y="7239"/>
                  </a:moveTo>
                  <a:lnTo>
                    <a:pt x="103378" y="4762"/>
                  </a:lnTo>
                  <a:lnTo>
                    <a:pt x="99872" y="952"/>
                  </a:lnTo>
                  <a:lnTo>
                    <a:pt x="97002" y="0"/>
                  </a:lnTo>
                  <a:lnTo>
                    <a:pt x="89230" y="0"/>
                  </a:lnTo>
                  <a:lnTo>
                    <a:pt x="86410" y="952"/>
                  </a:lnTo>
                  <a:lnTo>
                    <a:pt x="82753" y="4762"/>
                  </a:lnTo>
                  <a:lnTo>
                    <a:pt x="81838" y="7239"/>
                  </a:lnTo>
                  <a:lnTo>
                    <a:pt x="81838" y="16306"/>
                  </a:lnTo>
                  <a:lnTo>
                    <a:pt x="82753" y="18783"/>
                  </a:lnTo>
                  <a:lnTo>
                    <a:pt x="86410" y="22593"/>
                  </a:lnTo>
                  <a:lnTo>
                    <a:pt x="89230" y="23545"/>
                  </a:lnTo>
                  <a:lnTo>
                    <a:pt x="97002" y="23545"/>
                  </a:lnTo>
                  <a:lnTo>
                    <a:pt x="99872" y="22593"/>
                  </a:lnTo>
                  <a:lnTo>
                    <a:pt x="103378" y="18783"/>
                  </a:lnTo>
                  <a:lnTo>
                    <a:pt x="104254" y="16306"/>
                  </a:lnTo>
                  <a:lnTo>
                    <a:pt x="104254" y="7239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303858" y="5109667"/>
              <a:ext cx="213283" cy="179450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544116" y="5117210"/>
              <a:ext cx="211226" cy="214884"/>
            </a:xfrm>
            <a:prstGeom prst="rect">
              <a:avLst/>
            </a:prstGeom>
          </p:spPr>
        </p:pic>
      </p:grpSp>
      <p:pic>
        <p:nvPicPr>
          <p:cNvPr id="114" name="object 114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823237" y="5165674"/>
            <a:ext cx="105384" cy="123444"/>
          </a:xfrm>
          <a:prstGeom prst="rect">
            <a:avLst/>
          </a:prstGeom>
        </p:spPr>
      </p:pic>
      <p:grpSp>
        <p:nvGrpSpPr>
          <p:cNvPr id="115" name="object 115"/>
          <p:cNvGrpSpPr/>
          <p:nvPr/>
        </p:nvGrpSpPr>
        <p:grpSpPr>
          <a:xfrm>
            <a:off x="1999944" y="5108295"/>
            <a:ext cx="330835" cy="180975"/>
            <a:chOff x="1999944" y="5108295"/>
            <a:chExt cx="330835" cy="180975"/>
          </a:xfrm>
        </p:grpSpPr>
        <p:pic>
          <p:nvPicPr>
            <p:cNvPr id="116" name="object 11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999944" y="5165674"/>
              <a:ext cx="215798" cy="123444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2246820" y="5108295"/>
              <a:ext cx="84455" cy="180975"/>
            </a:xfrm>
            <a:custGeom>
              <a:avLst/>
              <a:gdLst/>
              <a:ahLst/>
              <a:cxnLst/>
              <a:rect l="l" t="t" r="r" b="b"/>
              <a:pathLst>
                <a:path w="84455" h="180975">
                  <a:moveTo>
                    <a:pt x="19431" y="60121"/>
                  </a:moveTo>
                  <a:lnTo>
                    <a:pt x="1143" y="60121"/>
                  </a:lnTo>
                  <a:lnTo>
                    <a:pt x="1143" y="178079"/>
                  </a:lnTo>
                  <a:lnTo>
                    <a:pt x="19431" y="178079"/>
                  </a:lnTo>
                  <a:lnTo>
                    <a:pt x="19431" y="60121"/>
                  </a:lnTo>
                  <a:close/>
                </a:path>
                <a:path w="84455" h="180975">
                  <a:moveTo>
                    <a:pt x="36118" y="8001"/>
                  </a:moveTo>
                  <a:lnTo>
                    <a:pt x="19431" y="0"/>
                  </a:lnTo>
                  <a:lnTo>
                    <a:pt x="0" y="38862"/>
                  </a:lnTo>
                  <a:lnTo>
                    <a:pt x="11887" y="44348"/>
                  </a:lnTo>
                  <a:lnTo>
                    <a:pt x="36118" y="8001"/>
                  </a:lnTo>
                  <a:close/>
                </a:path>
                <a:path w="84455" h="180975">
                  <a:moveTo>
                    <a:pt x="83896" y="160629"/>
                  </a:moveTo>
                  <a:lnTo>
                    <a:pt x="82791" y="157429"/>
                  </a:lnTo>
                  <a:lnTo>
                    <a:pt x="78371" y="152552"/>
                  </a:lnTo>
                  <a:lnTo>
                    <a:pt x="74828" y="151333"/>
                  </a:lnTo>
                  <a:lnTo>
                    <a:pt x="65227" y="151333"/>
                  </a:lnTo>
                  <a:lnTo>
                    <a:pt x="61722" y="152552"/>
                  </a:lnTo>
                  <a:lnTo>
                    <a:pt x="57150" y="157429"/>
                  </a:lnTo>
                  <a:lnTo>
                    <a:pt x="56007" y="160629"/>
                  </a:lnTo>
                  <a:lnTo>
                    <a:pt x="56007" y="171373"/>
                  </a:lnTo>
                  <a:lnTo>
                    <a:pt x="57150" y="174536"/>
                  </a:lnTo>
                  <a:lnTo>
                    <a:pt x="61722" y="179565"/>
                  </a:lnTo>
                  <a:lnTo>
                    <a:pt x="65227" y="180822"/>
                  </a:lnTo>
                  <a:lnTo>
                    <a:pt x="69951" y="180822"/>
                  </a:lnTo>
                  <a:lnTo>
                    <a:pt x="74828" y="180822"/>
                  </a:lnTo>
                  <a:lnTo>
                    <a:pt x="78371" y="179565"/>
                  </a:lnTo>
                  <a:lnTo>
                    <a:pt x="82791" y="174536"/>
                  </a:lnTo>
                  <a:lnTo>
                    <a:pt x="83896" y="171373"/>
                  </a:lnTo>
                  <a:lnTo>
                    <a:pt x="83896" y="160629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4216400" y="3476783"/>
            <a:ext cx="1837689" cy="8356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135" dirty="0">
                <a:solidFill>
                  <a:srgbClr val="8A857C"/>
                </a:solidFill>
                <a:latin typeface="Courier New"/>
                <a:cs typeface="Courier New"/>
              </a:rPr>
              <a:t>Fáza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65" dirty="0">
                <a:solidFill>
                  <a:srgbClr val="8A857C"/>
                </a:solidFill>
                <a:latin typeface="Courier New"/>
                <a:cs typeface="Courier New"/>
              </a:rPr>
              <a:t>02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400" spc="65" dirty="0">
                <a:solidFill>
                  <a:srgbClr val="1A1A1A"/>
                </a:solidFill>
                <a:latin typeface="Georgia"/>
                <a:cs typeface="Georgia"/>
              </a:rPr>
              <a:t>Body</a:t>
            </a:r>
            <a:r>
              <a:rPr sz="2400" spc="-2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1A1A1A"/>
                </a:solidFill>
                <a:latin typeface="Georgia"/>
                <a:cs typeface="Georgia"/>
              </a:rPr>
              <a:t>&amp;</a:t>
            </a:r>
            <a:r>
              <a:rPr sz="2400" spc="-2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400" i="1" spc="80" dirty="0">
                <a:solidFill>
                  <a:srgbClr val="1A1A1A"/>
                </a:solidFill>
                <a:latin typeface="Georgia"/>
                <a:cs typeface="Georgia"/>
              </a:rPr>
              <a:t>č</a:t>
            </a:r>
            <a:r>
              <a:rPr sz="2400" spc="80" dirty="0">
                <a:solidFill>
                  <a:srgbClr val="1A1A1A"/>
                </a:solidFill>
                <a:latin typeface="Georgia"/>
                <a:cs typeface="Georgia"/>
              </a:rPr>
              <a:t>iary</a:t>
            </a:r>
            <a:endParaRPr sz="2400">
              <a:latin typeface="Georgia"/>
              <a:cs typeface="Georgia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4250359" y="4488560"/>
            <a:ext cx="553085" cy="200025"/>
            <a:chOff x="4250359" y="4488560"/>
            <a:chExt cx="553085" cy="200025"/>
          </a:xfrm>
        </p:grpSpPr>
        <p:pic>
          <p:nvPicPr>
            <p:cNvPr id="120" name="object 12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250359" y="4498162"/>
              <a:ext cx="229971" cy="162306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4508449" y="4488560"/>
              <a:ext cx="22860" cy="169545"/>
            </a:xfrm>
            <a:custGeom>
              <a:avLst/>
              <a:gdLst/>
              <a:ahLst/>
              <a:cxnLst/>
              <a:rect l="l" t="t" r="r" b="b"/>
              <a:pathLst>
                <a:path w="22860" h="169545">
                  <a:moveTo>
                    <a:pt x="15163" y="0"/>
                  </a:moveTo>
                  <a:lnTo>
                    <a:pt x="7391" y="0"/>
                  </a:lnTo>
                  <a:lnTo>
                    <a:pt x="4572" y="952"/>
                  </a:lnTo>
                  <a:lnTo>
                    <a:pt x="914" y="4762"/>
                  </a:lnTo>
                  <a:lnTo>
                    <a:pt x="0" y="7238"/>
                  </a:lnTo>
                  <a:lnTo>
                    <a:pt x="0" y="16306"/>
                  </a:lnTo>
                  <a:lnTo>
                    <a:pt x="914" y="18783"/>
                  </a:lnTo>
                  <a:lnTo>
                    <a:pt x="4572" y="22593"/>
                  </a:lnTo>
                  <a:lnTo>
                    <a:pt x="7391" y="23545"/>
                  </a:lnTo>
                  <a:lnTo>
                    <a:pt x="15163" y="23545"/>
                  </a:lnTo>
                  <a:lnTo>
                    <a:pt x="18021" y="22593"/>
                  </a:lnTo>
                  <a:lnTo>
                    <a:pt x="21526" y="18783"/>
                  </a:lnTo>
                  <a:lnTo>
                    <a:pt x="22402" y="16306"/>
                  </a:lnTo>
                  <a:lnTo>
                    <a:pt x="22402" y="7238"/>
                  </a:lnTo>
                  <a:lnTo>
                    <a:pt x="21526" y="4762"/>
                  </a:lnTo>
                  <a:lnTo>
                    <a:pt x="18021" y="952"/>
                  </a:lnTo>
                  <a:lnTo>
                    <a:pt x="15163" y="0"/>
                  </a:lnTo>
                  <a:close/>
                </a:path>
                <a:path w="22860" h="169545">
                  <a:moveTo>
                    <a:pt x="20345" y="51206"/>
                  </a:moveTo>
                  <a:lnTo>
                    <a:pt x="2057" y="51206"/>
                  </a:lnTo>
                  <a:lnTo>
                    <a:pt x="2057" y="169163"/>
                  </a:lnTo>
                  <a:lnTo>
                    <a:pt x="20345" y="169163"/>
                  </a:lnTo>
                  <a:lnTo>
                    <a:pt x="20345" y="5120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567656" y="4537024"/>
              <a:ext cx="92125" cy="120700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684699" y="4507077"/>
              <a:ext cx="118643" cy="181051"/>
            </a:xfrm>
            <a:prstGeom prst="rect">
              <a:avLst/>
            </a:prstGeom>
          </p:spPr>
        </p:pic>
      </p:grpSp>
      <p:pic>
        <p:nvPicPr>
          <p:cNvPr id="124" name="object 124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4884037" y="4495419"/>
            <a:ext cx="949604" cy="210769"/>
          </a:xfrm>
          <a:prstGeom prst="rect">
            <a:avLst/>
          </a:prstGeom>
        </p:spPr>
      </p:pic>
      <p:grpSp>
        <p:nvGrpSpPr>
          <p:cNvPr id="125" name="object 125"/>
          <p:cNvGrpSpPr/>
          <p:nvPr/>
        </p:nvGrpSpPr>
        <p:grpSpPr>
          <a:xfrm>
            <a:off x="5925996" y="4488560"/>
            <a:ext cx="446405" cy="200025"/>
            <a:chOff x="5925996" y="4488560"/>
            <a:chExt cx="446405" cy="200025"/>
          </a:xfrm>
        </p:grpSpPr>
        <p:sp>
          <p:nvSpPr>
            <p:cNvPr id="126" name="object 126"/>
            <p:cNvSpPr/>
            <p:nvPr/>
          </p:nvSpPr>
          <p:spPr>
            <a:xfrm>
              <a:off x="5925985" y="4488560"/>
              <a:ext cx="133350" cy="170180"/>
            </a:xfrm>
            <a:custGeom>
              <a:avLst/>
              <a:gdLst/>
              <a:ahLst/>
              <a:cxnLst/>
              <a:rect l="l" t="t" r="r" b="b"/>
              <a:pathLst>
                <a:path w="133350" h="170179">
                  <a:moveTo>
                    <a:pt x="87096" y="152019"/>
                  </a:moveTo>
                  <a:lnTo>
                    <a:pt x="19202" y="152019"/>
                  </a:lnTo>
                  <a:lnTo>
                    <a:pt x="19202" y="9779"/>
                  </a:lnTo>
                  <a:lnTo>
                    <a:pt x="0" y="9779"/>
                  </a:lnTo>
                  <a:lnTo>
                    <a:pt x="0" y="152019"/>
                  </a:lnTo>
                  <a:lnTo>
                    <a:pt x="0" y="169799"/>
                  </a:lnTo>
                  <a:lnTo>
                    <a:pt x="87096" y="169799"/>
                  </a:lnTo>
                  <a:lnTo>
                    <a:pt x="87096" y="152019"/>
                  </a:lnTo>
                  <a:close/>
                </a:path>
                <a:path w="133350" h="170179">
                  <a:moveTo>
                    <a:pt x="130987" y="51206"/>
                  </a:moveTo>
                  <a:lnTo>
                    <a:pt x="112699" y="51206"/>
                  </a:lnTo>
                  <a:lnTo>
                    <a:pt x="112699" y="169164"/>
                  </a:lnTo>
                  <a:lnTo>
                    <a:pt x="130987" y="169164"/>
                  </a:lnTo>
                  <a:lnTo>
                    <a:pt x="130987" y="51206"/>
                  </a:lnTo>
                  <a:close/>
                </a:path>
                <a:path w="133350" h="170179">
                  <a:moveTo>
                    <a:pt x="133045" y="7239"/>
                  </a:moveTo>
                  <a:lnTo>
                    <a:pt x="132168" y="4762"/>
                  </a:lnTo>
                  <a:lnTo>
                    <a:pt x="128663" y="952"/>
                  </a:lnTo>
                  <a:lnTo>
                    <a:pt x="125806" y="0"/>
                  </a:lnTo>
                  <a:lnTo>
                    <a:pt x="118033" y="0"/>
                  </a:lnTo>
                  <a:lnTo>
                    <a:pt x="115214" y="952"/>
                  </a:lnTo>
                  <a:lnTo>
                    <a:pt x="111556" y="4762"/>
                  </a:lnTo>
                  <a:lnTo>
                    <a:pt x="110642" y="7239"/>
                  </a:lnTo>
                  <a:lnTo>
                    <a:pt x="110642" y="16306"/>
                  </a:lnTo>
                  <a:lnTo>
                    <a:pt x="111556" y="18783"/>
                  </a:lnTo>
                  <a:lnTo>
                    <a:pt x="115214" y="22593"/>
                  </a:lnTo>
                  <a:lnTo>
                    <a:pt x="118033" y="23545"/>
                  </a:lnTo>
                  <a:lnTo>
                    <a:pt x="125806" y="23545"/>
                  </a:lnTo>
                  <a:lnTo>
                    <a:pt x="128663" y="22593"/>
                  </a:lnTo>
                  <a:lnTo>
                    <a:pt x="132168" y="18783"/>
                  </a:lnTo>
                  <a:lnTo>
                    <a:pt x="133045" y="16306"/>
                  </a:lnTo>
                  <a:lnTo>
                    <a:pt x="133045" y="7239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095846" y="4537024"/>
              <a:ext cx="92125" cy="12070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217004" y="4537024"/>
              <a:ext cx="155219" cy="151104"/>
            </a:xfrm>
            <a:prstGeom prst="rect">
              <a:avLst/>
            </a:prstGeom>
          </p:spPr>
        </p:pic>
      </p:grpSp>
      <p:grpSp>
        <p:nvGrpSpPr>
          <p:cNvPr id="129" name="object 129"/>
          <p:cNvGrpSpPr/>
          <p:nvPr/>
        </p:nvGrpSpPr>
        <p:grpSpPr>
          <a:xfrm>
            <a:off x="6464578" y="4498162"/>
            <a:ext cx="390525" cy="205740"/>
            <a:chOff x="6464578" y="4498162"/>
            <a:chExt cx="390525" cy="205740"/>
          </a:xfrm>
        </p:grpSpPr>
        <p:pic>
          <p:nvPicPr>
            <p:cNvPr id="130" name="object 13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464578" y="4498162"/>
              <a:ext cx="112699" cy="159562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597394" y="4537024"/>
              <a:ext cx="257403" cy="166420"/>
            </a:xfrm>
            <a:prstGeom prst="rect">
              <a:avLst/>
            </a:prstGeom>
          </p:spPr>
        </p:pic>
      </p:grpSp>
      <p:grpSp>
        <p:nvGrpSpPr>
          <p:cNvPr id="132" name="object 132"/>
          <p:cNvGrpSpPr/>
          <p:nvPr/>
        </p:nvGrpSpPr>
        <p:grpSpPr>
          <a:xfrm>
            <a:off x="4233671" y="4812487"/>
            <a:ext cx="655955" cy="162560"/>
            <a:chOff x="4233671" y="4812487"/>
            <a:chExt cx="655955" cy="162560"/>
          </a:xfrm>
        </p:grpSpPr>
        <p:pic>
          <p:nvPicPr>
            <p:cNvPr id="133" name="object 13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233671" y="4812487"/>
              <a:ext cx="242544" cy="162306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497704" y="4821402"/>
              <a:ext cx="174421" cy="153390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692014" y="4851349"/>
              <a:ext cx="106527" cy="123444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4828717" y="4854092"/>
              <a:ext cx="60960" cy="118110"/>
            </a:xfrm>
            <a:custGeom>
              <a:avLst/>
              <a:gdLst/>
              <a:ahLst/>
              <a:cxnLst/>
              <a:rect l="l" t="t" r="r" b="b"/>
              <a:pathLst>
                <a:path w="60960" h="118110">
                  <a:moveTo>
                    <a:pt x="60578" y="0"/>
                  </a:moveTo>
                  <a:lnTo>
                    <a:pt x="47091" y="0"/>
                  </a:lnTo>
                  <a:lnTo>
                    <a:pt x="41605" y="1028"/>
                  </a:lnTo>
                  <a:lnTo>
                    <a:pt x="19431" y="21717"/>
                  </a:lnTo>
                  <a:lnTo>
                    <a:pt x="18287" y="21717"/>
                  </a:lnTo>
                  <a:lnTo>
                    <a:pt x="18287" y="0"/>
                  </a:lnTo>
                  <a:lnTo>
                    <a:pt x="0" y="0"/>
                  </a:lnTo>
                  <a:lnTo>
                    <a:pt x="0" y="117957"/>
                  </a:lnTo>
                  <a:lnTo>
                    <a:pt x="18287" y="117957"/>
                  </a:lnTo>
                  <a:lnTo>
                    <a:pt x="18287" y="34137"/>
                  </a:lnTo>
                  <a:lnTo>
                    <a:pt x="19545" y="30784"/>
                  </a:lnTo>
                  <a:lnTo>
                    <a:pt x="24574" y="24993"/>
                  </a:lnTo>
                  <a:lnTo>
                    <a:pt x="28194" y="22669"/>
                  </a:lnTo>
                  <a:lnTo>
                    <a:pt x="37642" y="19164"/>
                  </a:lnTo>
                  <a:lnTo>
                    <a:pt x="43281" y="18287"/>
                  </a:lnTo>
                  <a:lnTo>
                    <a:pt x="60578" y="18287"/>
                  </a:lnTo>
                  <a:lnTo>
                    <a:pt x="6057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137"/>
          <p:cNvSpPr/>
          <p:nvPr/>
        </p:nvSpPr>
        <p:spPr>
          <a:xfrm>
            <a:off x="4955362" y="4893868"/>
            <a:ext cx="161925" cy="17780"/>
          </a:xfrm>
          <a:custGeom>
            <a:avLst/>
            <a:gdLst/>
            <a:ahLst/>
            <a:cxnLst/>
            <a:rect l="l" t="t" r="r" b="b"/>
            <a:pathLst>
              <a:path w="161925" h="17779">
                <a:moveTo>
                  <a:pt x="161848" y="0"/>
                </a:moveTo>
                <a:lnTo>
                  <a:pt x="0" y="0"/>
                </a:lnTo>
                <a:lnTo>
                  <a:pt x="0" y="17373"/>
                </a:lnTo>
                <a:lnTo>
                  <a:pt x="161848" y="17373"/>
                </a:lnTo>
                <a:lnTo>
                  <a:pt x="161848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8" name="object 138"/>
          <p:cNvGrpSpPr/>
          <p:nvPr/>
        </p:nvGrpSpPr>
        <p:grpSpPr>
          <a:xfrm>
            <a:off x="5190818" y="4802885"/>
            <a:ext cx="495300" cy="217804"/>
            <a:chOff x="5190818" y="4802885"/>
            <a:chExt cx="495300" cy="217804"/>
          </a:xfrm>
        </p:grpSpPr>
        <p:pic>
          <p:nvPicPr>
            <p:cNvPr id="139" name="object 13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190818" y="4802885"/>
              <a:ext cx="101726" cy="171907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331407" y="4838090"/>
              <a:ext cx="354329" cy="182422"/>
            </a:xfrm>
            <a:prstGeom prst="rect">
              <a:avLst/>
            </a:prstGeom>
          </p:spPr>
        </p:pic>
      </p:grpSp>
      <p:grpSp>
        <p:nvGrpSpPr>
          <p:cNvPr id="141" name="object 141"/>
          <p:cNvGrpSpPr/>
          <p:nvPr/>
        </p:nvGrpSpPr>
        <p:grpSpPr>
          <a:xfrm>
            <a:off x="5765062" y="4851349"/>
            <a:ext cx="528320" cy="167005"/>
            <a:chOff x="5765062" y="4851349"/>
            <a:chExt cx="528320" cy="167005"/>
          </a:xfrm>
        </p:grpSpPr>
        <p:pic>
          <p:nvPicPr>
            <p:cNvPr id="142" name="object 142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765062" y="4851349"/>
              <a:ext cx="90297" cy="123444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887591" y="4851349"/>
              <a:ext cx="92125" cy="120700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008063" y="4851349"/>
              <a:ext cx="105384" cy="123444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139508" y="4851349"/>
              <a:ext cx="153619" cy="166420"/>
            </a:xfrm>
            <a:prstGeom prst="rect">
              <a:avLst/>
            </a:prstGeom>
          </p:spPr>
        </p:pic>
      </p:grpSp>
      <p:pic>
        <p:nvPicPr>
          <p:cNvPr id="146" name="object 146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4235729" y="5098770"/>
            <a:ext cx="1412289" cy="180822"/>
          </a:xfrm>
          <a:prstGeom prst="rect">
            <a:avLst/>
          </a:prstGeom>
        </p:spPr>
      </p:pic>
      <p:grpSp>
        <p:nvGrpSpPr>
          <p:cNvPr id="147" name="object 147"/>
          <p:cNvGrpSpPr/>
          <p:nvPr/>
        </p:nvGrpSpPr>
        <p:grpSpPr>
          <a:xfrm>
            <a:off x="5720942" y="5098770"/>
            <a:ext cx="918210" cy="180975"/>
            <a:chOff x="5720942" y="5098770"/>
            <a:chExt cx="918210" cy="180975"/>
          </a:xfrm>
        </p:grpSpPr>
        <p:pic>
          <p:nvPicPr>
            <p:cNvPr id="148" name="object 148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720942" y="5156149"/>
              <a:ext cx="90297" cy="123444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842328" y="5098770"/>
              <a:ext cx="92125" cy="180822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973316" y="5107685"/>
              <a:ext cx="298780" cy="171907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310958" y="5156149"/>
              <a:ext cx="92125" cy="120700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439660" y="5098770"/>
              <a:ext cx="147446" cy="180822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6610653" y="5250103"/>
              <a:ext cx="27940" cy="29845"/>
            </a:xfrm>
            <a:custGeom>
              <a:avLst/>
              <a:gdLst/>
              <a:ahLst/>
              <a:cxnLst/>
              <a:rect l="l" t="t" r="r" b="b"/>
              <a:pathLst>
                <a:path w="27940" h="29845">
                  <a:moveTo>
                    <a:pt x="18821" y="0"/>
                  </a:moveTo>
                  <a:lnTo>
                    <a:pt x="9220" y="0"/>
                  </a:lnTo>
                  <a:lnTo>
                    <a:pt x="5714" y="1219"/>
                  </a:lnTo>
                  <a:lnTo>
                    <a:pt x="1142" y="6096"/>
                  </a:lnTo>
                  <a:lnTo>
                    <a:pt x="0" y="9296"/>
                  </a:lnTo>
                  <a:lnTo>
                    <a:pt x="0" y="20040"/>
                  </a:lnTo>
                  <a:lnTo>
                    <a:pt x="1142" y="23202"/>
                  </a:lnTo>
                  <a:lnTo>
                    <a:pt x="5714" y="28232"/>
                  </a:lnTo>
                  <a:lnTo>
                    <a:pt x="9220" y="29489"/>
                  </a:lnTo>
                  <a:lnTo>
                    <a:pt x="13944" y="29489"/>
                  </a:lnTo>
                  <a:lnTo>
                    <a:pt x="18821" y="29489"/>
                  </a:lnTo>
                  <a:lnTo>
                    <a:pt x="22364" y="28232"/>
                  </a:lnTo>
                  <a:lnTo>
                    <a:pt x="26784" y="23202"/>
                  </a:lnTo>
                  <a:lnTo>
                    <a:pt x="27889" y="20040"/>
                  </a:lnTo>
                  <a:lnTo>
                    <a:pt x="27889" y="9296"/>
                  </a:lnTo>
                  <a:lnTo>
                    <a:pt x="26784" y="6096"/>
                  </a:lnTo>
                  <a:lnTo>
                    <a:pt x="22364" y="1219"/>
                  </a:lnTo>
                  <a:lnTo>
                    <a:pt x="18821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object 154"/>
          <p:cNvSpPr txBox="1"/>
          <p:nvPr/>
        </p:nvSpPr>
        <p:spPr>
          <a:xfrm>
            <a:off x="7493000" y="3476783"/>
            <a:ext cx="2562860" cy="118808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135" dirty="0">
                <a:solidFill>
                  <a:srgbClr val="8A857C"/>
                </a:solidFill>
                <a:latin typeface="Courier New"/>
                <a:cs typeface="Courier New"/>
              </a:rPr>
              <a:t>Fáza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90" dirty="0">
                <a:solidFill>
                  <a:srgbClr val="8A857C"/>
                </a:solidFill>
                <a:latin typeface="Courier New"/>
                <a:cs typeface="Courier New"/>
              </a:rPr>
              <a:t>03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140" dirty="0">
                <a:solidFill>
                  <a:srgbClr val="8A857C"/>
                </a:solidFill>
                <a:latin typeface="Courier New"/>
                <a:cs typeface="Courier New"/>
              </a:rPr>
              <a:t>polrok</a:t>
            </a:r>
            <a:endParaRPr sz="1800">
              <a:latin typeface="Courier New"/>
              <a:cs typeface="Courier New"/>
            </a:endParaRPr>
          </a:p>
          <a:p>
            <a:pPr marL="12700" marR="826135">
              <a:lnSpc>
                <a:spcPts val="2780"/>
              </a:lnSpc>
              <a:spcBef>
                <a:spcPts val="945"/>
              </a:spcBef>
            </a:pPr>
            <a:r>
              <a:rPr sz="2400" spc="95" dirty="0">
                <a:solidFill>
                  <a:srgbClr val="1A1A1A"/>
                </a:solidFill>
                <a:latin typeface="Georgia"/>
                <a:cs typeface="Georgia"/>
              </a:rPr>
              <a:t>Kru</a:t>
            </a:r>
            <a:r>
              <a:rPr sz="2400" i="1" spc="95" dirty="0">
                <a:solidFill>
                  <a:srgbClr val="1A1A1A"/>
                </a:solidFill>
                <a:latin typeface="Georgia"/>
                <a:cs typeface="Georgia"/>
              </a:rPr>
              <a:t>ž</a:t>
            </a:r>
            <a:r>
              <a:rPr sz="2400" spc="95" dirty="0">
                <a:solidFill>
                  <a:srgbClr val="1A1A1A"/>
                </a:solidFill>
                <a:latin typeface="Georgia"/>
                <a:cs typeface="Georgia"/>
              </a:rPr>
              <a:t>nice</a:t>
            </a:r>
            <a:r>
              <a:rPr sz="2400" spc="-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400" spc="-50" dirty="0">
                <a:solidFill>
                  <a:srgbClr val="1A1A1A"/>
                </a:solidFill>
                <a:latin typeface="Georgia"/>
                <a:cs typeface="Georgia"/>
              </a:rPr>
              <a:t>&amp; </a:t>
            </a:r>
            <a:r>
              <a:rPr sz="2400" spc="75" dirty="0">
                <a:solidFill>
                  <a:srgbClr val="1A1A1A"/>
                </a:solidFill>
                <a:latin typeface="Georgia"/>
                <a:cs typeface="Georgia"/>
              </a:rPr>
              <a:t>kon</a:t>
            </a:r>
            <a:r>
              <a:rPr sz="2400" i="1" spc="75" dirty="0">
                <a:solidFill>
                  <a:srgbClr val="1A1A1A"/>
                </a:solidFill>
                <a:latin typeface="Georgia"/>
                <a:cs typeface="Georgia"/>
              </a:rPr>
              <a:t>š</a:t>
            </a:r>
            <a:r>
              <a:rPr sz="2400" spc="75" dirty="0">
                <a:solidFill>
                  <a:srgbClr val="1A1A1A"/>
                </a:solidFill>
                <a:latin typeface="Georgia"/>
                <a:cs typeface="Georgia"/>
              </a:rPr>
              <a:t>trukcie</a:t>
            </a:r>
            <a:endParaRPr sz="2400">
              <a:latin typeface="Georgia"/>
              <a:cs typeface="Georgia"/>
            </a:endParaRPr>
          </a:p>
        </p:txBody>
      </p:sp>
      <p:grpSp>
        <p:nvGrpSpPr>
          <p:cNvPr id="155" name="object 155"/>
          <p:cNvGrpSpPr/>
          <p:nvPr/>
        </p:nvGrpSpPr>
        <p:grpSpPr>
          <a:xfrm>
            <a:off x="7526959" y="4832070"/>
            <a:ext cx="930275" cy="226695"/>
            <a:chOff x="7526959" y="4832070"/>
            <a:chExt cx="930275" cy="226695"/>
          </a:xfrm>
        </p:grpSpPr>
        <p:pic>
          <p:nvPicPr>
            <p:cNvPr id="156" name="object 15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526959" y="4850587"/>
              <a:ext cx="229971" cy="162306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787106" y="4832070"/>
              <a:ext cx="384276" cy="226542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201557" y="4889449"/>
              <a:ext cx="92125" cy="120700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314028" y="4892192"/>
              <a:ext cx="142646" cy="163677"/>
            </a:xfrm>
            <a:prstGeom prst="rect">
              <a:avLst/>
            </a:prstGeom>
          </p:spPr>
        </p:pic>
      </p:grpSp>
      <p:grpSp>
        <p:nvGrpSpPr>
          <p:cNvPr id="160" name="object 160"/>
          <p:cNvGrpSpPr/>
          <p:nvPr/>
        </p:nvGrpSpPr>
        <p:grpSpPr>
          <a:xfrm>
            <a:off x="8547199" y="4840985"/>
            <a:ext cx="824230" cy="200025"/>
            <a:chOff x="8547199" y="4840985"/>
            <a:chExt cx="824230" cy="200025"/>
          </a:xfrm>
        </p:grpSpPr>
        <p:pic>
          <p:nvPicPr>
            <p:cNvPr id="161" name="object 161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8547199" y="4840985"/>
              <a:ext cx="214426" cy="171907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8791801" y="4840985"/>
              <a:ext cx="36195" cy="169545"/>
            </a:xfrm>
            <a:custGeom>
              <a:avLst/>
              <a:gdLst/>
              <a:ahLst/>
              <a:cxnLst/>
              <a:rect l="l" t="t" r="r" b="b"/>
              <a:pathLst>
                <a:path w="36195" h="169545">
                  <a:moveTo>
                    <a:pt x="18287" y="0"/>
                  </a:moveTo>
                  <a:lnTo>
                    <a:pt x="0" y="0"/>
                  </a:lnTo>
                  <a:lnTo>
                    <a:pt x="0" y="155676"/>
                  </a:lnTo>
                  <a:lnTo>
                    <a:pt x="1676" y="160210"/>
                  </a:lnTo>
                  <a:lnTo>
                    <a:pt x="8381" y="167373"/>
                  </a:lnTo>
                  <a:lnTo>
                    <a:pt x="13182" y="169163"/>
                  </a:lnTo>
                  <a:lnTo>
                    <a:pt x="35661" y="169163"/>
                  </a:lnTo>
                  <a:lnTo>
                    <a:pt x="35661" y="153162"/>
                  </a:lnTo>
                  <a:lnTo>
                    <a:pt x="18287" y="153162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853981" y="4889449"/>
              <a:ext cx="161848" cy="120700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9051491" y="4840985"/>
              <a:ext cx="22860" cy="169545"/>
            </a:xfrm>
            <a:custGeom>
              <a:avLst/>
              <a:gdLst/>
              <a:ahLst/>
              <a:cxnLst/>
              <a:rect l="l" t="t" r="r" b="b"/>
              <a:pathLst>
                <a:path w="22859" h="169545">
                  <a:moveTo>
                    <a:pt x="15163" y="0"/>
                  </a:moveTo>
                  <a:lnTo>
                    <a:pt x="7391" y="0"/>
                  </a:lnTo>
                  <a:lnTo>
                    <a:pt x="4572" y="952"/>
                  </a:lnTo>
                  <a:lnTo>
                    <a:pt x="914" y="4762"/>
                  </a:lnTo>
                  <a:lnTo>
                    <a:pt x="0" y="7238"/>
                  </a:lnTo>
                  <a:lnTo>
                    <a:pt x="0" y="16306"/>
                  </a:lnTo>
                  <a:lnTo>
                    <a:pt x="914" y="18783"/>
                  </a:lnTo>
                  <a:lnTo>
                    <a:pt x="4572" y="22593"/>
                  </a:lnTo>
                  <a:lnTo>
                    <a:pt x="7391" y="23545"/>
                  </a:lnTo>
                  <a:lnTo>
                    <a:pt x="15163" y="23545"/>
                  </a:lnTo>
                  <a:lnTo>
                    <a:pt x="18021" y="22593"/>
                  </a:lnTo>
                  <a:lnTo>
                    <a:pt x="21526" y="18783"/>
                  </a:lnTo>
                  <a:lnTo>
                    <a:pt x="22402" y="16306"/>
                  </a:lnTo>
                  <a:lnTo>
                    <a:pt x="22402" y="7238"/>
                  </a:lnTo>
                  <a:lnTo>
                    <a:pt x="21526" y="4762"/>
                  </a:lnTo>
                  <a:lnTo>
                    <a:pt x="18021" y="952"/>
                  </a:lnTo>
                  <a:lnTo>
                    <a:pt x="15163" y="0"/>
                  </a:lnTo>
                  <a:close/>
                </a:path>
                <a:path w="22859" h="169545">
                  <a:moveTo>
                    <a:pt x="20345" y="51206"/>
                  </a:moveTo>
                  <a:lnTo>
                    <a:pt x="2057" y="51206"/>
                  </a:lnTo>
                  <a:lnTo>
                    <a:pt x="2057" y="169163"/>
                  </a:lnTo>
                  <a:lnTo>
                    <a:pt x="20345" y="169163"/>
                  </a:lnTo>
                  <a:lnTo>
                    <a:pt x="20345" y="5120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102012" y="4889449"/>
              <a:ext cx="268833" cy="151104"/>
            </a:xfrm>
            <a:prstGeom prst="rect">
              <a:avLst/>
            </a:prstGeom>
          </p:spPr>
        </p:pic>
      </p:grpSp>
      <p:grpSp>
        <p:nvGrpSpPr>
          <p:cNvPr id="166" name="object 166"/>
          <p:cNvGrpSpPr/>
          <p:nvPr/>
        </p:nvGrpSpPr>
        <p:grpSpPr>
          <a:xfrm>
            <a:off x="7525131" y="5138242"/>
            <a:ext cx="1191260" cy="222885"/>
            <a:chOff x="7525131" y="5138242"/>
            <a:chExt cx="1191260" cy="222885"/>
          </a:xfrm>
        </p:grpSpPr>
        <p:pic>
          <p:nvPicPr>
            <p:cNvPr id="167" name="object 167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525131" y="5194249"/>
              <a:ext cx="297865" cy="123444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846542" y="5194249"/>
              <a:ext cx="92125" cy="120700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967700" y="5194249"/>
              <a:ext cx="106527" cy="123444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8104402" y="5145785"/>
              <a:ext cx="101726" cy="171907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8228303" y="5138242"/>
              <a:ext cx="213283" cy="179450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8468562" y="5145785"/>
              <a:ext cx="247573" cy="214884"/>
            </a:xfrm>
            <a:prstGeom prst="rect">
              <a:avLst/>
            </a:prstGeom>
          </p:spPr>
        </p:pic>
      </p:grpSp>
      <p:grpSp>
        <p:nvGrpSpPr>
          <p:cNvPr id="173" name="object 173"/>
          <p:cNvGrpSpPr/>
          <p:nvPr/>
        </p:nvGrpSpPr>
        <p:grpSpPr>
          <a:xfrm>
            <a:off x="8795460" y="5145785"/>
            <a:ext cx="784225" cy="200025"/>
            <a:chOff x="8795460" y="5145785"/>
            <a:chExt cx="784225" cy="200025"/>
          </a:xfrm>
        </p:grpSpPr>
        <p:pic>
          <p:nvPicPr>
            <p:cNvPr id="174" name="object 17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795460" y="5194249"/>
              <a:ext cx="90297" cy="123444"/>
            </a:xfrm>
            <a:prstGeom prst="rect">
              <a:avLst/>
            </a:prstGeom>
          </p:spPr>
        </p:pic>
        <p:sp>
          <p:nvSpPr>
            <p:cNvPr id="175" name="object 175"/>
            <p:cNvSpPr/>
            <p:nvPr/>
          </p:nvSpPr>
          <p:spPr>
            <a:xfrm>
              <a:off x="8915932" y="5145785"/>
              <a:ext cx="22860" cy="169545"/>
            </a:xfrm>
            <a:custGeom>
              <a:avLst/>
              <a:gdLst/>
              <a:ahLst/>
              <a:cxnLst/>
              <a:rect l="l" t="t" r="r" b="b"/>
              <a:pathLst>
                <a:path w="22859" h="169545">
                  <a:moveTo>
                    <a:pt x="15163" y="0"/>
                  </a:moveTo>
                  <a:lnTo>
                    <a:pt x="7391" y="0"/>
                  </a:lnTo>
                  <a:lnTo>
                    <a:pt x="4571" y="952"/>
                  </a:lnTo>
                  <a:lnTo>
                    <a:pt x="914" y="4762"/>
                  </a:lnTo>
                  <a:lnTo>
                    <a:pt x="0" y="7238"/>
                  </a:lnTo>
                  <a:lnTo>
                    <a:pt x="0" y="16306"/>
                  </a:lnTo>
                  <a:lnTo>
                    <a:pt x="914" y="18783"/>
                  </a:lnTo>
                  <a:lnTo>
                    <a:pt x="4571" y="22593"/>
                  </a:lnTo>
                  <a:lnTo>
                    <a:pt x="7391" y="23545"/>
                  </a:lnTo>
                  <a:lnTo>
                    <a:pt x="15163" y="23545"/>
                  </a:lnTo>
                  <a:lnTo>
                    <a:pt x="18021" y="22593"/>
                  </a:lnTo>
                  <a:lnTo>
                    <a:pt x="21526" y="18783"/>
                  </a:lnTo>
                  <a:lnTo>
                    <a:pt x="22402" y="16306"/>
                  </a:lnTo>
                  <a:lnTo>
                    <a:pt x="22402" y="7238"/>
                  </a:lnTo>
                  <a:lnTo>
                    <a:pt x="21526" y="4762"/>
                  </a:lnTo>
                  <a:lnTo>
                    <a:pt x="18021" y="952"/>
                  </a:lnTo>
                  <a:lnTo>
                    <a:pt x="15163" y="0"/>
                  </a:lnTo>
                  <a:close/>
                </a:path>
                <a:path w="22859" h="169545">
                  <a:moveTo>
                    <a:pt x="20345" y="51206"/>
                  </a:moveTo>
                  <a:lnTo>
                    <a:pt x="2057" y="51206"/>
                  </a:lnTo>
                  <a:lnTo>
                    <a:pt x="2057" y="169163"/>
                  </a:lnTo>
                  <a:lnTo>
                    <a:pt x="20345" y="169163"/>
                  </a:lnTo>
                  <a:lnTo>
                    <a:pt x="20345" y="5120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6" name="object 17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967138" y="5145785"/>
              <a:ext cx="101726" cy="171907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9099040" y="5194249"/>
              <a:ext cx="104013" cy="123444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233229" y="5145785"/>
              <a:ext cx="101726" cy="171907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9356444" y="5194249"/>
              <a:ext cx="105384" cy="123444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9487889" y="5196992"/>
              <a:ext cx="91211" cy="148361"/>
            </a:xfrm>
            <a:prstGeom prst="rect">
              <a:avLst/>
            </a:prstGeom>
          </p:spPr>
        </p:pic>
      </p:grpSp>
      <p:grpSp>
        <p:nvGrpSpPr>
          <p:cNvPr id="181" name="object 181"/>
          <p:cNvGrpSpPr/>
          <p:nvPr/>
        </p:nvGrpSpPr>
        <p:grpSpPr>
          <a:xfrm>
            <a:off x="7523988" y="5460110"/>
            <a:ext cx="972819" cy="172085"/>
            <a:chOff x="7523988" y="5460110"/>
            <a:chExt cx="972819" cy="172085"/>
          </a:xfrm>
        </p:grpSpPr>
        <p:pic>
          <p:nvPicPr>
            <p:cNvPr id="182" name="object 18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523988" y="5511317"/>
              <a:ext cx="92125" cy="120700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7654975" y="5460110"/>
              <a:ext cx="97154" cy="169163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7775448" y="5460110"/>
              <a:ext cx="277977" cy="171907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082915" y="5508574"/>
              <a:ext cx="105384" cy="123444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214360" y="5508574"/>
              <a:ext cx="92125" cy="120700"/>
            </a:xfrm>
            <a:prstGeom prst="rect">
              <a:avLst/>
            </a:prstGeom>
          </p:spPr>
        </p:pic>
        <p:sp>
          <p:nvSpPr>
            <p:cNvPr id="187" name="object 187"/>
            <p:cNvSpPr/>
            <p:nvPr/>
          </p:nvSpPr>
          <p:spPr>
            <a:xfrm>
              <a:off x="8342146" y="5460110"/>
              <a:ext cx="22860" cy="169545"/>
            </a:xfrm>
            <a:custGeom>
              <a:avLst/>
              <a:gdLst/>
              <a:ahLst/>
              <a:cxnLst/>
              <a:rect l="l" t="t" r="r" b="b"/>
              <a:pathLst>
                <a:path w="22859" h="169545">
                  <a:moveTo>
                    <a:pt x="15163" y="0"/>
                  </a:moveTo>
                  <a:lnTo>
                    <a:pt x="7391" y="0"/>
                  </a:lnTo>
                  <a:lnTo>
                    <a:pt x="4572" y="952"/>
                  </a:lnTo>
                  <a:lnTo>
                    <a:pt x="914" y="4762"/>
                  </a:lnTo>
                  <a:lnTo>
                    <a:pt x="0" y="7238"/>
                  </a:lnTo>
                  <a:lnTo>
                    <a:pt x="0" y="16306"/>
                  </a:lnTo>
                  <a:lnTo>
                    <a:pt x="914" y="18783"/>
                  </a:lnTo>
                  <a:lnTo>
                    <a:pt x="4572" y="22593"/>
                  </a:lnTo>
                  <a:lnTo>
                    <a:pt x="7391" y="23545"/>
                  </a:lnTo>
                  <a:lnTo>
                    <a:pt x="15163" y="23545"/>
                  </a:lnTo>
                  <a:lnTo>
                    <a:pt x="18021" y="22593"/>
                  </a:lnTo>
                  <a:lnTo>
                    <a:pt x="21526" y="18783"/>
                  </a:lnTo>
                  <a:lnTo>
                    <a:pt x="22402" y="16306"/>
                  </a:lnTo>
                  <a:lnTo>
                    <a:pt x="22402" y="7238"/>
                  </a:lnTo>
                  <a:lnTo>
                    <a:pt x="21526" y="4762"/>
                  </a:lnTo>
                  <a:lnTo>
                    <a:pt x="18021" y="952"/>
                  </a:lnTo>
                  <a:lnTo>
                    <a:pt x="15163" y="0"/>
                  </a:lnTo>
                  <a:close/>
                </a:path>
                <a:path w="22859" h="169545">
                  <a:moveTo>
                    <a:pt x="20345" y="51206"/>
                  </a:moveTo>
                  <a:lnTo>
                    <a:pt x="2057" y="51206"/>
                  </a:lnTo>
                  <a:lnTo>
                    <a:pt x="2057" y="169163"/>
                  </a:lnTo>
                  <a:lnTo>
                    <a:pt x="20345" y="169163"/>
                  </a:lnTo>
                  <a:lnTo>
                    <a:pt x="20345" y="5120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8" name="object 18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392666" y="5508574"/>
              <a:ext cx="104013" cy="123444"/>
            </a:xfrm>
            <a:prstGeom prst="rect">
              <a:avLst/>
            </a:prstGeom>
          </p:spPr>
        </p:pic>
      </p:grpSp>
      <p:grpSp>
        <p:nvGrpSpPr>
          <p:cNvPr id="189" name="object 189"/>
          <p:cNvGrpSpPr/>
          <p:nvPr/>
        </p:nvGrpSpPr>
        <p:grpSpPr>
          <a:xfrm>
            <a:off x="8572803" y="5460110"/>
            <a:ext cx="238760" cy="172085"/>
            <a:chOff x="8572803" y="5460110"/>
            <a:chExt cx="238760" cy="172085"/>
          </a:xfrm>
        </p:grpSpPr>
        <p:pic>
          <p:nvPicPr>
            <p:cNvPr id="190" name="object 19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572803" y="5460110"/>
              <a:ext cx="101726" cy="171907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704706" y="5508574"/>
              <a:ext cx="106527" cy="123444"/>
            </a:xfrm>
            <a:prstGeom prst="rect">
              <a:avLst/>
            </a:prstGeom>
          </p:spPr>
        </p:pic>
      </p:grpSp>
      <p:grpSp>
        <p:nvGrpSpPr>
          <p:cNvPr id="192" name="object 192"/>
          <p:cNvGrpSpPr/>
          <p:nvPr/>
        </p:nvGrpSpPr>
        <p:grpSpPr>
          <a:xfrm>
            <a:off x="8882327" y="5466969"/>
            <a:ext cx="611505" cy="193040"/>
            <a:chOff x="8882327" y="5466969"/>
            <a:chExt cx="611505" cy="193040"/>
          </a:xfrm>
        </p:grpSpPr>
        <p:pic>
          <p:nvPicPr>
            <p:cNvPr id="193" name="object 193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8882327" y="5469712"/>
              <a:ext cx="90068" cy="162306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9002114" y="5466969"/>
              <a:ext cx="111328" cy="165049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9138588" y="5466969"/>
              <a:ext cx="135331" cy="165049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9308437" y="5469712"/>
              <a:ext cx="119100" cy="159562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9457713" y="5602528"/>
              <a:ext cx="36195" cy="57150"/>
            </a:xfrm>
            <a:custGeom>
              <a:avLst/>
              <a:gdLst/>
              <a:ahLst/>
              <a:cxnLst/>
              <a:rect l="l" t="t" r="r" b="b"/>
              <a:pathLst>
                <a:path w="36195" h="57150">
                  <a:moveTo>
                    <a:pt x="27050" y="0"/>
                  </a:moveTo>
                  <a:lnTo>
                    <a:pt x="22174" y="0"/>
                  </a:lnTo>
                  <a:lnTo>
                    <a:pt x="17449" y="0"/>
                  </a:lnTo>
                  <a:lnTo>
                    <a:pt x="13944" y="1257"/>
                  </a:lnTo>
                  <a:lnTo>
                    <a:pt x="9372" y="6286"/>
                  </a:lnTo>
                  <a:lnTo>
                    <a:pt x="8229" y="9525"/>
                  </a:lnTo>
                  <a:lnTo>
                    <a:pt x="8229" y="19735"/>
                  </a:lnTo>
                  <a:lnTo>
                    <a:pt x="8953" y="22326"/>
                  </a:lnTo>
                  <a:lnTo>
                    <a:pt x="11849" y="26593"/>
                  </a:lnTo>
                  <a:lnTo>
                    <a:pt x="14097" y="28041"/>
                  </a:lnTo>
                  <a:lnTo>
                    <a:pt x="17145" y="28803"/>
                  </a:lnTo>
                  <a:lnTo>
                    <a:pt x="15925" y="34137"/>
                  </a:lnTo>
                  <a:lnTo>
                    <a:pt x="13906" y="38976"/>
                  </a:lnTo>
                  <a:lnTo>
                    <a:pt x="8267" y="47663"/>
                  </a:lnTo>
                  <a:lnTo>
                    <a:pt x="4572" y="52273"/>
                  </a:lnTo>
                  <a:lnTo>
                    <a:pt x="0" y="57150"/>
                  </a:lnTo>
                  <a:lnTo>
                    <a:pt x="15316" y="57150"/>
                  </a:lnTo>
                  <a:lnTo>
                    <a:pt x="21869" y="51511"/>
                  </a:lnTo>
                  <a:lnTo>
                    <a:pt x="26974" y="44881"/>
                  </a:lnTo>
                  <a:lnTo>
                    <a:pt x="34289" y="29641"/>
                  </a:lnTo>
                  <a:lnTo>
                    <a:pt x="36118" y="22783"/>
                  </a:lnTo>
                  <a:lnTo>
                    <a:pt x="36118" y="9525"/>
                  </a:lnTo>
                  <a:lnTo>
                    <a:pt x="35013" y="6286"/>
                  </a:lnTo>
                  <a:lnTo>
                    <a:pt x="30594" y="1257"/>
                  </a:lnTo>
                  <a:lnTo>
                    <a:pt x="2705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8" name="object 198"/>
          <p:cNvGrpSpPr/>
          <p:nvPr/>
        </p:nvGrpSpPr>
        <p:grpSpPr>
          <a:xfrm>
            <a:off x="9584358" y="5460110"/>
            <a:ext cx="905510" cy="215265"/>
            <a:chOff x="9584358" y="5460110"/>
            <a:chExt cx="905510" cy="215265"/>
          </a:xfrm>
        </p:grpSpPr>
        <p:pic>
          <p:nvPicPr>
            <p:cNvPr id="199" name="object 19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9584358" y="5508574"/>
              <a:ext cx="101726" cy="166420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9716946" y="5508574"/>
              <a:ext cx="178079" cy="123444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925200" y="5460110"/>
              <a:ext cx="97154" cy="169163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0045671" y="5460110"/>
              <a:ext cx="277977" cy="171907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0346967" y="5511317"/>
              <a:ext cx="142645" cy="163677"/>
            </a:xfrm>
            <a:prstGeom prst="rect">
              <a:avLst/>
            </a:prstGeom>
          </p:spPr>
        </p:pic>
      </p:grpSp>
      <p:sp>
        <p:nvSpPr>
          <p:cNvPr id="204" name="object 204"/>
          <p:cNvSpPr txBox="1"/>
          <p:nvPr/>
        </p:nvSpPr>
        <p:spPr>
          <a:xfrm>
            <a:off x="10769600" y="3476783"/>
            <a:ext cx="2428240" cy="8356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135" dirty="0">
                <a:solidFill>
                  <a:srgbClr val="8A857C"/>
                </a:solidFill>
                <a:latin typeface="Courier New"/>
                <a:cs typeface="Courier New"/>
              </a:rPr>
              <a:t>Fáza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65" dirty="0">
                <a:solidFill>
                  <a:srgbClr val="8A857C"/>
                </a:solidFill>
                <a:latin typeface="Courier New"/>
                <a:cs typeface="Courier New"/>
              </a:rPr>
              <a:t>04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400" spc="55" dirty="0">
                <a:solidFill>
                  <a:srgbClr val="1A1A1A"/>
                </a:solidFill>
                <a:latin typeface="Georgia"/>
                <a:cs typeface="Georgia"/>
              </a:rPr>
              <a:t>Cloud</a:t>
            </a:r>
            <a:r>
              <a:rPr sz="2400" spc="-2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1A1A1A"/>
                </a:solidFill>
                <a:latin typeface="Georgia"/>
                <a:cs typeface="Georgia"/>
              </a:rPr>
              <a:t>&amp;</a:t>
            </a:r>
            <a:r>
              <a:rPr sz="2400" spc="-2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400" spc="95" dirty="0">
                <a:solidFill>
                  <a:srgbClr val="1A1A1A"/>
                </a:solidFill>
                <a:latin typeface="Georgia"/>
                <a:cs typeface="Georgia"/>
              </a:rPr>
              <a:t>meranie</a:t>
            </a:r>
            <a:endParaRPr sz="2400">
              <a:latin typeface="Georgia"/>
              <a:cs typeface="Georgia"/>
            </a:endParaRPr>
          </a:p>
        </p:txBody>
      </p:sp>
      <p:grpSp>
        <p:nvGrpSpPr>
          <p:cNvPr id="205" name="object 205"/>
          <p:cNvGrpSpPr/>
          <p:nvPr/>
        </p:nvGrpSpPr>
        <p:grpSpPr>
          <a:xfrm>
            <a:off x="10787557" y="4488560"/>
            <a:ext cx="605155" cy="172085"/>
            <a:chOff x="10787557" y="4488560"/>
            <a:chExt cx="605155" cy="172085"/>
          </a:xfrm>
        </p:grpSpPr>
        <p:pic>
          <p:nvPicPr>
            <p:cNvPr id="206" name="object 206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0787557" y="4498162"/>
              <a:ext cx="136017" cy="159562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947120" y="4539767"/>
              <a:ext cx="92125" cy="120700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065305" y="4507077"/>
              <a:ext cx="63550" cy="150647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1158345" y="4488560"/>
              <a:ext cx="92125" cy="169163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1282475" y="4495418"/>
              <a:ext cx="109727" cy="165049"/>
            </a:xfrm>
            <a:prstGeom prst="rect">
              <a:avLst/>
            </a:prstGeom>
          </p:spPr>
        </p:pic>
      </p:grpSp>
      <p:sp>
        <p:nvSpPr>
          <p:cNvPr id="211" name="object 211"/>
          <p:cNvSpPr/>
          <p:nvPr/>
        </p:nvSpPr>
        <p:spPr>
          <a:xfrm>
            <a:off x="11475174" y="4532629"/>
            <a:ext cx="106680" cy="110489"/>
          </a:xfrm>
          <a:custGeom>
            <a:avLst/>
            <a:gdLst/>
            <a:ahLst/>
            <a:cxnLst/>
            <a:rect l="l" t="t" r="r" b="b"/>
            <a:pathLst>
              <a:path w="106679" h="110489">
                <a:moveTo>
                  <a:pt x="106527" y="46990"/>
                </a:moveTo>
                <a:lnTo>
                  <a:pt x="61950" y="46990"/>
                </a:lnTo>
                <a:lnTo>
                  <a:pt x="61950" y="0"/>
                </a:lnTo>
                <a:lnTo>
                  <a:pt x="44577" y="0"/>
                </a:lnTo>
                <a:lnTo>
                  <a:pt x="44577" y="46990"/>
                </a:lnTo>
                <a:lnTo>
                  <a:pt x="0" y="46990"/>
                </a:lnTo>
                <a:lnTo>
                  <a:pt x="0" y="63500"/>
                </a:lnTo>
                <a:lnTo>
                  <a:pt x="44577" y="63500"/>
                </a:lnTo>
                <a:lnTo>
                  <a:pt x="44577" y="110490"/>
                </a:lnTo>
                <a:lnTo>
                  <a:pt x="61950" y="110490"/>
                </a:lnTo>
                <a:lnTo>
                  <a:pt x="61950" y="63500"/>
                </a:lnTo>
                <a:lnTo>
                  <a:pt x="106527" y="63500"/>
                </a:lnTo>
                <a:lnTo>
                  <a:pt x="106527" y="4699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2" name="object 212"/>
          <p:cNvGrpSpPr/>
          <p:nvPr/>
        </p:nvGrpSpPr>
        <p:grpSpPr>
          <a:xfrm>
            <a:off x="11656007" y="4498340"/>
            <a:ext cx="556895" cy="162560"/>
            <a:chOff x="11656007" y="4498340"/>
            <a:chExt cx="556895" cy="162560"/>
          </a:xfrm>
        </p:grpSpPr>
        <p:pic>
          <p:nvPicPr>
            <p:cNvPr id="213" name="object 213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1656007" y="4498340"/>
              <a:ext cx="224713" cy="162128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1919583" y="4537024"/>
              <a:ext cx="162991" cy="123444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2106121" y="4537024"/>
              <a:ext cx="106527" cy="123444"/>
            </a:xfrm>
            <a:prstGeom prst="rect">
              <a:avLst/>
            </a:prstGeom>
          </p:spPr>
        </p:pic>
      </p:grpSp>
      <p:sp>
        <p:nvSpPr>
          <p:cNvPr id="216" name="object 216"/>
          <p:cNvSpPr/>
          <p:nvPr/>
        </p:nvSpPr>
        <p:spPr>
          <a:xfrm>
            <a:off x="12292648" y="4532629"/>
            <a:ext cx="106680" cy="110489"/>
          </a:xfrm>
          <a:custGeom>
            <a:avLst/>
            <a:gdLst/>
            <a:ahLst/>
            <a:cxnLst/>
            <a:rect l="l" t="t" r="r" b="b"/>
            <a:pathLst>
              <a:path w="106679" h="110489">
                <a:moveTo>
                  <a:pt x="106527" y="46990"/>
                </a:moveTo>
                <a:lnTo>
                  <a:pt x="61950" y="46990"/>
                </a:lnTo>
                <a:lnTo>
                  <a:pt x="61950" y="0"/>
                </a:lnTo>
                <a:lnTo>
                  <a:pt x="44577" y="0"/>
                </a:lnTo>
                <a:lnTo>
                  <a:pt x="44577" y="46990"/>
                </a:lnTo>
                <a:lnTo>
                  <a:pt x="0" y="46990"/>
                </a:lnTo>
                <a:lnTo>
                  <a:pt x="0" y="63500"/>
                </a:lnTo>
                <a:lnTo>
                  <a:pt x="44577" y="63500"/>
                </a:lnTo>
                <a:lnTo>
                  <a:pt x="44577" y="110490"/>
                </a:lnTo>
                <a:lnTo>
                  <a:pt x="61950" y="110490"/>
                </a:lnTo>
                <a:lnTo>
                  <a:pt x="61950" y="63500"/>
                </a:lnTo>
                <a:lnTo>
                  <a:pt x="106527" y="63500"/>
                </a:lnTo>
                <a:lnTo>
                  <a:pt x="106527" y="4699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7" name="object 217"/>
          <p:cNvGrpSpPr/>
          <p:nvPr/>
        </p:nvGrpSpPr>
        <p:grpSpPr>
          <a:xfrm>
            <a:off x="12489710" y="4488560"/>
            <a:ext cx="567690" cy="200025"/>
            <a:chOff x="12489710" y="4488560"/>
            <a:chExt cx="567690" cy="200025"/>
          </a:xfrm>
        </p:grpSpPr>
        <p:sp>
          <p:nvSpPr>
            <p:cNvPr id="218" name="object 218"/>
            <p:cNvSpPr/>
            <p:nvPr/>
          </p:nvSpPr>
          <p:spPr>
            <a:xfrm>
              <a:off x="12489700" y="4498339"/>
              <a:ext cx="95250" cy="160020"/>
            </a:xfrm>
            <a:custGeom>
              <a:avLst/>
              <a:gdLst/>
              <a:ahLst/>
              <a:cxnLst/>
              <a:rect l="l" t="t" r="r" b="b"/>
              <a:pathLst>
                <a:path w="95250" h="160020">
                  <a:moveTo>
                    <a:pt x="95097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69850"/>
                  </a:lnTo>
                  <a:lnTo>
                    <a:pt x="0" y="87630"/>
                  </a:lnTo>
                  <a:lnTo>
                    <a:pt x="0" y="160020"/>
                  </a:lnTo>
                  <a:lnTo>
                    <a:pt x="19202" y="160020"/>
                  </a:lnTo>
                  <a:lnTo>
                    <a:pt x="19202" y="87630"/>
                  </a:lnTo>
                  <a:lnTo>
                    <a:pt x="88468" y="87630"/>
                  </a:lnTo>
                  <a:lnTo>
                    <a:pt x="88468" y="69850"/>
                  </a:lnTo>
                  <a:lnTo>
                    <a:pt x="19202" y="69850"/>
                  </a:lnTo>
                  <a:lnTo>
                    <a:pt x="19202" y="16510"/>
                  </a:lnTo>
                  <a:lnTo>
                    <a:pt x="95097" y="16510"/>
                  </a:lnTo>
                  <a:lnTo>
                    <a:pt x="95097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9" name="object 219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2615669" y="4488560"/>
              <a:ext cx="263349" cy="171907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2911251" y="4488560"/>
              <a:ext cx="146075" cy="199567"/>
            </a:xfrm>
            <a:prstGeom prst="rect">
              <a:avLst/>
            </a:prstGeom>
          </p:spPr>
        </p:pic>
      </p:grpSp>
      <p:grpSp>
        <p:nvGrpSpPr>
          <p:cNvPr id="221" name="object 221"/>
          <p:cNvGrpSpPr/>
          <p:nvPr/>
        </p:nvGrpSpPr>
        <p:grpSpPr>
          <a:xfrm>
            <a:off x="13146709" y="4488560"/>
            <a:ext cx="448309" cy="215265"/>
            <a:chOff x="13146709" y="4488560"/>
            <a:chExt cx="448309" cy="215265"/>
          </a:xfrm>
        </p:grpSpPr>
        <p:pic>
          <p:nvPicPr>
            <p:cNvPr id="222" name="object 222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3146709" y="4539767"/>
              <a:ext cx="92125" cy="120700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3277696" y="4488560"/>
              <a:ext cx="92125" cy="169163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3407541" y="4488560"/>
              <a:ext cx="186994" cy="214884"/>
            </a:xfrm>
            <a:prstGeom prst="rect">
              <a:avLst/>
            </a:prstGeom>
          </p:spPr>
        </p:pic>
      </p:grpSp>
      <p:grpSp>
        <p:nvGrpSpPr>
          <p:cNvPr id="225" name="object 225"/>
          <p:cNvGrpSpPr/>
          <p:nvPr/>
        </p:nvGrpSpPr>
        <p:grpSpPr>
          <a:xfrm>
            <a:off x="10793044" y="4802885"/>
            <a:ext cx="758190" cy="215265"/>
            <a:chOff x="10793044" y="4802885"/>
            <a:chExt cx="758190" cy="215265"/>
          </a:xfrm>
        </p:grpSpPr>
        <p:pic>
          <p:nvPicPr>
            <p:cNvPr id="226" name="object 22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793044" y="4851349"/>
              <a:ext cx="106527" cy="123444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0929747" y="4802885"/>
              <a:ext cx="101726" cy="171907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1051133" y="4851349"/>
              <a:ext cx="90297" cy="123444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1164289" y="4851349"/>
              <a:ext cx="105384" cy="123444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1295734" y="4802885"/>
              <a:ext cx="92125" cy="169163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1408205" y="4854092"/>
              <a:ext cx="142646" cy="163677"/>
            </a:xfrm>
            <a:prstGeom prst="rect">
              <a:avLst/>
            </a:prstGeom>
          </p:spPr>
        </p:pic>
      </p:grpSp>
      <p:grpSp>
        <p:nvGrpSpPr>
          <p:cNvPr id="232" name="object 232"/>
          <p:cNvGrpSpPr/>
          <p:nvPr/>
        </p:nvGrpSpPr>
        <p:grpSpPr>
          <a:xfrm>
            <a:off x="11633376" y="4748250"/>
            <a:ext cx="556895" cy="269875"/>
            <a:chOff x="11633376" y="4748250"/>
            <a:chExt cx="556895" cy="269875"/>
          </a:xfrm>
        </p:grpSpPr>
        <p:pic>
          <p:nvPicPr>
            <p:cNvPr id="233" name="object 23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633376" y="4802885"/>
              <a:ext cx="101726" cy="171907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1772822" y="4748250"/>
              <a:ext cx="142417" cy="223799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1942215" y="4802885"/>
              <a:ext cx="247573" cy="214884"/>
            </a:xfrm>
            <a:prstGeom prst="rect">
              <a:avLst/>
            </a:prstGeom>
          </p:spPr>
        </p:pic>
      </p:grpSp>
      <p:grpSp>
        <p:nvGrpSpPr>
          <p:cNvPr id="236" name="object 236"/>
          <p:cNvGrpSpPr/>
          <p:nvPr/>
        </p:nvGrpSpPr>
        <p:grpSpPr>
          <a:xfrm>
            <a:off x="12271627" y="4793970"/>
            <a:ext cx="709295" cy="224154"/>
            <a:chOff x="12271627" y="4793970"/>
            <a:chExt cx="709295" cy="224154"/>
          </a:xfrm>
        </p:grpSpPr>
        <p:pic>
          <p:nvPicPr>
            <p:cNvPr id="237" name="object 237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2408330" y="4802885"/>
              <a:ext cx="101726" cy="171907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2271627" y="4851349"/>
              <a:ext cx="106527" cy="123444"/>
            </a:xfrm>
            <a:prstGeom prst="rect">
              <a:avLst/>
            </a:prstGeom>
          </p:spPr>
        </p:pic>
        <p:sp>
          <p:nvSpPr>
            <p:cNvPr id="239" name="object 239"/>
            <p:cNvSpPr/>
            <p:nvPr/>
          </p:nvSpPr>
          <p:spPr>
            <a:xfrm>
              <a:off x="12540918" y="4802885"/>
              <a:ext cx="36195" cy="169545"/>
            </a:xfrm>
            <a:custGeom>
              <a:avLst/>
              <a:gdLst/>
              <a:ahLst/>
              <a:cxnLst/>
              <a:rect l="l" t="t" r="r" b="b"/>
              <a:pathLst>
                <a:path w="36195" h="169545">
                  <a:moveTo>
                    <a:pt x="18288" y="0"/>
                  </a:moveTo>
                  <a:lnTo>
                    <a:pt x="0" y="0"/>
                  </a:lnTo>
                  <a:lnTo>
                    <a:pt x="0" y="155676"/>
                  </a:lnTo>
                  <a:lnTo>
                    <a:pt x="1676" y="160210"/>
                  </a:lnTo>
                  <a:lnTo>
                    <a:pt x="8382" y="167373"/>
                  </a:lnTo>
                  <a:lnTo>
                    <a:pt x="13182" y="169163"/>
                  </a:lnTo>
                  <a:lnTo>
                    <a:pt x="35661" y="169163"/>
                  </a:lnTo>
                  <a:lnTo>
                    <a:pt x="35661" y="153162"/>
                  </a:lnTo>
                  <a:lnTo>
                    <a:pt x="18288" y="153162"/>
                  </a:lnTo>
                  <a:lnTo>
                    <a:pt x="1828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0" name="object 24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601954" y="4793970"/>
              <a:ext cx="92125" cy="180822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2732943" y="4802885"/>
              <a:ext cx="247573" cy="214884"/>
            </a:xfrm>
            <a:prstGeom prst="rect">
              <a:avLst/>
            </a:prstGeom>
          </p:spPr>
        </p:pic>
      </p:grpSp>
      <p:grpSp>
        <p:nvGrpSpPr>
          <p:cNvPr id="242" name="object 242"/>
          <p:cNvGrpSpPr/>
          <p:nvPr/>
        </p:nvGrpSpPr>
        <p:grpSpPr>
          <a:xfrm>
            <a:off x="10786414" y="5098770"/>
            <a:ext cx="725805" cy="224154"/>
            <a:chOff x="10786414" y="5098770"/>
            <a:chExt cx="725805" cy="224154"/>
          </a:xfrm>
        </p:grpSpPr>
        <p:pic>
          <p:nvPicPr>
            <p:cNvPr id="243" name="object 243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0786414" y="5098770"/>
              <a:ext cx="320040" cy="223799"/>
            </a:xfrm>
            <a:prstGeom prst="rect">
              <a:avLst/>
            </a:prstGeom>
          </p:spPr>
        </p:pic>
        <p:pic>
          <p:nvPicPr>
            <p:cNvPr id="244" name="object 24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130000" y="5156149"/>
              <a:ext cx="104012" cy="123444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1264188" y="5107685"/>
              <a:ext cx="247572" cy="214884"/>
            </a:xfrm>
            <a:prstGeom prst="rect">
              <a:avLst/>
            </a:prstGeom>
          </p:spPr>
        </p:pic>
      </p:grpSp>
      <p:sp>
        <p:nvSpPr>
          <p:cNvPr id="246" name="object 246"/>
          <p:cNvSpPr txBox="1"/>
          <p:nvPr/>
        </p:nvSpPr>
        <p:spPr>
          <a:xfrm>
            <a:off x="14046200" y="3476783"/>
            <a:ext cx="2562860" cy="118808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135" dirty="0">
                <a:solidFill>
                  <a:srgbClr val="8A857C"/>
                </a:solidFill>
                <a:latin typeface="Courier New"/>
                <a:cs typeface="Courier New"/>
              </a:rPr>
              <a:t>Fáza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90" dirty="0">
                <a:solidFill>
                  <a:srgbClr val="8A857C"/>
                </a:solidFill>
                <a:latin typeface="Courier New"/>
                <a:cs typeface="Courier New"/>
              </a:rPr>
              <a:t>05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140" dirty="0">
                <a:solidFill>
                  <a:srgbClr val="8A857C"/>
                </a:solidFill>
                <a:latin typeface="Courier New"/>
                <a:cs typeface="Courier New"/>
              </a:rPr>
              <a:t>finále</a:t>
            </a:r>
            <a:endParaRPr sz="1800">
              <a:latin typeface="Courier New"/>
              <a:cs typeface="Courier New"/>
            </a:endParaRPr>
          </a:p>
          <a:p>
            <a:pPr marL="12700" marR="134620">
              <a:lnSpc>
                <a:spcPts val="2780"/>
              </a:lnSpc>
              <a:spcBef>
                <a:spcPts val="945"/>
              </a:spcBef>
            </a:pPr>
            <a:r>
              <a:rPr sz="2400" spc="85" dirty="0">
                <a:solidFill>
                  <a:srgbClr val="1A1A1A"/>
                </a:solidFill>
                <a:latin typeface="Georgia"/>
                <a:cs typeface="Georgia"/>
              </a:rPr>
              <a:t>Transformácie</a:t>
            </a:r>
            <a:r>
              <a:rPr sz="2400" spc="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400" spc="-50" dirty="0">
                <a:solidFill>
                  <a:srgbClr val="1A1A1A"/>
                </a:solidFill>
                <a:latin typeface="Georgia"/>
                <a:cs typeface="Georgia"/>
              </a:rPr>
              <a:t>&amp; </a:t>
            </a:r>
            <a:r>
              <a:rPr sz="2400" spc="60" dirty="0">
                <a:solidFill>
                  <a:srgbClr val="1A1A1A"/>
                </a:solidFill>
                <a:latin typeface="Georgia"/>
                <a:cs typeface="Georgia"/>
              </a:rPr>
              <a:t>bugfixing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247" name="object 247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4068500" y="4832070"/>
            <a:ext cx="1212037" cy="208483"/>
          </a:xfrm>
          <a:prstGeom prst="rect">
            <a:avLst/>
          </a:prstGeom>
        </p:spPr>
      </p:pic>
      <p:grpSp>
        <p:nvGrpSpPr>
          <p:cNvPr id="248" name="object 248"/>
          <p:cNvGrpSpPr/>
          <p:nvPr/>
        </p:nvGrpSpPr>
        <p:grpSpPr>
          <a:xfrm>
            <a:off x="15371063" y="4840985"/>
            <a:ext cx="1045844" cy="215265"/>
            <a:chOff x="15371063" y="4840985"/>
            <a:chExt cx="1045844" cy="215265"/>
          </a:xfrm>
        </p:grpSpPr>
        <p:pic>
          <p:nvPicPr>
            <p:cNvPr id="249" name="object 249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5371063" y="4889449"/>
              <a:ext cx="101726" cy="166420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5494964" y="4889449"/>
              <a:ext cx="215798" cy="123444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5741852" y="4892192"/>
              <a:ext cx="92125" cy="120700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872840" y="4889449"/>
              <a:ext cx="92125" cy="120700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001542" y="4892192"/>
              <a:ext cx="92125" cy="120700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6119728" y="4859502"/>
              <a:ext cx="63550" cy="150647"/>
            </a:xfrm>
            <a:prstGeom prst="rect">
              <a:avLst/>
            </a:prstGeom>
          </p:spPr>
        </p:pic>
        <p:sp>
          <p:nvSpPr>
            <p:cNvPr id="255" name="object 255"/>
            <p:cNvSpPr/>
            <p:nvPr/>
          </p:nvSpPr>
          <p:spPr>
            <a:xfrm>
              <a:off x="16210711" y="4840985"/>
              <a:ext cx="22860" cy="169545"/>
            </a:xfrm>
            <a:custGeom>
              <a:avLst/>
              <a:gdLst/>
              <a:ahLst/>
              <a:cxnLst/>
              <a:rect l="l" t="t" r="r" b="b"/>
              <a:pathLst>
                <a:path w="22859" h="169545">
                  <a:moveTo>
                    <a:pt x="15163" y="0"/>
                  </a:moveTo>
                  <a:lnTo>
                    <a:pt x="7391" y="0"/>
                  </a:lnTo>
                  <a:lnTo>
                    <a:pt x="4572" y="952"/>
                  </a:lnTo>
                  <a:lnTo>
                    <a:pt x="914" y="4762"/>
                  </a:lnTo>
                  <a:lnTo>
                    <a:pt x="0" y="7238"/>
                  </a:lnTo>
                  <a:lnTo>
                    <a:pt x="0" y="16306"/>
                  </a:lnTo>
                  <a:lnTo>
                    <a:pt x="914" y="18783"/>
                  </a:lnTo>
                  <a:lnTo>
                    <a:pt x="4572" y="22593"/>
                  </a:lnTo>
                  <a:lnTo>
                    <a:pt x="7391" y="23545"/>
                  </a:lnTo>
                  <a:lnTo>
                    <a:pt x="15163" y="23545"/>
                  </a:lnTo>
                  <a:lnTo>
                    <a:pt x="18021" y="22593"/>
                  </a:lnTo>
                  <a:lnTo>
                    <a:pt x="21526" y="18783"/>
                  </a:lnTo>
                  <a:lnTo>
                    <a:pt x="22402" y="16306"/>
                  </a:lnTo>
                  <a:lnTo>
                    <a:pt x="22402" y="7238"/>
                  </a:lnTo>
                  <a:lnTo>
                    <a:pt x="21526" y="4762"/>
                  </a:lnTo>
                  <a:lnTo>
                    <a:pt x="18021" y="952"/>
                  </a:lnTo>
                  <a:lnTo>
                    <a:pt x="15163" y="0"/>
                  </a:lnTo>
                  <a:close/>
                </a:path>
                <a:path w="22859" h="169545">
                  <a:moveTo>
                    <a:pt x="20345" y="51206"/>
                  </a:moveTo>
                  <a:lnTo>
                    <a:pt x="2057" y="51206"/>
                  </a:lnTo>
                  <a:lnTo>
                    <a:pt x="2057" y="169163"/>
                  </a:lnTo>
                  <a:lnTo>
                    <a:pt x="20345" y="169163"/>
                  </a:lnTo>
                  <a:lnTo>
                    <a:pt x="20345" y="5120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6" name="object 25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6261231" y="4889449"/>
              <a:ext cx="155219" cy="151104"/>
            </a:xfrm>
            <a:prstGeom prst="rect">
              <a:avLst/>
            </a:prstGeom>
          </p:spPr>
        </p:pic>
      </p:grpSp>
      <p:pic>
        <p:nvPicPr>
          <p:cNvPr id="257" name="object 257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14069643" y="5138242"/>
            <a:ext cx="918057" cy="207111"/>
          </a:xfrm>
          <a:prstGeom prst="rect">
            <a:avLst/>
          </a:prstGeom>
        </p:spPr>
      </p:pic>
      <p:pic>
        <p:nvPicPr>
          <p:cNvPr id="258" name="object 258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15078226" y="5143271"/>
            <a:ext cx="1260043" cy="174421"/>
          </a:xfrm>
          <a:prstGeom prst="rect">
            <a:avLst/>
          </a:prstGeom>
        </p:spPr>
      </p:pic>
      <p:sp>
        <p:nvSpPr>
          <p:cNvPr id="259" name="object 259"/>
          <p:cNvSpPr/>
          <p:nvPr/>
        </p:nvSpPr>
        <p:spPr>
          <a:xfrm>
            <a:off x="16411650" y="5230596"/>
            <a:ext cx="27940" cy="29845"/>
          </a:xfrm>
          <a:custGeom>
            <a:avLst/>
            <a:gdLst/>
            <a:ahLst/>
            <a:cxnLst/>
            <a:rect l="l" t="t" r="r" b="b"/>
            <a:pathLst>
              <a:path w="27940" h="29845">
                <a:moveTo>
                  <a:pt x="18821" y="0"/>
                </a:moveTo>
                <a:lnTo>
                  <a:pt x="9220" y="0"/>
                </a:lnTo>
                <a:lnTo>
                  <a:pt x="5714" y="1219"/>
                </a:lnTo>
                <a:lnTo>
                  <a:pt x="1142" y="6096"/>
                </a:lnTo>
                <a:lnTo>
                  <a:pt x="0" y="9296"/>
                </a:lnTo>
                <a:lnTo>
                  <a:pt x="0" y="20040"/>
                </a:lnTo>
                <a:lnTo>
                  <a:pt x="1142" y="23202"/>
                </a:lnTo>
                <a:lnTo>
                  <a:pt x="5714" y="28232"/>
                </a:lnTo>
                <a:lnTo>
                  <a:pt x="9220" y="29489"/>
                </a:lnTo>
                <a:lnTo>
                  <a:pt x="13944" y="29489"/>
                </a:lnTo>
                <a:lnTo>
                  <a:pt x="18821" y="29489"/>
                </a:lnTo>
                <a:lnTo>
                  <a:pt x="22364" y="28232"/>
                </a:lnTo>
                <a:lnTo>
                  <a:pt x="26784" y="23202"/>
                </a:lnTo>
                <a:lnTo>
                  <a:pt x="27889" y="20040"/>
                </a:lnTo>
                <a:lnTo>
                  <a:pt x="27889" y="9296"/>
                </a:lnTo>
                <a:lnTo>
                  <a:pt x="26784" y="6096"/>
                </a:lnTo>
                <a:lnTo>
                  <a:pt x="22364" y="1219"/>
                </a:lnTo>
                <a:lnTo>
                  <a:pt x="18821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0" name="object 260"/>
          <p:cNvGrpSpPr/>
          <p:nvPr/>
        </p:nvGrpSpPr>
        <p:grpSpPr>
          <a:xfrm>
            <a:off x="14067128" y="5460110"/>
            <a:ext cx="753110" cy="172085"/>
            <a:chOff x="14067128" y="5460110"/>
            <a:chExt cx="753110" cy="172085"/>
          </a:xfrm>
        </p:grpSpPr>
        <p:pic>
          <p:nvPicPr>
            <p:cNvPr id="261" name="object 261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067128" y="5508574"/>
              <a:ext cx="90297" cy="123444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14187601" y="5460110"/>
              <a:ext cx="22860" cy="169545"/>
            </a:xfrm>
            <a:custGeom>
              <a:avLst/>
              <a:gdLst/>
              <a:ahLst/>
              <a:cxnLst/>
              <a:rect l="l" t="t" r="r" b="b"/>
              <a:pathLst>
                <a:path w="22859" h="169545">
                  <a:moveTo>
                    <a:pt x="15163" y="0"/>
                  </a:moveTo>
                  <a:lnTo>
                    <a:pt x="7391" y="0"/>
                  </a:lnTo>
                  <a:lnTo>
                    <a:pt x="4571" y="952"/>
                  </a:lnTo>
                  <a:lnTo>
                    <a:pt x="914" y="4762"/>
                  </a:lnTo>
                  <a:lnTo>
                    <a:pt x="0" y="7238"/>
                  </a:lnTo>
                  <a:lnTo>
                    <a:pt x="0" y="16306"/>
                  </a:lnTo>
                  <a:lnTo>
                    <a:pt x="914" y="18783"/>
                  </a:lnTo>
                  <a:lnTo>
                    <a:pt x="4571" y="22593"/>
                  </a:lnTo>
                  <a:lnTo>
                    <a:pt x="7391" y="23545"/>
                  </a:lnTo>
                  <a:lnTo>
                    <a:pt x="15163" y="23545"/>
                  </a:lnTo>
                  <a:lnTo>
                    <a:pt x="18021" y="22593"/>
                  </a:lnTo>
                  <a:lnTo>
                    <a:pt x="21526" y="18783"/>
                  </a:lnTo>
                  <a:lnTo>
                    <a:pt x="22402" y="16306"/>
                  </a:lnTo>
                  <a:lnTo>
                    <a:pt x="22402" y="7238"/>
                  </a:lnTo>
                  <a:lnTo>
                    <a:pt x="21526" y="4762"/>
                  </a:lnTo>
                  <a:lnTo>
                    <a:pt x="18021" y="952"/>
                  </a:lnTo>
                  <a:lnTo>
                    <a:pt x="15163" y="0"/>
                  </a:lnTo>
                  <a:close/>
                </a:path>
                <a:path w="22859" h="169545">
                  <a:moveTo>
                    <a:pt x="20345" y="51206"/>
                  </a:moveTo>
                  <a:lnTo>
                    <a:pt x="2057" y="51206"/>
                  </a:lnTo>
                  <a:lnTo>
                    <a:pt x="2057" y="169163"/>
                  </a:lnTo>
                  <a:lnTo>
                    <a:pt x="20345" y="169163"/>
                  </a:lnTo>
                  <a:lnTo>
                    <a:pt x="20345" y="5120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3" name="object 26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4238807" y="5460110"/>
              <a:ext cx="101726" cy="171907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370709" y="5508574"/>
              <a:ext cx="104013" cy="123444"/>
            </a:xfrm>
            <a:prstGeom prst="rect">
              <a:avLst/>
            </a:prstGeom>
          </p:spPr>
        </p:pic>
        <p:pic>
          <p:nvPicPr>
            <p:cNvPr id="265" name="object 265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4504897" y="5460110"/>
              <a:ext cx="101726" cy="171907"/>
            </a:xfrm>
            <a:prstGeom prst="rect">
              <a:avLst/>
            </a:prstGeom>
          </p:spPr>
        </p:pic>
        <p:pic>
          <p:nvPicPr>
            <p:cNvPr id="266" name="object 26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4628113" y="5508574"/>
              <a:ext cx="105384" cy="123444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14759558" y="5511317"/>
              <a:ext cx="60960" cy="118110"/>
            </a:xfrm>
            <a:custGeom>
              <a:avLst/>
              <a:gdLst/>
              <a:ahLst/>
              <a:cxnLst/>
              <a:rect l="l" t="t" r="r" b="b"/>
              <a:pathLst>
                <a:path w="60959" h="118110">
                  <a:moveTo>
                    <a:pt x="60578" y="0"/>
                  </a:moveTo>
                  <a:lnTo>
                    <a:pt x="47091" y="0"/>
                  </a:lnTo>
                  <a:lnTo>
                    <a:pt x="41605" y="1028"/>
                  </a:lnTo>
                  <a:lnTo>
                    <a:pt x="19430" y="21717"/>
                  </a:lnTo>
                  <a:lnTo>
                    <a:pt x="18287" y="21717"/>
                  </a:lnTo>
                  <a:lnTo>
                    <a:pt x="18287" y="0"/>
                  </a:lnTo>
                  <a:lnTo>
                    <a:pt x="0" y="0"/>
                  </a:lnTo>
                  <a:lnTo>
                    <a:pt x="0" y="117957"/>
                  </a:lnTo>
                  <a:lnTo>
                    <a:pt x="18287" y="117957"/>
                  </a:lnTo>
                  <a:lnTo>
                    <a:pt x="18287" y="34137"/>
                  </a:lnTo>
                  <a:lnTo>
                    <a:pt x="19545" y="30784"/>
                  </a:lnTo>
                  <a:lnTo>
                    <a:pt x="24574" y="24993"/>
                  </a:lnTo>
                  <a:lnTo>
                    <a:pt x="28194" y="22669"/>
                  </a:lnTo>
                  <a:lnTo>
                    <a:pt x="37642" y="19164"/>
                  </a:lnTo>
                  <a:lnTo>
                    <a:pt x="43281" y="18287"/>
                  </a:lnTo>
                  <a:lnTo>
                    <a:pt x="60578" y="18287"/>
                  </a:lnTo>
                  <a:lnTo>
                    <a:pt x="6057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8" name="object 268"/>
          <p:cNvGrpSpPr/>
          <p:nvPr/>
        </p:nvGrpSpPr>
        <p:grpSpPr>
          <a:xfrm>
            <a:off x="14897405" y="5460110"/>
            <a:ext cx="690880" cy="172085"/>
            <a:chOff x="14897405" y="5460110"/>
            <a:chExt cx="690880" cy="172085"/>
          </a:xfrm>
        </p:grpSpPr>
        <p:pic>
          <p:nvPicPr>
            <p:cNvPr id="269" name="object 269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4897405" y="5508574"/>
              <a:ext cx="479374" cy="123444"/>
            </a:xfrm>
            <a:prstGeom prst="rect">
              <a:avLst/>
            </a:prstGeom>
          </p:spPr>
        </p:pic>
        <p:sp>
          <p:nvSpPr>
            <p:cNvPr id="270" name="object 270"/>
            <p:cNvSpPr/>
            <p:nvPr/>
          </p:nvSpPr>
          <p:spPr>
            <a:xfrm>
              <a:off x="15406954" y="5511317"/>
              <a:ext cx="60960" cy="118110"/>
            </a:xfrm>
            <a:custGeom>
              <a:avLst/>
              <a:gdLst/>
              <a:ahLst/>
              <a:cxnLst/>
              <a:rect l="l" t="t" r="r" b="b"/>
              <a:pathLst>
                <a:path w="60959" h="118110">
                  <a:moveTo>
                    <a:pt x="60578" y="0"/>
                  </a:moveTo>
                  <a:lnTo>
                    <a:pt x="47091" y="0"/>
                  </a:lnTo>
                  <a:lnTo>
                    <a:pt x="41605" y="1028"/>
                  </a:lnTo>
                  <a:lnTo>
                    <a:pt x="19430" y="21717"/>
                  </a:lnTo>
                  <a:lnTo>
                    <a:pt x="18288" y="21717"/>
                  </a:lnTo>
                  <a:lnTo>
                    <a:pt x="18288" y="0"/>
                  </a:lnTo>
                  <a:lnTo>
                    <a:pt x="0" y="0"/>
                  </a:lnTo>
                  <a:lnTo>
                    <a:pt x="0" y="117957"/>
                  </a:lnTo>
                  <a:lnTo>
                    <a:pt x="18288" y="117957"/>
                  </a:lnTo>
                  <a:lnTo>
                    <a:pt x="18288" y="34137"/>
                  </a:lnTo>
                  <a:lnTo>
                    <a:pt x="19545" y="30784"/>
                  </a:lnTo>
                  <a:lnTo>
                    <a:pt x="24574" y="24993"/>
                  </a:lnTo>
                  <a:lnTo>
                    <a:pt x="28194" y="22669"/>
                  </a:lnTo>
                  <a:lnTo>
                    <a:pt x="37642" y="19164"/>
                  </a:lnTo>
                  <a:lnTo>
                    <a:pt x="43281" y="18287"/>
                  </a:lnTo>
                  <a:lnTo>
                    <a:pt x="60578" y="18287"/>
                  </a:lnTo>
                  <a:lnTo>
                    <a:pt x="6057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1" name="object 27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490851" y="5460110"/>
              <a:ext cx="97155" cy="169163"/>
            </a:xfrm>
            <a:prstGeom prst="rect">
              <a:avLst/>
            </a:prstGeom>
          </p:spPr>
        </p:pic>
      </p:grpSp>
      <p:sp>
        <p:nvSpPr>
          <p:cNvPr id="272" name="object 272"/>
          <p:cNvSpPr/>
          <p:nvPr/>
        </p:nvSpPr>
        <p:spPr>
          <a:xfrm>
            <a:off x="15669158" y="5544921"/>
            <a:ext cx="27940" cy="29845"/>
          </a:xfrm>
          <a:custGeom>
            <a:avLst/>
            <a:gdLst/>
            <a:ahLst/>
            <a:cxnLst/>
            <a:rect l="l" t="t" r="r" b="b"/>
            <a:pathLst>
              <a:path w="27940" h="29845">
                <a:moveTo>
                  <a:pt x="18821" y="0"/>
                </a:moveTo>
                <a:lnTo>
                  <a:pt x="9220" y="0"/>
                </a:lnTo>
                <a:lnTo>
                  <a:pt x="5715" y="1219"/>
                </a:lnTo>
                <a:lnTo>
                  <a:pt x="1143" y="6096"/>
                </a:lnTo>
                <a:lnTo>
                  <a:pt x="0" y="9296"/>
                </a:lnTo>
                <a:lnTo>
                  <a:pt x="0" y="20040"/>
                </a:lnTo>
                <a:lnTo>
                  <a:pt x="1143" y="23202"/>
                </a:lnTo>
                <a:lnTo>
                  <a:pt x="5715" y="28232"/>
                </a:lnTo>
                <a:lnTo>
                  <a:pt x="9220" y="29489"/>
                </a:lnTo>
                <a:lnTo>
                  <a:pt x="13944" y="29489"/>
                </a:lnTo>
                <a:lnTo>
                  <a:pt x="18821" y="29489"/>
                </a:lnTo>
                <a:lnTo>
                  <a:pt x="22364" y="28232"/>
                </a:lnTo>
                <a:lnTo>
                  <a:pt x="26784" y="23202"/>
                </a:lnTo>
                <a:lnTo>
                  <a:pt x="27889" y="20040"/>
                </a:lnTo>
                <a:lnTo>
                  <a:pt x="27889" y="9296"/>
                </a:lnTo>
                <a:lnTo>
                  <a:pt x="26784" y="6096"/>
                </a:lnTo>
                <a:lnTo>
                  <a:pt x="22364" y="1219"/>
                </a:lnTo>
                <a:lnTo>
                  <a:pt x="18821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3" name="object 273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15782543" y="5451195"/>
            <a:ext cx="1182547" cy="180822"/>
          </a:xfrm>
          <a:prstGeom prst="rect">
            <a:avLst/>
          </a:prstGeom>
        </p:spPr>
      </p:pic>
      <p:sp>
        <p:nvSpPr>
          <p:cNvPr id="274" name="object 274"/>
          <p:cNvSpPr txBox="1"/>
          <p:nvPr/>
        </p:nvSpPr>
        <p:spPr>
          <a:xfrm>
            <a:off x="939800" y="9636125"/>
            <a:ext cx="2357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04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METODOLÓGIA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75" name="object 275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276" name="Picture 275" descr="10 Git Commands You Probably Didn't Know (But Should!) - DEV Community">
            <a:extLst>
              <a:ext uri="{FF2B5EF4-FFF2-40B4-BE49-F238E27FC236}">
                <a16:creationId xmlns:a16="http://schemas.microsoft.com/office/drawing/2014/main" id="{29B23F39-868F-0BAC-E037-CD10DB6CAF5F}"/>
              </a:ext>
            </a:extLst>
          </p:cNvPr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11116206" y="1400433"/>
            <a:ext cx="6316980" cy="73434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EFEA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9800" y="844550"/>
            <a:ext cx="10688955" cy="180467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 marR="5080">
              <a:lnSpc>
                <a:spcPts val="6450"/>
              </a:lnSpc>
              <a:spcBef>
                <a:spcPts val="1240"/>
              </a:spcBef>
            </a:pPr>
            <a:r>
              <a:rPr sz="6300" spc="150" dirty="0">
                <a:solidFill>
                  <a:srgbClr val="1A1A1A"/>
                </a:solidFill>
              </a:rPr>
              <a:t>Python,</a:t>
            </a:r>
            <a:r>
              <a:rPr sz="6300" spc="-240" dirty="0">
                <a:solidFill>
                  <a:srgbClr val="1A1A1A"/>
                </a:solidFill>
              </a:rPr>
              <a:t> </a:t>
            </a:r>
            <a:r>
              <a:rPr sz="6300" spc="204" dirty="0">
                <a:solidFill>
                  <a:srgbClr val="1A1A1A"/>
                </a:solidFill>
              </a:rPr>
              <a:t>Tkinter</a:t>
            </a:r>
            <a:r>
              <a:rPr sz="6300" spc="-240" dirty="0">
                <a:solidFill>
                  <a:srgbClr val="1A1A1A"/>
                </a:solidFill>
              </a:rPr>
              <a:t> </a:t>
            </a:r>
            <a:r>
              <a:rPr sz="6300" spc="-490" dirty="0">
                <a:solidFill>
                  <a:srgbClr val="1A1A1A"/>
                </a:solidFill>
              </a:rPr>
              <a:t>—</a:t>
            </a:r>
            <a:r>
              <a:rPr sz="6300" spc="-235" dirty="0">
                <a:solidFill>
                  <a:srgbClr val="1A1A1A"/>
                </a:solidFill>
              </a:rPr>
              <a:t> </a:t>
            </a:r>
            <a:r>
              <a:rPr sz="6300" spc="285" dirty="0">
                <a:solidFill>
                  <a:srgbClr val="1A1A1A"/>
                </a:solidFill>
              </a:rPr>
              <a:t>a</a:t>
            </a:r>
            <a:r>
              <a:rPr sz="6300" spc="-240" dirty="0">
                <a:solidFill>
                  <a:srgbClr val="1A1A1A"/>
                </a:solidFill>
              </a:rPr>
              <a:t> </a:t>
            </a:r>
            <a:r>
              <a:rPr sz="6300" spc="70" dirty="0">
                <a:solidFill>
                  <a:srgbClr val="1A1A1A"/>
                </a:solidFill>
              </a:rPr>
              <a:t>niekoľko </a:t>
            </a:r>
            <a:r>
              <a:rPr sz="6300" spc="185" dirty="0">
                <a:solidFill>
                  <a:srgbClr val="1A1A1A"/>
                </a:solidFill>
              </a:rPr>
              <a:t>kamarátov</a:t>
            </a:r>
            <a:r>
              <a:rPr sz="6300" spc="-220" dirty="0">
                <a:solidFill>
                  <a:srgbClr val="1A1A1A"/>
                </a:solidFill>
              </a:rPr>
              <a:t> </a:t>
            </a:r>
            <a:r>
              <a:rPr sz="6300" spc="180" dirty="0">
                <a:solidFill>
                  <a:srgbClr val="1A1A1A"/>
                </a:solidFill>
              </a:rPr>
              <a:t>navyše.</a:t>
            </a:r>
            <a:endParaRPr sz="6300"/>
          </a:p>
        </p:txBody>
      </p:sp>
      <p:sp>
        <p:nvSpPr>
          <p:cNvPr id="4" name="object 4"/>
          <p:cNvSpPr/>
          <p:nvPr/>
        </p:nvSpPr>
        <p:spPr>
          <a:xfrm>
            <a:off x="952500" y="326707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52500" y="3504247"/>
          <a:ext cx="16382999" cy="3573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0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9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1800" spc="7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JAZYK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0660" marB="0"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300" spc="9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Python</a:t>
                      </a:r>
                      <a:r>
                        <a:rPr sz="3300" spc="-2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3300" spc="18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3.12</a:t>
                      </a:r>
                      <a:endParaRPr sz="3300">
                        <a:latin typeface="Georgia"/>
                        <a:cs typeface="Georgia"/>
                      </a:endParaRPr>
                    </a:p>
                  </a:txBody>
                  <a:tcPr marL="0" marR="0" marT="10160" marB="0"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1800" spc="8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BACKEND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00660" marB="0"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300" spc="10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Flask</a:t>
                      </a:r>
                      <a:endParaRPr sz="3300">
                        <a:latin typeface="Georgia"/>
                        <a:cs typeface="Georgia"/>
                      </a:endParaRPr>
                    </a:p>
                  </a:txBody>
                  <a:tcPr marL="0" marR="0" marT="10160" marB="0"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800" spc="4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GUI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0180" marB="0">
                    <a:lnT w="9525">
                      <a:solidFill>
                        <a:srgbClr val="D9D2C5"/>
                      </a:solidFill>
                      <a:prstDash val="solid"/>
                    </a:lnT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sz="3300" spc="10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Tkinter</a:t>
                      </a:r>
                      <a:r>
                        <a:rPr sz="3300" spc="-9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330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+</a:t>
                      </a:r>
                      <a:r>
                        <a:rPr sz="3300" spc="-9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3300" spc="3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ttk</a:t>
                      </a:r>
                      <a:endParaRPr sz="3300">
                        <a:latin typeface="Georgia"/>
                        <a:cs typeface="Georgia"/>
                      </a:endParaRPr>
                    </a:p>
                  </a:txBody>
                  <a:tcPr marL="0" marR="0" marT="242570" marB="0">
                    <a:lnT w="9525">
                      <a:solidFill>
                        <a:srgbClr val="D9D2C5"/>
                      </a:solidFill>
                      <a:prstDash val="solid"/>
                    </a:lnT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800" spc="8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DATABÁZA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0180" marB="0">
                    <a:lnT w="9525">
                      <a:solidFill>
                        <a:srgbClr val="D9D2C5"/>
                      </a:solidFill>
                      <a:prstDash val="solid"/>
                    </a:lnT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sz="330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libSQL</a:t>
                      </a:r>
                      <a:r>
                        <a:rPr sz="3300" spc="4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3300" spc="13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·</a:t>
                      </a:r>
                      <a:r>
                        <a:rPr sz="3300" spc="5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3300" spc="9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Turso</a:t>
                      </a:r>
                      <a:endParaRPr sz="3300">
                        <a:latin typeface="Georgia"/>
                        <a:cs typeface="Georgia"/>
                      </a:endParaRPr>
                    </a:p>
                  </a:txBody>
                  <a:tcPr marL="0" marR="0" marT="242570" marB="0">
                    <a:lnT w="9525">
                      <a:solidFill>
                        <a:srgbClr val="D9D2C5"/>
                      </a:solidFill>
                      <a:prstDash val="solid"/>
                    </a:lnT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800" spc="8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OBRÁZKY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0180" marB="0">
                    <a:lnT w="9525">
                      <a:solidFill>
                        <a:srgbClr val="D9D2C5"/>
                      </a:solidFill>
                      <a:prstDash val="solid"/>
                    </a:lnT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sz="3300" spc="5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Pillow</a:t>
                      </a:r>
                      <a:endParaRPr sz="3300">
                        <a:latin typeface="Georgia"/>
                        <a:cs typeface="Georgia"/>
                      </a:endParaRPr>
                    </a:p>
                  </a:txBody>
                  <a:tcPr marL="0" marR="0" marT="242570" marB="0">
                    <a:lnT w="9525">
                      <a:solidFill>
                        <a:srgbClr val="D9D2C5"/>
                      </a:solidFill>
                      <a:prstDash val="solid"/>
                    </a:lnT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800" spc="5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AUTH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0180" marB="0">
                    <a:lnT w="9525">
                      <a:solidFill>
                        <a:srgbClr val="D9D2C5"/>
                      </a:solidFill>
                      <a:prstDash val="solid"/>
                    </a:lnT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sz="330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Auth0</a:t>
                      </a:r>
                      <a:r>
                        <a:rPr sz="3300" spc="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330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(OAuth</a:t>
                      </a:r>
                      <a:r>
                        <a:rPr sz="3300" spc="1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3300" spc="-2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2.0)</a:t>
                      </a:r>
                      <a:endParaRPr sz="3300">
                        <a:latin typeface="Georgia"/>
                        <a:cs typeface="Georgia"/>
                      </a:endParaRPr>
                    </a:p>
                  </a:txBody>
                  <a:tcPr marL="0" marR="0" marT="242570" marB="0">
                    <a:lnT w="9525">
                      <a:solidFill>
                        <a:srgbClr val="D9D2C5"/>
                      </a:solidFill>
                      <a:prstDash val="solid"/>
                    </a:lnT>
                    <a:lnB w="9525">
                      <a:solidFill>
                        <a:srgbClr val="D9D2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800" spc="5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HTTP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0180" marB="0">
                    <a:lnT w="9525">
                      <a:solidFill>
                        <a:srgbClr val="D9D2C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sz="3300" spc="8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Requests</a:t>
                      </a:r>
                      <a:endParaRPr sz="3300">
                        <a:latin typeface="Georgia"/>
                        <a:cs typeface="Georgia"/>
                      </a:endParaRPr>
                    </a:p>
                  </a:txBody>
                  <a:tcPr marL="0" marR="0" marT="242570" marB="0">
                    <a:lnT w="9525">
                      <a:solidFill>
                        <a:srgbClr val="D9D2C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800" spc="5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I18N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0180" marB="0">
                    <a:lnT w="9525">
                      <a:solidFill>
                        <a:srgbClr val="D9D2C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910"/>
                        </a:spcBef>
                      </a:pPr>
                      <a:r>
                        <a:rPr sz="3300" spc="8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gettext</a:t>
                      </a:r>
                      <a:r>
                        <a:rPr sz="3300" spc="-3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330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(.po</a:t>
                      </a:r>
                      <a:r>
                        <a:rPr sz="3300" spc="-3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3300" spc="-36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/</a:t>
                      </a:r>
                      <a:r>
                        <a:rPr sz="3300" spc="-35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 </a:t>
                      </a:r>
                      <a:r>
                        <a:rPr sz="3300" spc="-20" dirty="0">
                          <a:solidFill>
                            <a:srgbClr val="1A1A1A"/>
                          </a:solidFill>
                          <a:latin typeface="Georgia"/>
                          <a:cs typeface="Georgia"/>
                        </a:rPr>
                        <a:t>.mo)</a:t>
                      </a:r>
                      <a:endParaRPr sz="3300">
                        <a:latin typeface="Georgia"/>
                        <a:cs typeface="Georgia"/>
                      </a:endParaRPr>
                    </a:p>
                  </a:txBody>
                  <a:tcPr marL="0" marR="0" marT="242570" marB="0">
                    <a:lnT w="9525">
                      <a:solidFill>
                        <a:srgbClr val="D9D2C5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952500" y="730567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25000" y="326707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25000" y="730567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499" y="590550"/>
            <a:ext cx="95250" cy="9524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49350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05</a:t>
            </a:r>
            <a:r>
              <a:rPr sz="1800" spc="16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35" dirty="0">
                <a:solidFill>
                  <a:srgbClr val="8A857C"/>
                </a:solidFill>
                <a:latin typeface="Courier New"/>
                <a:cs typeface="Courier New"/>
              </a:rPr>
              <a:t>STACK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9800" y="96361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05</a:t>
            </a:r>
            <a:r>
              <a:rPr sz="1800" spc="16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35" dirty="0">
                <a:solidFill>
                  <a:srgbClr val="8A857C"/>
                </a:solidFill>
                <a:latin typeface="Courier New"/>
                <a:cs typeface="Courier New"/>
              </a:rPr>
              <a:t>STACK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1055"/>
              </a:spcBef>
            </a:pPr>
            <a:r>
              <a:rPr spc="100" dirty="0"/>
              <a:t>Modulárna</a:t>
            </a:r>
            <a:r>
              <a:rPr spc="-180" dirty="0"/>
              <a:t> </a:t>
            </a:r>
            <a:r>
              <a:rPr spc="160" dirty="0"/>
              <a:t>štruktúra</a:t>
            </a:r>
            <a:r>
              <a:rPr spc="-180" dirty="0"/>
              <a:t> </a:t>
            </a:r>
            <a:r>
              <a:rPr spc="-395" dirty="0"/>
              <a:t>—</a:t>
            </a:r>
            <a:r>
              <a:rPr spc="-180" dirty="0"/>
              <a:t> </a:t>
            </a:r>
            <a:r>
              <a:rPr spc="-120" dirty="0"/>
              <a:t>UI,</a:t>
            </a:r>
            <a:r>
              <a:rPr spc="-180" dirty="0"/>
              <a:t> </a:t>
            </a:r>
            <a:r>
              <a:rPr spc="110" dirty="0"/>
              <a:t>motions,</a:t>
            </a:r>
            <a:r>
              <a:rPr spc="-180" dirty="0"/>
              <a:t> </a:t>
            </a:r>
            <a:r>
              <a:rPr spc="60" dirty="0"/>
              <a:t>tools, </a:t>
            </a:r>
            <a:r>
              <a:rPr spc="145" dirty="0"/>
              <a:t>flask,</a:t>
            </a:r>
            <a:r>
              <a:rPr spc="-200" dirty="0"/>
              <a:t> </a:t>
            </a:r>
            <a:r>
              <a:rPr spc="120" dirty="0"/>
              <a:t>locales.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750" y="3165633"/>
          <a:ext cx="7347584" cy="3663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1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950" spc="-25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├──</a:t>
                      </a:r>
                      <a:endParaRPr sz="1950">
                        <a:latin typeface="Cambria"/>
                        <a:cs typeface="Cambria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950" spc="-10" dirty="0">
                          <a:solidFill>
                            <a:srgbClr val="C4683A"/>
                          </a:solidFill>
                          <a:latin typeface="Courier New"/>
                          <a:cs typeface="Courier New"/>
                        </a:rPr>
                        <a:t>py_geogebra/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│</a:t>
                      </a:r>
                      <a:endParaRPr sz="1950">
                        <a:latin typeface="Cambria"/>
                        <a:cs typeface="Cambria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669290" algn="l"/>
                        </a:tabLst>
                      </a:pPr>
                      <a:r>
                        <a:rPr sz="1950" spc="-25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├──</a:t>
                      </a:r>
                      <a:r>
                        <a:rPr sz="19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950" spc="-10" dirty="0">
                          <a:solidFill>
                            <a:srgbClr val="1A1A1A"/>
                          </a:solidFill>
                          <a:latin typeface="Courier New"/>
                          <a:cs typeface="Courier New"/>
                        </a:rPr>
                        <a:t>app.py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entry</a:t>
                      </a:r>
                      <a:r>
                        <a:rPr sz="1950" spc="-8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point,</a:t>
                      </a:r>
                      <a:r>
                        <a:rPr sz="1950" spc="-7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Tkinter</a:t>
                      </a:r>
                      <a:r>
                        <a:rPr sz="1950" spc="-7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spc="-2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loop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│</a:t>
                      </a:r>
                      <a:endParaRPr sz="1950">
                        <a:latin typeface="Cambria"/>
                        <a:cs typeface="Cambria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669290" algn="l"/>
                        </a:tabLst>
                      </a:pPr>
                      <a:r>
                        <a:rPr sz="1950" spc="-25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├──</a:t>
                      </a:r>
                      <a:r>
                        <a:rPr sz="19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950" spc="-10" dirty="0">
                          <a:solidFill>
                            <a:srgbClr val="1A1A1A"/>
                          </a:solidFill>
                          <a:latin typeface="Courier New"/>
                          <a:cs typeface="Courier New"/>
                        </a:rPr>
                        <a:t>state.py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session</a:t>
                      </a:r>
                      <a:r>
                        <a:rPr sz="1950" spc="-9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spc="-1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state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│</a:t>
                      </a:r>
                      <a:endParaRPr sz="1950">
                        <a:latin typeface="Cambria"/>
                        <a:cs typeface="Cambria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669290" algn="l"/>
                        </a:tabLst>
                      </a:pPr>
                      <a:r>
                        <a:rPr sz="1950" spc="-25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├──</a:t>
                      </a:r>
                      <a:r>
                        <a:rPr sz="19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950" spc="-10" dirty="0">
                          <a:solidFill>
                            <a:srgbClr val="1A1A1A"/>
                          </a:solidFill>
                          <a:latin typeface="Courier New"/>
                          <a:cs typeface="Courier New"/>
                        </a:rPr>
                        <a:t>globals.py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│</a:t>
                      </a:r>
                      <a:endParaRPr sz="1950">
                        <a:latin typeface="Cambria"/>
                        <a:cs typeface="Cambria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669290" algn="l"/>
                        </a:tabLst>
                      </a:pPr>
                      <a:r>
                        <a:rPr sz="1950" spc="-25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├──</a:t>
                      </a:r>
                      <a:r>
                        <a:rPr sz="19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950" spc="-10" dirty="0">
                          <a:solidFill>
                            <a:srgbClr val="C4683A"/>
                          </a:solidFill>
                          <a:latin typeface="Courier New"/>
                          <a:cs typeface="Courier New"/>
                        </a:rPr>
                        <a:t>tools/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2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UI </a:t>
                      </a:r>
                      <a:r>
                        <a:rPr sz="1950" spc="-1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logika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│</a:t>
                      </a:r>
                      <a:endParaRPr sz="1950">
                        <a:latin typeface="Cambria"/>
                        <a:cs typeface="Cambria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669290" algn="l"/>
                        </a:tabLst>
                      </a:pPr>
                      <a:r>
                        <a:rPr sz="1950" spc="-25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├──</a:t>
                      </a:r>
                      <a:r>
                        <a:rPr sz="19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950" spc="-10" dirty="0">
                          <a:solidFill>
                            <a:srgbClr val="C4683A"/>
                          </a:solidFill>
                          <a:latin typeface="Courier New"/>
                          <a:cs typeface="Courier New"/>
                        </a:rPr>
                        <a:t>motions/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všetky</a:t>
                      </a:r>
                      <a:r>
                        <a:rPr sz="1950" spc="-3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spc="-2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bind-</a:t>
                      </a:r>
                      <a:r>
                        <a:rPr sz="1950" spc="-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│</a:t>
                      </a:r>
                      <a:endParaRPr sz="1950">
                        <a:latin typeface="Cambria"/>
                        <a:cs typeface="Cambria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669290" algn="l"/>
                        </a:tabLst>
                      </a:pPr>
                      <a:r>
                        <a:rPr sz="1950" spc="-25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├──</a:t>
                      </a:r>
                      <a:r>
                        <a:rPr sz="19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950" spc="-25" dirty="0">
                          <a:solidFill>
                            <a:srgbClr val="C4683A"/>
                          </a:solidFill>
                          <a:latin typeface="Courier New"/>
                          <a:cs typeface="Courier New"/>
                        </a:rPr>
                        <a:t>ui/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40+</a:t>
                      </a:r>
                      <a:r>
                        <a:rPr sz="1950" spc="-3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UI</a:t>
                      </a:r>
                      <a:r>
                        <a:rPr sz="1950" spc="-3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spc="-1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komponentov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│</a:t>
                      </a:r>
                      <a:endParaRPr sz="1950">
                        <a:latin typeface="Cambria"/>
                        <a:cs typeface="Cambria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669290" algn="l"/>
                        </a:tabLst>
                      </a:pPr>
                      <a:r>
                        <a:rPr sz="1950" spc="-25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└──</a:t>
                      </a:r>
                      <a:r>
                        <a:rPr sz="1950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950" spc="-10" dirty="0">
                          <a:solidFill>
                            <a:srgbClr val="C4683A"/>
                          </a:solidFill>
                          <a:latin typeface="Courier New"/>
                          <a:cs typeface="Courier New"/>
                        </a:rPr>
                        <a:t>flask/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cloud</a:t>
                      </a:r>
                      <a:r>
                        <a:rPr sz="1950" spc="-6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spc="-1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backend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25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├──</a:t>
                      </a:r>
                      <a:endParaRPr sz="1950">
                        <a:latin typeface="Cambria"/>
                        <a:cs typeface="Cambria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10" dirty="0">
                          <a:solidFill>
                            <a:srgbClr val="C4683A"/>
                          </a:solidFill>
                          <a:latin typeface="Courier New"/>
                          <a:cs typeface="Courier New"/>
                        </a:rPr>
                        <a:t>locales/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SK</a:t>
                      </a:r>
                      <a:r>
                        <a:rPr sz="1950" spc="-2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950" spc="-2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EN</a:t>
                      </a:r>
                      <a:r>
                        <a:rPr sz="1950" spc="-25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spc="-1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preklady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7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25" dirty="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└──</a:t>
                      </a:r>
                      <a:endParaRPr sz="1950">
                        <a:latin typeface="Cambria"/>
                        <a:cs typeface="Cambria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10" dirty="0">
                          <a:solidFill>
                            <a:srgbClr val="C4683A"/>
                          </a:solidFill>
                          <a:latin typeface="Courier New"/>
                          <a:cs typeface="Courier New"/>
                        </a:rPr>
                        <a:t>resources/icons/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spc="-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5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ikonky</a:t>
                      </a:r>
                      <a:r>
                        <a:rPr sz="1950" spc="-8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spc="-10" dirty="0">
                          <a:solidFill>
                            <a:srgbClr val="8A857C"/>
                          </a:solidFill>
                          <a:latin typeface="Courier New"/>
                          <a:cs typeface="Courier New"/>
                        </a:rPr>
                        <a:t>nástrojov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0" y="2962275"/>
            <a:ext cx="7810500" cy="1971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000" y="5124450"/>
            <a:ext cx="7810500" cy="23145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9800" y="2632542"/>
            <a:ext cx="14276069" cy="375094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950" spc="-20" dirty="0">
                <a:solidFill>
                  <a:srgbClr val="8A857C"/>
                </a:solidFill>
                <a:latin typeface="Courier New"/>
                <a:cs typeface="Courier New"/>
              </a:rPr>
              <a:t>py-</a:t>
            </a:r>
            <a:r>
              <a:rPr sz="1950" spc="-10" dirty="0">
                <a:solidFill>
                  <a:srgbClr val="8A857C"/>
                </a:solidFill>
                <a:latin typeface="Courier New"/>
                <a:cs typeface="Courier New"/>
              </a:rPr>
              <a:t>geogebra/</a:t>
            </a:r>
            <a:endParaRPr sz="1950">
              <a:latin typeface="Courier New"/>
              <a:cs typeface="Courier New"/>
            </a:endParaRPr>
          </a:p>
          <a:p>
            <a:pPr marL="8937625">
              <a:lnSpc>
                <a:spcPct val="100000"/>
              </a:lnSpc>
              <a:spcBef>
                <a:spcPts val="1785"/>
              </a:spcBef>
            </a:pPr>
            <a:r>
              <a:rPr sz="2850" spc="130" dirty="0">
                <a:solidFill>
                  <a:srgbClr val="1A1A1A"/>
                </a:solidFill>
                <a:latin typeface="Georgia"/>
                <a:cs typeface="Georgia"/>
              </a:rPr>
              <a:t>Každý</a:t>
            </a:r>
            <a:r>
              <a:rPr sz="2850" spc="-5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spc="105" dirty="0">
                <a:solidFill>
                  <a:srgbClr val="1A1A1A"/>
                </a:solidFill>
                <a:latin typeface="Georgia"/>
                <a:cs typeface="Georgia"/>
              </a:rPr>
              <a:t>nástroj</a:t>
            </a:r>
            <a:r>
              <a:rPr sz="2850" spc="-5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dirty="0">
                <a:solidFill>
                  <a:srgbClr val="1A1A1A"/>
                </a:solidFill>
                <a:latin typeface="Georgia"/>
                <a:cs typeface="Georgia"/>
              </a:rPr>
              <a:t>=</a:t>
            </a:r>
            <a:r>
              <a:rPr sz="2850" spc="-4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spc="135" dirty="0">
                <a:solidFill>
                  <a:srgbClr val="1A1A1A"/>
                </a:solidFill>
                <a:latin typeface="Georgia"/>
                <a:cs typeface="Georgia"/>
              </a:rPr>
              <a:t>jeden</a:t>
            </a:r>
            <a:r>
              <a:rPr sz="2850" spc="-5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spc="120" dirty="0">
                <a:solidFill>
                  <a:srgbClr val="1A1A1A"/>
                </a:solidFill>
                <a:latin typeface="Georgia"/>
                <a:cs typeface="Georgia"/>
              </a:rPr>
              <a:t>súbor</a:t>
            </a:r>
            <a:endParaRPr sz="28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285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</a:pPr>
            <a:r>
              <a:rPr sz="1800" spc="235" dirty="0">
                <a:solidFill>
                  <a:srgbClr val="4A4A4A"/>
                </a:solidFill>
                <a:latin typeface="Cambria"/>
                <a:cs typeface="Cambria"/>
              </a:rPr>
              <a:t>update()</a:t>
            </a:r>
            <a:r>
              <a:rPr sz="1800" spc="60" dirty="0">
                <a:solidFill>
                  <a:srgbClr val="4A4A4A"/>
                </a:solidFill>
                <a:latin typeface="Cambria"/>
                <a:cs typeface="Cambria"/>
              </a:rPr>
              <a:t>  </a:t>
            </a:r>
            <a:r>
              <a:rPr sz="1800" spc="360" dirty="0">
                <a:solidFill>
                  <a:srgbClr val="4A4A4A"/>
                </a:solidFill>
                <a:latin typeface="Cambria"/>
                <a:cs typeface="Cambria"/>
              </a:rPr>
              <a:t>to_dict()</a:t>
            </a:r>
            <a:r>
              <a:rPr sz="1800" spc="65" dirty="0">
                <a:solidFill>
                  <a:srgbClr val="4A4A4A"/>
                </a:solidFill>
                <a:latin typeface="Cambria"/>
                <a:cs typeface="Cambria"/>
              </a:rPr>
              <a:t>  </a:t>
            </a:r>
            <a:r>
              <a:rPr sz="1800" spc="260" dirty="0">
                <a:solidFill>
                  <a:srgbClr val="4A4A4A"/>
                </a:solidFill>
                <a:latin typeface="Cambria"/>
                <a:cs typeface="Cambria"/>
              </a:rPr>
              <a:t>tag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800">
              <a:latin typeface="Cambria"/>
              <a:cs typeface="Cambria"/>
            </a:endParaRPr>
          </a:p>
          <a:p>
            <a:pPr marL="8937625">
              <a:lnSpc>
                <a:spcPct val="100000"/>
              </a:lnSpc>
            </a:pPr>
            <a:r>
              <a:rPr sz="2850" spc="90" dirty="0">
                <a:solidFill>
                  <a:srgbClr val="1A1A1A"/>
                </a:solidFill>
                <a:latin typeface="Georgia"/>
                <a:cs typeface="Georgia"/>
              </a:rPr>
              <a:t>Stav</a:t>
            </a:r>
            <a:r>
              <a:rPr sz="2850" spc="-2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spc="110" dirty="0">
                <a:solidFill>
                  <a:srgbClr val="1A1A1A"/>
                </a:solidFill>
                <a:latin typeface="Georgia"/>
                <a:cs typeface="Georgia"/>
              </a:rPr>
              <a:t>je</a:t>
            </a:r>
            <a:r>
              <a:rPr sz="2850" spc="-2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spc="105" dirty="0">
                <a:solidFill>
                  <a:srgbClr val="1A1A1A"/>
                </a:solidFill>
                <a:latin typeface="Georgia"/>
                <a:cs typeface="Georgia"/>
              </a:rPr>
              <a:t>explicitný</a:t>
            </a:r>
            <a:endParaRPr sz="2850">
              <a:latin typeface="Georgia"/>
              <a:cs typeface="Georgia"/>
            </a:endParaRPr>
          </a:p>
          <a:p>
            <a:pPr marL="8937625">
              <a:lnSpc>
                <a:spcPct val="100000"/>
              </a:lnSpc>
              <a:spcBef>
                <a:spcPts val="1380"/>
              </a:spcBef>
            </a:pPr>
            <a:r>
              <a:rPr sz="1800" spc="310" dirty="0">
                <a:solidFill>
                  <a:srgbClr val="4A4A4A"/>
                </a:solidFill>
                <a:latin typeface="Cambria"/>
                <a:cs typeface="Cambria"/>
              </a:rPr>
              <a:t>state.py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499" y="590550"/>
            <a:ext cx="95250" cy="9524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49350" y="454025"/>
            <a:ext cx="2503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06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ARCHITEKTÚRA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9800" y="9636125"/>
            <a:ext cx="2503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06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ARCHITEKTÚRA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33755E-A841-95D2-2661-0A1609CE2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1" y="95250"/>
            <a:ext cx="1703209" cy="10058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F6F3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9800" y="3054350"/>
            <a:ext cx="15956280" cy="1894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490"/>
              </a:lnSpc>
              <a:spcBef>
                <a:spcPts val="100"/>
              </a:spcBef>
              <a:tabLst>
                <a:tab pos="5676265" algn="l"/>
                <a:tab pos="11340465" algn="l"/>
              </a:tabLst>
            </a:pPr>
            <a:r>
              <a:rPr sz="10500" spc="400" dirty="0">
                <a:solidFill>
                  <a:srgbClr val="1A1A1A"/>
                </a:solidFill>
                <a:latin typeface="Georgia"/>
                <a:cs typeface="Georgia"/>
              </a:rPr>
              <a:t>~12</a:t>
            </a:r>
            <a:r>
              <a:rPr sz="10500" dirty="0">
                <a:solidFill>
                  <a:srgbClr val="1A1A1A"/>
                </a:solidFill>
                <a:latin typeface="Georgia"/>
                <a:cs typeface="Georgia"/>
              </a:rPr>
              <a:t>	</a:t>
            </a:r>
            <a:r>
              <a:rPr sz="10500" spc="-20" dirty="0">
                <a:solidFill>
                  <a:srgbClr val="1A1A1A"/>
                </a:solidFill>
                <a:latin typeface="Georgia"/>
                <a:cs typeface="Georgia"/>
              </a:rPr>
              <a:t>JSON</a:t>
            </a:r>
            <a:r>
              <a:rPr sz="10500" dirty="0">
                <a:solidFill>
                  <a:srgbClr val="1A1A1A"/>
                </a:solidFill>
                <a:latin typeface="Georgia"/>
                <a:cs typeface="Georgia"/>
              </a:rPr>
              <a:t>	</a:t>
            </a:r>
            <a:r>
              <a:rPr sz="10500" spc="280" dirty="0">
                <a:solidFill>
                  <a:srgbClr val="1A1A1A"/>
                </a:solidFill>
                <a:latin typeface="Georgia"/>
                <a:cs typeface="Georgia"/>
              </a:rPr>
              <a:t>SK</a:t>
            </a:r>
            <a:r>
              <a:rPr sz="10500" spc="-52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10500" spc="555" dirty="0">
                <a:solidFill>
                  <a:srgbClr val="1A1A1A"/>
                </a:solidFill>
                <a:latin typeface="Georgia"/>
                <a:cs typeface="Georgia"/>
              </a:rPr>
              <a:t>·</a:t>
            </a:r>
            <a:r>
              <a:rPr sz="10500" spc="-51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10500" spc="-25" dirty="0">
                <a:solidFill>
                  <a:srgbClr val="1A1A1A"/>
                </a:solidFill>
                <a:latin typeface="Georgia"/>
                <a:cs typeface="Georgia"/>
              </a:rPr>
              <a:t>EN</a:t>
            </a:r>
            <a:endParaRPr sz="10500">
              <a:latin typeface="Georgia"/>
              <a:cs typeface="Georgia"/>
            </a:endParaRPr>
          </a:p>
          <a:p>
            <a:pPr marL="12700">
              <a:lnSpc>
                <a:spcPts val="2225"/>
              </a:lnSpc>
              <a:tabLst>
                <a:tab pos="5676265" algn="l"/>
                <a:tab pos="11340465" algn="l"/>
              </a:tabLst>
            </a:pPr>
            <a:r>
              <a:rPr sz="1950" spc="114" dirty="0">
                <a:solidFill>
                  <a:srgbClr val="8A857C"/>
                </a:solidFill>
                <a:latin typeface="Courier New"/>
                <a:cs typeface="Courier New"/>
              </a:rPr>
              <a:t>NÁSTROJOV</a:t>
            </a:r>
            <a:r>
              <a:rPr sz="1950" dirty="0">
                <a:solidFill>
                  <a:srgbClr val="8A857C"/>
                </a:solidFill>
                <a:latin typeface="Courier New"/>
                <a:cs typeface="Courier New"/>
              </a:rPr>
              <a:t>	</a:t>
            </a:r>
            <a:r>
              <a:rPr sz="1950" spc="120" dirty="0">
                <a:solidFill>
                  <a:srgbClr val="8A857C"/>
                </a:solidFill>
                <a:latin typeface="Courier New"/>
                <a:cs typeface="Courier New"/>
              </a:rPr>
              <a:t>LOKÁLNE</a:t>
            </a:r>
            <a:r>
              <a:rPr sz="1950" spc="31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114" dirty="0">
                <a:solidFill>
                  <a:srgbClr val="8A857C"/>
                </a:solidFill>
                <a:latin typeface="Courier New"/>
                <a:cs typeface="Courier New"/>
              </a:rPr>
              <a:t>UKLADANIE</a:t>
            </a:r>
            <a:r>
              <a:rPr sz="1950" dirty="0">
                <a:solidFill>
                  <a:srgbClr val="8A857C"/>
                </a:solidFill>
                <a:latin typeface="Courier New"/>
                <a:cs typeface="Courier New"/>
              </a:rPr>
              <a:t>	</a:t>
            </a:r>
            <a:r>
              <a:rPr sz="1950" spc="100" dirty="0">
                <a:solidFill>
                  <a:srgbClr val="8A857C"/>
                </a:solidFill>
                <a:latin typeface="Courier New"/>
                <a:cs typeface="Courier New"/>
              </a:rPr>
              <a:t>PRVÉ</a:t>
            </a:r>
            <a:r>
              <a:rPr sz="1950" spc="32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950" spc="110" dirty="0">
                <a:solidFill>
                  <a:srgbClr val="8A857C"/>
                </a:solidFill>
                <a:latin typeface="Courier New"/>
                <a:cs typeface="Courier New"/>
              </a:rPr>
              <a:t>PREKLADY</a:t>
            </a:r>
            <a:endParaRPr sz="195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82618" y="5827776"/>
            <a:ext cx="758190" cy="304800"/>
            <a:chOff x="982618" y="5827776"/>
            <a:chExt cx="758190" cy="304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618" y="5841377"/>
              <a:ext cx="160953" cy="2260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9194" y="5896432"/>
              <a:ext cx="150914" cy="17487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1522" y="5827776"/>
              <a:ext cx="144113" cy="243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8668" y="5900318"/>
              <a:ext cx="202082" cy="23187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867374" y="5815145"/>
            <a:ext cx="1035050" cy="317500"/>
            <a:chOff x="1867374" y="5815145"/>
            <a:chExt cx="1035050" cy="317500"/>
          </a:xfrm>
        </p:grpSpPr>
        <p:sp>
          <p:nvSpPr>
            <p:cNvPr id="10" name="object 10"/>
            <p:cNvSpPr/>
            <p:nvPr/>
          </p:nvSpPr>
          <p:spPr>
            <a:xfrm>
              <a:off x="1867374" y="5815145"/>
              <a:ext cx="130810" cy="256540"/>
            </a:xfrm>
            <a:custGeom>
              <a:avLst/>
              <a:gdLst/>
              <a:ahLst/>
              <a:cxnLst/>
              <a:rect l="l" t="t" r="r" b="b"/>
              <a:pathLst>
                <a:path w="130810" h="256539">
                  <a:moveTo>
                    <a:pt x="25908" y="85172"/>
                  </a:moveTo>
                  <a:lnTo>
                    <a:pt x="0" y="85172"/>
                  </a:lnTo>
                  <a:lnTo>
                    <a:pt x="0" y="192366"/>
                  </a:lnTo>
                  <a:lnTo>
                    <a:pt x="8533" y="230014"/>
                  </a:lnTo>
                  <a:lnTo>
                    <a:pt x="44195" y="255122"/>
                  </a:lnTo>
                  <a:lnTo>
                    <a:pt x="56349" y="256165"/>
                  </a:lnTo>
                  <a:lnTo>
                    <a:pt x="66217" y="255568"/>
                  </a:lnTo>
                  <a:lnTo>
                    <a:pt x="99305" y="232848"/>
                  </a:lnTo>
                  <a:lnTo>
                    <a:pt x="64122" y="232848"/>
                  </a:lnTo>
                  <a:lnTo>
                    <a:pt x="55297" y="232139"/>
                  </a:lnTo>
                  <a:lnTo>
                    <a:pt x="26515" y="198317"/>
                  </a:lnTo>
                  <a:lnTo>
                    <a:pt x="25908" y="187833"/>
                  </a:lnTo>
                  <a:lnTo>
                    <a:pt x="25908" y="85172"/>
                  </a:lnTo>
                  <a:close/>
                </a:path>
                <a:path w="130810" h="256539">
                  <a:moveTo>
                    <a:pt x="130511" y="225075"/>
                  </a:moveTo>
                  <a:lnTo>
                    <a:pt x="104603" y="225075"/>
                  </a:lnTo>
                  <a:lnTo>
                    <a:pt x="104603" y="252279"/>
                  </a:lnTo>
                  <a:lnTo>
                    <a:pt x="130511" y="252279"/>
                  </a:lnTo>
                  <a:lnTo>
                    <a:pt x="130511" y="225075"/>
                  </a:lnTo>
                  <a:close/>
                </a:path>
                <a:path w="130810" h="256539">
                  <a:moveTo>
                    <a:pt x="130511" y="85172"/>
                  </a:moveTo>
                  <a:lnTo>
                    <a:pt x="104603" y="85172"/>
                  </a:lnTo>
                  <a:lnTo>
                    <a:pt x="104603" y="208127"/>
                  </a:lnTo>
                  <a:lnTo>
                    <a:pt x="102660" y="214172"/>
                  </a:lnTo>
                  <a:lnTo>
                    <a:pt x="94888" y="223672"/>
                  </a:lnTo>
                  <a:lnTo>
                    <a:pt x="89869" y="227180"/>
                  </a:lnTo>
                  <a:lnTo>
                    <a:pt x="77562" y="231714"/>
                  </a:lnTo>
                  <a:lnTo>
                    <a:pt x="71031" y="232848"/>
                  </a:lnTo>
                  <a:lnTo>
                    <a:pt x="99305" y="232848"/>
                  </a:lnTo>
                  <a:lnTo>
                    <a:pt x="100525" y="230915"/>
                  </a:lnTo>
                  <a:lnTo>
                    <a:pt x="103308" y="225075"/>
                  </a:lnTo>
                  <a:lnTo>
                    <a:pt x="130511" y="225075"/>
                  </a:lnTo>
                  <a:lnTo>
                    <a:pt x="130511" y="85172"/>
                  </a:lnTo>
                  <a:close/>
                </a:path>
                <a:path w="130810" h="256539">
                  <a:moveTo>
                    <a:pt x="78371" y="0"/>
                  </a:moveTo>
                  <a:lnTo>
                    <a:pt x="50844" y="55054"/>
                  </a:lnTo>
                  <a:lnTo>
                    <a:pt x="67684" y="62826"/>
                  </a:lnTo>
                  <a:lnTo>
                    <a:pt x="102012" y="11334"/>
                  </a:lnTo>
                  <a:lnTo>
                    <a:pt x="78371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7072" y="5896432"/>
              <a:ext cx="127920" cy="17487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98349" y="5896432"/>
              <a:ext cx="147351" cy="1748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76143" y="5817088"/>
              <a:ext cx="139065" cy="254635"/>
            </a:xfrm>
            <a:custGeom>
              <a:avLst/>
              <a:gdLst/>
              <a:ahLst/>
              <a:cxnLst/>
              <a:rect l="l" t="t" r="r" b="b"/>
              <a:pathLst>
                <a:path w="139064" h="254635">
                  <a:moveTo>
                    <a:pt x="74485" y="79343"/>
                  </a:moveTo>
                  <a:lnTo>
                    <a:pt x="30371" y="92641"/>
                  </a:lnTo>
                  <a:lnTo>
                    <a:pt x="4898" y="130754"/>
                  </a:lnTo>
                  <a:lnTo>
                    <a:pt x="0" y="166782"/>
                  </a:lnTo>
                  <a:lnTo>
                    <a:pt x="1224" y="185829"/>
                  </a:lnTo>
                  <a:lnTo>
                    <a:pt x="19593" y="230581"/>
                  </a:lnTo>
                  <a:lnTo>
                    <a:pt x="57817" y="252744"/>
                  </a:lnTo>
                  <a:lnTo>
                    <a:pt x="74485" y="254222"/>
                  </a:lnTo>
                  <a:lnTo>
                    <a:pt x="85972" y="253544"/>
                  </a:lnTo>
                  <a:lnTo>
                    <a:pt x="122000" y="237513"/>
                  </a:lnTo>
                  <a:lnTo>
                    <a:pt x="128096" y="231228"/>
                  </a:lnTo>
                  <a:lnTo>
                    <a:pt x="74485" y="231228"/>
                  </a:lnTo>
                  <a:lnTo>
                    <a:pt x="63687" y="230338"/>
                  </a:lnTo>
                  <a:lnTo>
                    <a:pt x="30806" y="200867"/>
                  </a:lnTo>
                  <a:lnTo>
                    <a:pt x="27851" y="181032"/>
                  </a:lnTo>
                  <a:lnTo>
                    <a:pt x="27851" y="152533"/>
                  </a:lnTo>
                  <a:lnTo>
                    <a:pt x="46204" y="110331"/>
                  </a:lnTo>
                  <a:lnTo>
                    <a:pt x="74485" y="102336"/>
                  </a:lnTo>
                  <a:lnTo>
                    <a:pt x="127321" y="102336"/>
                  </a:lnTo>
                  <a:lnTo>
                    <a:pt x="121747" y="96244"/>
                  </a:lnTo>
                  <a:lnTo>
                    <a:pt x="114642" y="90354"/>
                  </a:lnTo>
                  <a:lnTo>
                    <a:pt x="106425" y="85536"/>
                  </a:lnTo>
                  <a:lnTo>
                    <a:pt x="96993" y="82095"/>
                  </a:lnTo>
                  <a:lnTo>
                    <a:pt x="86346" y="80031"/>
                  </a:lnTo>
                  <a:lnTo>
                    <a:pt x="74485" y="79343"/>
                  </a:lnTo>
                  <a:close/>
                </a:path>
                <a:path w="139064" h="254635">
                  <a:moveTo>
                    <a:pt x="119824" y="202082"/>
                  </a:moveTo>
                  <a:lnTo>
                    <a:pt x="89220" y="229366"/>
                  </a:lnTo>
                  <a:lnTo>
                    <a:pt x="82035" y="230783"/>
                  </a:lnTo>
                  <a:lnTo>
                    <a:pt x="81809" y="230783"/>
                  </a:lnTo>
                  <a:lnTo>
                    <a:pt x="74485" y="231228"/>
                  </a:lnTo>
                  <a:lnTo>
                    <a:pt x="128096" y="231228"/>
                  </a:lnTo>
                  <a:lnTo>
                    <a:pt x="128528" y="230783"/>
                  </a:lnTo>
                  <a:lnTo>
                    <a:pt x="134041" y="223213"/>
                  </a:lnTo>
                  <a:lnTo>
                    <a:pt x="138607" y="214712"/>
                  </a:lnTo>
                  <a:lnTo>
                    <a:pt x="119824" y="202082"/>
                  </a:lnTo>
                  <a:close/>
                </a:path>
                <a:path w="139064" h="254635">
                  <a:moveTo>
                    <a:pt x="127321" y="102336"/>
                  </a:moveTo>
                  <a:lnTo>
                    <a:pt x="74485" y="102336"/>
                  </a:lnTo>
                  <a:lnTo>
                    <a:pt x="85128" y="102984"/>
                  </a:lnTo>
                  <a:lnTo>
                    <a:pt x="82822" y="102984"/>
                  </a:lnTo>
                  <a:lnTo>
                    <a:pt x="115290" y="129539"/>
                  </a:lnTo>
                  <a:lnTo>
                    <a:pt x="136988" y="118529"/>
                  </a:lnTo>
                  <a:lnTo>
                    <a:pt x="132920" y="110331"/>
                  </a:lnTo>
                  <a:lnTo>
                    <a:pt x="127895" y="102984"/>
                  </a:lnTo>
                  <a:lnTo>
                    <a:pt x="127321" y="102336"/>
                  </a:lnTo>
                  <a:close/>
                </a:path>
                <a:path w="139064" h="254635">
                  <a:moveTo>
                    <a:pt x="36271" y="0"/>
                  </a:moveTo>
                  <a:lnTo>
                    <a:pt x="22021" y="10039"/>
                  </a:lnTo>
                  <a:lnTo>
                    <a:pt x="57969" y="56349"/>
                  </a:lnTo>
                  <a:lnTo>
                    <a:pt x="90354" y="56349"/>
                  </a:lnTo>
                  <a:lnTo>
                    <a:pt x="104682" y="37890"/>
                  </a:lnTo>
                  <a:lnTo>
                    <a:pt x="74161" y="37890"/>
                  </a:lnTo>
                  <a:lnTo>
                    <a:pt x="36271" y="0"/>
                  </a:lnTo>
                  <a:close/>
                </a:path>
                <a:path w="139064" h="254635">
                  <a:moveTo>
                    <a:pt x="112052" y="0"/>
                  </a:moveTo>
                  <a:lnTo>
                    <a:pt x="74161" y="37890"/>
                  </a:lnTo>
                  <a:lnTo>
                    <a:pt x="104682" y="37890"/>
                  </a:lnTo>
                  <a:lnTo>
                    <a:pt x="126301" y="10039"/>
                  </a:lnTo>
                  <a:lnTo>
                    <a:pt x="112052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1346" y="5827775"/>
              <a:ext cx="350729" cy="30441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3030320" y="5817089"/>
            <a:ext cx="754380" cy="254635"/>
            <a:chOff x="3030320" y="5817089"/>
            <a:chExt cx="754380" cy="254635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30320" y="5827776"/>
              <a:ext cx="137636" cy="2396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00989" y="5900318"/>
              <a:ext cx="85820" cy="16710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18222" y="5900318"/>
              <a:ext cx="130511" cy="17099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86948" y="5817089"/>
              <a:ext cx="128892" cy="2503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54055" y="5896432"/>
              <a:ext cx="130511" cy="170992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3835087" y="5827776"/>
            <a:ext cx="452755" cy="283210"/>
            <a:chOff x="3835087" y="5827776"/>
            <a:chExt cx="452755" cy="283210"/>
          </a:xfrm>
        </p:grpSpPr>
        <p:sp>
          <p:nvSpPr>
            <p:cNvPr id="22" name="object 22"/>
            <p:cNvSpPr/>
            <p:nvPr/>
          </p:nvSpPr>
          <p:spPr>
            <a:xfrm>
              <a:off x="3835087" y="5827776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7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7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29" y="32006"/>
                  </a:lnTo>
                  <a:lnTo>
                    <a:pt x="30495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5" y="6746"/>
                  </a:lnTo>
                  <a:lnTo>
                    <a:pt x="25529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06658" y="5896432"/>
              <a:ext cx="138607" cy="17487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67611" y="5896432"/>
              <a:ext cx="147351" cy="17487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236337" y="6029534"/>
              <a:ext cx="51435" cy="81280"/>
            </a:xfrm>
            <a:custGeom>
              <a:avLst/>
              <a:gdLst/>
              <a:ahLst/>
              <a:cxnLst/>
              <a:rect l="l" t="t" r="r" b="b"/>
              <a:pathLst>
                <a:path w="51435" h="81279">
                  <a:moveTo>
                    <a:pt x="38322" y="0"/>
                  </a:moveTo>
                  <a:lnTo>
                    <a:pt x="31413" y="0"/>
                  </a:lnTo>
                  <a:lnTo>
                    <a:pt x="24720" y="0"/>
                  </a:lnTo>
                  <a:lnTo>
                    <a:pt x="19754" y="1780"/>
                  </a:lnTo>
                  <a:lnTo>
                    <a:pt x="13277" y="8905"/>
                  </a:lnTo>
                  <a:lnTo>
                    <a:pt x="11658" y="13493"/>
                  </a:lnTo>
                  <a:lnTo>
                    <a:pt x="11658" y="27959"/>
                  </a:lnTo>
                  <a:lnTo>
                    <a:pt x="12683" y="31629"/>
                  </a:lnTo>
                  <a:lnTo>
                    <a:pt x="16785" y="37674"/>
                  </a:lnTo>
                  <a:lnTo>
                    <a:pt x="19970" y="39725"/>
                  </a:lnTo>
                  <a:lnTo>
                    <a:pt x="24288" y="40805"/>
                  </a:lnTo>
                  <a:lnTo>
                    <a:pt x="22561" y="48361"/>
                  </a:lnTo>
                  <a:lnTo>
                    <a:pt x="19700" y="55215"/>
                  </a:lnTo>
                  <a:lnTo>
                    <a:pt x="11711" y="67522"/>
                  </a:lnTo>
                  <a:lnTo>
                    <a:pt x="6476" y="74053"/>
                  </a:lnTo>
                  <a:lnTo>
                    <a:pt x="0" y="80962"/>
                  </a:lnTo>
                  <a:lnTo>
                    <a:pt x="21697" y="80962"/>
                  </a:lnTo>
                  <a:lnTo>
                    <a:pt x="46796" y="44893"/>
                  </a:lnTo>
                  <a:lnTo>
                    <a:pt x="51168" y="23641"/>
                  </a:lnTo>
                  <a:lnTo>
                    <a:pt x="51168" y="13493"/>
                  </a:lnTo>
                  <a:lnTo>
                    <a:pt x="49602" y="8905"/>
                  </a:lnTo>
                  <a:lnTo>
                    <a:pt x="43341" y="1780"/>
                  </a:lnTo>
                  <a:lnTo>
                    <a:pt x="38322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415749" y="5815145"/>
            <a:ext cx="1317745" cy="32093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5861739" y="5827776"/>
            <a:ext cx="664210" cy="243840"/>
            <a:chOff x="5861739" y="5827776"/>
            <a:chExt cx="664210" cy="243840"/>
          </a:xfrm>
        </p:grpSpPr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61739" y="5827776"/>
              <a:ext cx="303771" cy="24353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208258" y="5827776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8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75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8" y="21697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96344" y="5896432"/>
              <a:ext cx="229285" cy="170992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6576151" y="5827776"/>
            <a:ext cx="380365" cy="243840"/>
            <a:chOff x="6576151" y="5827776"/>
            <a:chExt cx="380365" cy="243840"/>
          </a:xfrm>
        </p:grpSpPr>
        <p:sp>
          <p:nvSpPr>
            <p:cNvPr id="32" name="object 32"/>
            <p:cNvSpPr/>
            <p:nvPr/>
          </p:nvSpPr>
          <p:spPr>
            <a:xfrm>
              <a:off x="6576151" y="5827776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6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6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30" y="32006"/>
                  </a:lnTo>
                  <a:lnTo>
                    <a:pt x="30496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6" y="6746"/>
                  </a:lnTo>
                  <a:lnTo>
                    <a:pt x="25530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47722" y="5896432"/>
              <a:ext cx="138607" cy="17487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08675" y="5896432"/>
              <a:ext cx="147351" cy="174878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061926" y="5896432"/>
            <a:ext cx="149294" cy="174878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7324568" y="5817089"/>
            <a:ext cx="1635760" cy="315595"/>
            <a:chOff x="7324568" y="5817089"/>
            <a:chExt cx="1635760" cy="315595"/>
          </a:xfrm>
        </p:grpSpPr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24568" y="5900318"/>
              <a:ext cx="85820" cy="16710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429495" y="5896432"/>
              <a:ext cx="317049" cy="17487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79901" y="5896432"/>
              <a:ext cx="130511" cy="17099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1542" y="5896432"/>
              <a:ext cx="150914" cy="17487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145204" y="5827776"/>
              <a:ext cx="144113" cy="24353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20731" y="5896432"/>
              <a:ext cx="147351" cy="17487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93990" y="5817089"/>
              <a:ext cx="128892" cy="25033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661097" y="5827776"/>
              <a:ext cx="299237" cy="304419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051660" y="5827776"/>
            <a:ext cx="1373446" cy="308305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10544608" y="5827776"/>
            <a:ext cx="796290" cy="243840"/>
            <a:chOff x="10544608" y="5827776"/>
            <a:chExt cx="796290" cy="243840"/>
          </a:xfrm>
        </p:grpSpPr>
        <p:pic>
          <p:nvPicPr>
            <p:cNvPr id="47" name="object 4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544608" y="5837491"/>
              <a:ext cx="170345" cy="23381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0754463" y="5827776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8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75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8" y="21697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830243" y="5896432"/>
              <a:ext cx="150914" cy="17487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022287" y="5900318"/>
              <a:ext cx="130511" cy="17099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96518" y="5827776"/>
              <a:ext cx="144113" cy="243535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11472114" y="5827776"/>
            <a:ext cx="419734" cy="243840"/>
            <a:chOff x="11472114" y="5827776"/>
            <a:chExt cx="419734" cy="243840"/>
          </a:xfrm>
        </p:grpSpPr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472114" y="5827776"/>
              <a:ext cx="144113" cy="24353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7641" y="5896432"/>
              <a:ext cx="150914" cy="17487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1841303" y="5827776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7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75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7" y="216979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" name="object 5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2005819" y="5815145"/>
            <a:ext cx="1346236" cy="317049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13467029" y="5827776"/>
            <a:ext cx="409575" cy="243840"/>
            <a:chOff x="13467029" y="5827776"/>
            <a:chExt cx="409575" cy="243840"/>
          </a:xfrm>
        </p:grpSpPr>
        <p:pic>
          <p:nvPicPr>
            <p:cNvPr id="58" name="object 5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3467029" y="5896432"/>
              <a:ext cx="149288" cy="17487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3653236" y="5827776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7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81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7" y="216979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729017" y="5896432"/>
              <a:ext cx="147358" cy="174878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13996517" y="5841377"/>
            <a:ext cx="382270" cy="230504"/>
            <a:chOff x="13996517" y="5841377"/>
            <a:chExt cx="382270" cy="230504"/>
          </a:xfrm>
        </p:grpSpPr>
        <p:pic>
          <p:nvPicPr>
            <p:cNvPr id="62" name="object 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996517" y="5841377"/>
              <a:ext cx="162572" cy="22993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195361" y="5841377"/>
              <a:ext cx="182981" cy="226047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14490064" y="5827776"/>
            <a:ext cx="419734" cy="243840"/>
            <a:chOff x="14490064" y="5827776"/>
            <a:chExt cx="419734" cy="243840"/>
          </a:xfrm>
        </p:grpSpPr>
        <p:pic>
          <p:nvPicPr>
            <p:cNvPr id="65" name="object 6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490064" y="5827776"/>
              <a:ext cx="144119" cy="24353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665591" y="5896432"/>
              <a:ext cx="150914" cy="174878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4859253" y="5827776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7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81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7" y="216979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980027" y="6291395"/>
            <a:ext cx="1410335" cy="317500"/>
            <a:chOff x="980027" y="6291395"/>
            <a:chExt cx="1410335" cy="317500"/>
          </a:xfrm>
        </p:grpSpPr>
        <p:pic>
          <p:nvPicPr>
            <p:cNvPr id="69" name="object 6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80027" y="6304025"/>
              <a:ext cx="303771" cy="24353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310678" y="6372682"/>
              <a:ext cx="127920" cy="17487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63859" y="6330257"/>
              <a:ext cx="90030" cy="21341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95666" y="6376568"/>
              <a:ext cx="85820" cy="16710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14519" y="6304025"/>
              <a:ext cx="144113" cy="24353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889074" y="6330257"/>
              <a:ext cx="258108" cy="217303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2166924" y="6291401"/>
              <a:ext cx="223520" cy="317500"/>
            </a:xfrm>
            <a:custGeom>
              <a:avLst/>
              <a:gdLst/>
              <a:ahLst/>
              <a:cxnLst/>
              <a:rect l="l" t="t" r="r" b="b"/>
              <a:pathLst>
                <a:path w="223519" h="317500">
                  <a:moveTo>
                    <a:pt x="112052" y="11328"/>
                  </a:moveTo>
                  <a:lnTo>
                    <a:pt x="88417" y="0"/>
                  </a:lnTo>
                  <a:lnTo>
                    <a:pt x="60883" y="55054"/>
                  </a:lnTo>
                  <a:lnTo>
                    <a:pt x="77724" y="62826"/>
                  </a:lnTo>
                  <a:lnTo>
                    <a:pt x="112052" y="11328"/>
                  </a:lnTo>
                  <a:close/>
                </a:path>
                <a:path w="223519" h="317500">
                  <a:moveTo>
                    <a:pt x="150596" y="85166"/>
                  </a:moveTo>
                  <a:lnTo>
                    <a:pt x="125006" y="85166"/>
                  </a:lnTo>
                  <a:lnTo>
                    <a:pt x="84531" y="198843"/>
                  </a:lnTo>
                  <a:lnTo>
                    <a:pt x="75463" y="226047"/>
                  </a:lnTo>
                  <a:lnTo>
                    <a:pt x="73837" y="226047"/>
                  </a:lnTo>
                  <a:lnTo>
                    <a:pt x="66065" y="198843"/>
                  </a:lnTo>
                  <a:lnTo>
                    <a:pt x="25908" y="85166"/>
                  </a:lnTo>
                  <a:lnTo>
                    <a:pt x="0" y="85166"/>
                  </a:lnTo>
                  <a:lnTo>
                    <a:pt x="62509" y="258749"/>
                  </a:lnTo>
                  <a:lnTo>
                    <a:pt x="49872" y="294373"/>
                  </a:lnTo>
                  <a:lnTo>
                    <a:pt x="23647" y="294373"/>
                  </a:lnTo>
                  <a:lnTo>
                    <a:pt x="23647" y="317042"/>
                  </a:lnTo>
                  <a:lnTo>
                    <a:pt x="45123" y="317042"/>
                  </a:lnTo>
                  <a:lnTo>
                    <a:pt x="51600" y="316293"/>
                  </a:lnTo>
                  <a:lnTo>
                    <a:pt x="75780" y="291134"/>
                  </a:lnTo>
                  <a:lnTo>
                    <a:pt x="99428" y="226047"/>
                  </a:lnTo>
                  <a:lnTo>
                    <a:pt x="150596" y="85166"/>
                  </a:lnTo>
                  <a:close/>
                </a:path>
                <a:path w="223519" h="317500">
                  <a:moveTo>
                    <a:pt x="223139" y="227558"/>
                  </a:moveTo>
                  <a:lnTo>
                    <a:pt x="221576" y="223024"/>
                  </a:lnTo>
                  <a:lnTo>
                    <a:pt x="215315" y="216115"/>
                  </a:lnTo>
                  <a:lnTo>
                    <a:pt x="210286" y="214388"/>
                  </a:lnTo>
                  <a:lnTo>
                    <a:pt x="196684" y="214388"/>
                  </a:lnTo>
                  <a:lnTo>
                    <a:pt x="191719" y="216115"/>
                  </a:lnTo>
                  <a:lnTo>
                    <a:pt x="185242" y="223024"/>
                  </a:lnTo>
                  <a:lnTo>
                    <a:pt x="183629" y="227558"/>
                  </a:lnTo>
                  <a:lnTo>
                    <a:pt x="183629" y="242773"/>
                  </a:lnTo>
                  <a:lnTo>
                    <a:pt x="185242" y="247256"/>
                  </a:lnTo>
                  <a:lnTo>
                    <a:pt x="191719" y="254381"/>
                  </a:lnTo>
                  <a:lnTo>
                    <a:pt x="196684" y="256159"/>
                  </a:lnTo>
                  <a:lnTo>
                    <a:pt x="210286" y="256159"/>
                  </a:lnTo>
                  <a:lnTo>
                    <a:pt x="215315" y="254381"/>
                  </a:lnTo>
                  <a:lnTo>
                    <a:pt x="221576" y="247256"/>
                  </a:lnTo>
                  <a:lnTo>
                    <a:pt x="223139" y="242773"/>
                  </a:lnTo>
                  <a:lnTo>
                    <a:pt x="223139" y="227558"/>
                  </a:lnTo>
                  <a:close/>
                </a:path>
                <a:path w="223519" h="317500">
                  <a:moveTo>
                    <a:pt x="223139" y="94449"/>
                  </a:moveTo>
                  <a:lnTo>
                    <a:pt x="221576" y="89916"/>
                  </a:lnTo>
                  <a:lnTo>
                    <a:pt x="215315" y="83007"/>
                  </a:lnTo>
                  <a:lnTo>
                    <a:pt x="210286" y="81280"/>
                  </a:lnTo>
                  <a:lnTo>
                    <a:pt x="196684" y="81280"/>
                  </a:lnTo>
                  <a:lnTo>
                    <a:pt x="191719" y="83007"/>
                  </a:lnTo>
                  <a:lnTo>
                    <a:pt x="185242" y="89916"/>
                  </a:lnTo>
                  <a:lnTo>
                    <a:pt x="183629" y="94449"/>
                  </a:lnTo>
                  <a:lnTo>
                    <a:pt x="183629" y="109677"/>
                  </a:lnTo>
                  <a:lnTo>
                    <a:pt x="185242" y="114160"/>
                  </a:lnTo>
                  <a:lnTo>
                    <a:pt x="191719" y="121285"/>
                  </a:lnTo>
                  <a:lnTo>
                    <a:pt x="196684" y="123063"/>
                  </a:lnTo>
                  <a:lnTo>
                    <a:pt x="210286" y="123063"/>
                  </a:lnTo>
                  <a:lnTo>
                    <a:pt x="215315" y="121285"/>
                  </a:lnTo>
                  <a:lnTo>
                    <a:pt x="221576" y="114160"/>
                  </a:lnTo>
                  <a:lnTo>
                    <a:pt x="223139" y="109677"/>
                  </a:lnTo>
                  <a:lnTo>
                    <a:pt x="223139" y="94449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2505683" y="6304026"/>
            <a:ext cx="1066800" cy="243840"/>
            <a:chOff x="2505683" y="6304026"/>
            <a:chExt cx="1066800" cy="243840"/>
          </a:xfrm>
        </p:grpSpPr>
        <p:pic>
          <p:nvPicPr>
            <p:cNvPr id="77" name="object 7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05683" y="6372682"/>
              <a:ext cx="127920" cy="174878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2676352" y="6304026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6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6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30" y="32006"/>
                  </a:lnTo>
                  <a:lnTo>
                    <a:pt x="30496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6" y="6746"/>
                  </a:lnTo>
                  <a:lnTo>
                    <a:pt x="25530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8894" y="6304026"/>
              <a:ext cx="144113" cy="24353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35756" y="6372682"/>
              <a:ext cx="147351" cy="17487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25856" y="6304026"/>
              <a:ext cx="144113" cy="24353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00411" y="6372682"/>
              <a:ext cx="149294" cy="174878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86624" y="6376568"/>
              <a:ext cx="85820" cy="167106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3681906" y="6304026"/>
            <a:ext cx="419734" cy="243840"/>
            <a:chOff x="3681906" y="6304026"/>
            <a:chExt cx="419734" cy="243840"/>
          </a:xfrm>
        </p:grpSpPr>
        <p:pic>
          <p:nvPicPr>
            <p:cNvPr id="85" name="object 8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681906" y="6304026"/>
              <a:ext cx="144113" cy="243535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857433" y="6372682"/>
              <a:ext cx="150914" cy="174878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051094" y="6304026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8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75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8" y="21697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4215610" y="6304026"/>
            <a:ext cx="335915" cy="304800"/>
            <a:chOff x="4215610" y="6304026"/>
            <a:chExt cx="335915" cy="304800"/>
          </a:xfrm>
        </p:grpSpPr>
        <p:pic>
          <p:nvPicPr>
            <p:cNvPr id="89" name="object 8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03443" y="6376568"/>
              <a:ext cx="85820" cy="16710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215610" y="6372682"/>
              <a:ext cx="144113" cy="235762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4519381" y="6304026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6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6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30" y="32006"/>
                  </a:lnTo>
                  <a:lnTo>
                    <a:pt x="30496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6" y="6746"/>
                  </a:lnTo>
                  <a:lnTo>
                    <a:pt x="25530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2" name="object 9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603258" y="6372682"/>
            <a:ext cx="229285" cy="170992"/>
          </a:xfrm>
          <a:prstGeom prst="rect">
            <a:avLst/>
          </a:prstGeom>
        </p:spPr>
      </p:pic>
      <p:grpSp>
        <p:nvGrpSpPr>
          <p:cNvPr id="93" name="object 93"/>
          <p:cNvGrpSpPr/>
          <p:nvPr/>
        </p:nvGrpSpPr>
        <p:grpSpPr>
          <a:xfrm>
            <a:off x="4883064" y="6291395"/>
            <a:ext cx="799465" cy="317500"/>
            <a:chOff x="4883064" y="6291395"/>
            <a:chExt cx="799465" cy="317500"/>
          </a:xfrm>
        </p:grpSpPr>
        <p:sp>
          <p:nvSpPr>
            <p:cNvPr id="94" name="object 94"/>
            <p:cNvSpPr/>
            <p:nvPr/>
          </p:nvSpPr>
          <p:spPr>
            <a:xfrm>
              <a:off x="4883064" y="6304025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7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7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30" y="32006"/>
                  </a:lnTo>
                  <a:lnTo>
                    <a:pt x="30496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6" y="6746"/>
                  </a:lnTo>
                  <a:lnTo>
                    <a:pt x="25530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948806" y="6330257"/>
              <a:ext cx="90030" cy="21341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078993" y="6291395"/>
              <a:ext cx="208559" cy="252279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20909" y="6372682"/>
              <a:ext cx="130511" cy="170992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480244" y="6376568"/>
              <a:ext cx="202082" cy="231876"/>
            </a:xfrm>
            <a:prstGeom prst="rect">
              <a:avLst/>
            </a:prstGeom>
          </p:spPr>
        </p:pic>
      </p:grpSp>
      <p:pic>
        <p:nvPicPr>
          <p:cNvPr id="99" name="object 99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799236" y="6304026"/>
            <a:ext cx="1566786" cy="308305"/>
          </a:xfrm>
          <a:prstGeom prst="rect">
            <a:avLst/>
          </a:prstGeom>
        </p:spPr>
      </p:pic>
      <p:grpSp>
        <p:nvGrpSpPr>
          <p:cNvPr id="100" name="object 100"/>
          <p:cNvGrpSpPr/>
          <p:nvPr/>
        </p:nvGrpSpPr>
        <p:grpSpPr>
          <a:xfrm>
            <a:off x="7472891" y="6293339"/>
            <a:ext cx="829944" cy="254635"/>
            <a:chOff x="7472891" y="6293339"/>
            <a:chExt cx="829944" cy="254635"/>
          </a:xfrm>
        </p:grpSpPr>
        <p:pic>
          <p:nvPicPr>
            <p:cNvPr id="101" name="object 10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472891" y="6372682"/>
              <a:ext cx="150914" cy="17487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666554" y="6304026"/>
              <a:ext cx="144113" cy="243535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7842080" y="6293339"/>
              <a:ext cx="139065" cy="254635"/>
            </a:xfrm>
            <a:custGeom>
              <a:avLst/>
              <a:gdLst/>
              <a:ahLst/>
              <a:cxnLst/>
              <a:rect l="l" t="t" r="r" b="b"/>
              <a:pathLst>
                <a:path w="139065" h="254634">
                  <a:moveTo>
                    <a:pt x="74485" y="79343"/>
                  </a:moveTo>
                  <a:lnTo>
                    <a:pt x="30371" y="92641"/>
                  </a:lnTo>
                  <a:lnTo>
                    <a:pt x="4898" y="130754"/>
                  </a:lnTo>
                  <a:lnTo>
                    <a:pt x="0" y="166782"/>
                  </a:lnTo>
                  <a:lnTo>
                    <a:pt x="1224" y="185829"/>
                  </a:lnTo>
                  <a:lnTo>
                    <a:pt x="19593" y="230581"/>
                  </a:lnTo>
                  <a:lnTo>
                    <a:pt x="57817" y="252744"/>
                  </a:lnTo>
                  <a:lnTo>
                    <a:pt x="74485" y="254222"/>
                  </a:lnTo>
                  <a:lnTo>
                    <a:pt x="85972" y="253544"/>
                  </a:lnTo>
                  <a:lnTo>
                    <a:pt x="122000" y="237513"/>
                  </a:lnTo>
                  <a:lnTo>
                    <a:pt x="128096" y="231228"/>
                  </a:lnTo>
                  <a:lnTo>
                    <a:pt x="74485" y="231228"/>
                  </a:lnTo>
                  <a:lnTo>
                    <a:pt x="63687" y="230338"/>
                  </a:lnTo>
                  <a:lnTo>
                    <a:pt x="30806" y="200867"/>
                  </a:lnTo>
                  <a:lnTo>
                    <a:pt x="27851" y="181032"/>
                  </a:lnTo>
                  <a:lnTo>
                    <a:pt x="27851" y="152533"/>
                  </a:lnTo>
                  <a:lnTo>
                    <a:pt x="46204" y="110331"/>
                  </a:lnTo>
                  <a:lnTo>
                    <a:pt x="74485" y="102336"/>
                  </a:lnTo>
                  <a:lnTo>
                    <a:pt x="127321" y="102336"/>
                  </a:lnTo>
                  <a:lnTo>
                    <a:pt x="121747" y="96244"/>
                  </a:lnTo>
                  <a:lnTo>
                    <a:pt x="114642" y="90354"/>
                  </a:lnTo>
                  <a:lnTo>
                    <a:pt x="106425" y="85536"/>
                  </a:lnTo>
                  <a:lnTo>
                    <a:pt x="96993" y="82095"/>
                  </a:lnTo>
                  <a:lnTo>
                    <a:pt x="86346" y="80031"/>
                  </a:lnTo>
                  <a:lnTo>
                    <a:pt x="74485" y="79343"/>
                  </a:lnTo>
                  <a:close/>
                </a:path>
                <a:path w="139065" h="254634">
                  <a:moveTo>
                    <a:pt x="119824" y="202082"/>
                  </a:moveTo>
                  <a:lnTo>
                    <a:pt x="89220" y="229366"/>
                  </a:lnTo>
                  <a:lnTo>
                    <a:pt x="82035" y="230783"/>
                  </a:lnTo>
                  <a:lnTo>
                    <a:pt x="81809" y="230783"/>
                  </a:lnTo>
                  <a:lnTo>
                    <a:pt x="74485" y="231228"/>
                  </a:lnTo>
                  <a:lnTo>
                    <a:pt x="128096" y="231228"/>
                  </a:lnTo>
                  <a:lnTo>
                    <a:pt x="128528" y="230783"/>
                  </a:lnTo>
                  <a:lnTo>
                    <a:pt x="134041" y="223213"/>
                  </a:lnTo>
                  <a:lnTo>
                    <a:pt x="138607" y="214712"/>
                  </a:lnTo>
                  <a:lnTo>
                    <a:pt x="119824" y="202082"/>
                  </a:lnTo>
                  <a:close/>
                </a:path>
                <a:path w="139065" h="254634">
                  <a:moveTo>
                    <a:pt x="127321" y="102336"/>
                  </a:moveTo>
                  <a:lnTo>
                    <a:pt x="74485" y="102336"/>
                  </a:lnTo>
                  <a:lnTo>
                    <a:pt x="85128" y="102984"/>
                  </a:lnTo>
                  <a:lnTo>
                    <a:pt x="82822" y="102984"/>
                  </a:lnTo>
                  <a:lnTo>
                    <a:pt x="115290" y="129539"/>
                  </a:lnTo>
                  <a:lnTo>
                    <a:pt x="136988" y="118529"/>
                  </a:lnTo>
                  <a:lnTo>
                    <a:pt x="132920" y="110331"/>
                  </a:lnTo>
                  <a:lnTo>
                    <a:pt x="127895" y="102984"/>
                  </a:lnTo>
                  <a:lnTo>
                    <a:pt x="127321" y="102336"/>
                  </a:lnTo>
                  <a:close/>
                </a:path>
                <a:path w="139065" h="254634">
                  <a:moveTo>
                    <a:pt x="36271" y="0"/>
                  </a:moveTo>
                  <a:lnTo>
                    <a:pt x="22021" y="10039"/>
                  </a:lnTo>
                  <a:lnTo>
                    <a:pt x="57969" y="56349"/>
                  </a:lnTo>
                  <a:lnTo>
                    <a:pt x="90354" y="56349"/>
                  </a:lnTo>
                  <a:lnTo>
                    <a:pt x="104682" y="37890"/>
                  </a:lnTo>
                  <a:lnTo>
                    <a:pt x="74161" y="37890"/>
                  </a:lnTo>
                  <a:lnTo>
                    <a:pt x="36271" y="0"/>
                  </a:lnTo>
                  <a:close/>
                </a:path>
                <a:path w="139065" h="254634">
                  <a:moveTo>
                    <a:pt x="112052" y="0"/>
                  </a:moveTo>
                  <a:lnTo>
                    <a:pt x="74161" y="37890"/>
                  </a:lnTo>
                  <a:lnTo>
                    <a:pt x="104682" y="37890"/>
                  </a:lnTo>
                  <a:lnTo>
                    <a:pt x="126301" y="10039"/>
                  </a:lnTo>
                  <a:lnTo>
                    <a:pt x="112052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04005" y="6372682"/>
              <a:ext cx="149294" cy="174878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74351" y="6372682"/>
              <a:ext cx="127920" cy="174878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8408171" y="6372682"/>
            <a:ext cx="282575" cy="208915"/>
            <a:chOff x="8408171" y="6372682"/>
            <a:chExt cx="282575" cy="208915"/>
          </a:xfrm>
        </p:grpSpPr>
        <p:pic>
          <p:nvPicPr>
            <p:cNvPr id="107" name="object 10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408171" y="6500279"/>
              <a:ext cx="116262" cy="80962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62323" y="6372682"/>
              <a:ext cx="127920" cy="174878"/>
            </a:xfrm>
            <a:prstGeom prst="rect">
              <a:avLst/>
            </a:prstGeom>
          </p:spPr>
        </p:pic>
      </p:grpSp>
      <p:grpSp>
        <p:nvGrpSpPr>
          <p:cNvPr id="109" name="object 109"/>
          <p:cNvGrpSpPr/>
          <p:nvPr/>
        </p:nvGrpSpPr>
        <p:grpSpPr>
          <a:xfrm>
            <a:off x="8735907" y="6291395"/>
            <a:ext cx="1090295" cy="295910"/>
            <a:chOff x="8735907" y="6291395"/>
            <a:chExt cx="1090295" cy="295910"/>
          </a:xfrm>
        </p:grpSpPr>
        <p:pic>
          <p:nvPicPr>
            <p:cNvPr id="110" name="object 1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35907" y="6304025"/>
              <a:ext cx="137636" cy="239649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8891678" y="6291395"/>
              <a:ext cx="149860" cy="256540"/>
            </a:xfrm>
            <a:custGeom>
              <a:avLst/>
              <a:gdLst/>
              <a:ahLst/>
              <a:cxnLst/>
              <a:rect l="l" t="t" r="r" b="b"/>
              <a:pathLst>
                <a:path w="149859" h="256540">
                  <a:moveTo>
                    <a:pt x="119960" y="103632"/>
                  </a:moveTo>
                  <a:lnTo>
                    <a:pt x="64770" y="103632"/>
                  </a:lnTo>
                  <a:lnTo>
                    <a:pt x="74161" y="104218"/>
                  </a:lnTo>
                  <a:lnTo>
                    <a:pt x="82257" y="105979"/>
                  </a:lnTo>
                  <a:lnTo>
                    <a:pt x="104279" y="140227"/>
                  </a:lnTo>
                  <a:lnTo>
                    <a:pt x="104279" y="156743"/>
                  </a:lnTo>
                  <a:lnTo>
                    <a:pt x="71247" y="156743"/>
                  </a:lnTo>
                  <a:lnTo>
                    <a:pt x="59638" y="157097"/>
                  </a:lnTo>
                  <a:lnTo>
                    <a:pt x="17528" y="169372"/>
                  </a:lnTo>
                  <a:lnTo>
                    <a:pt x="0" y="205644"/>
                  </a:lnTo>
                  <a:lnTo>
                    <a:pt x="733" y="214442"/>
                  </a:lnTo>
                  <a:lnTo>
                    <a:pt x="836" y="215684"/>
                  </a:lnTo>
                  <a:lnTo>
                    <a:pt x="920" y="216696"/>
                  </a:lnTo>
                  <a:lnTo>
                    <a:pt x="22841" y="248514"/>
                  </a:lnTo>
                  <a:lnTo>
                    <a:pt x="56026" y="256165"/>
                  </a:lnTo>
                  <a:lnTo>
                    <a:pt x="64476" y="255669"/>
                  </a:lnTo>
                  <a:lnTo>
                    <a:pt x="99982" y="234143"/>
                  </a:lnTo>
                  <a:lnTo>
                    <a:pt x="50304" y="234143"/>
                  </a:lnTo>
                  <a:lnTo>
                    <a:pt x="42316" y="231876"/>
                  </a:lnTo>
                  <a:lnTo>
                    <a:pt x="30225" y="222808"/>
                  </a:lnTo>
                  <a:lnTo>
                    <a:pt x="27325" y="216696"/>
                  </a:lnTo>
                  <a:lnTo>
                    <a:pt x="27203" y="193230"/>
                  </a:lnTo>
                  <a:lnTo>
                    <a:pt x="30657" y="186969"/>
                  </a:lnTo>
                  <a:lnTo>
                    <a:pt x="69951" y="176174"/>
                  </a:lnTo>
                  <a:lnTo>
                    <a:pt x="130187" y="176174"/>
                  </a:lnTo>
                  <a:lnTo>
                    <a:pt x="130187" y="137636"/>
                  </a:lnTo>
                  <a:lnTo>
                    <a:pt x="129124" y="125087"/>
                  </a:lnTo>
                  <a:lnTo>
                    <a:pt x="125936" y="113995"/>
                  </a:lnTo>
                  <a:lnTo>
                    <a:pt x="120623" y="104360"/>
                  </a:lnTo>
                  <a:lnTo>
                    <a:pt x="119960" y="103632"/>
                  </a:lnTo>
                  <a:close/>
                </a:path>
                <a:path w="149859" h="256540">
                  <a:moveTo>
                    <a:pt x="105575" y="215684"/>
                  </a:moveTo>
                  <a:lnTo>
                    <a:pt x="122199" y="250821"/>
                  </a:lnTo>
                  <a:lnTo>
                    <a:pt x="127812" y="252279"/>
                  </a:lnTo>
                  <a:lnTo>
                    <a:pt x="149294" y="252279"/>
                  </a:lnTo>
                  <a:lnTo>
                    <a:pt x="149294" y="229609"/>
                  </a:lnTo>
                  <a:lnTo>
                    <a:pt x="130187" y="229609"/>
                  </a:lnTo>
                  <a:lnTo>
                    <a:pt x="130187" y="225075"/>
                  </a:lnTo>
                  <a:lnTo>
                    <a:pt x="115614" y="225075"/>
                  </a:lnTo>
                  <a:lnTo>
                    <a:pt x="105575" y="215684"/>
                  </a:lnTo>
                  <a:close/>
                </a:path>
                <a:path w="149859" h="256540">
                  <a:moveTo>
                    <a:pt x="130187" y="176174"/>
                  </a:moveTo>
                  <a:lnTo>
                    <a:pt x="104279" y="176174"/>
                  </a:lnTo>
                  <a:lnTo>
                    <a:pt x="104279" y="209315"/>
                  </a:lnTo>
                  <a:lnTo>
                    <a:pt x="102389" y="214442"/>
                  </a:lnTo>
                  <a:lnTo>
                    <a:pt x="94833" y="223725"/>
                  </a:lnTo>
                  <a:lnTo>
                    <a:pt x="89651" y="227396"/>
                  </a:lnTo>
                  <a:lnTo>
                    <a:pt x="76481" y="232793"/>
                  </a:lnTo>
                  <a:lnTo>
                    <a:pt x="68872" y="234143"/>
                  </a:lnTo>
                  <a:lnTo>
                    <a:pt x="99982" y="234143"/>
                  </a:lnTo>
                  <a:lnTo>
                    <a:pt x="101213" y="232230"/>
                  </a:lnTo>
                  <a:lnTo>
                    <a:pt x="104279" y="225075"/>
                  </a:lnTo>
                  <a:lnTo>
                    <a:pt x="105645" y="225075"/>
                  </a:lnTo>
                  <a:lnTo>
                    <a:pt x="105575" y="215684"/>
                  </a:lnTo>
                  <a:lnTo>
                    <a:pt x="130187" y="215684"/>
                  </a:lnTo>
                  <a:lnTo>
                    <a:pt x="130187" y="176174"/>
                  </a:lnTo>
                  <a:close/>
                </a:path>
                <a:path w="149859" h="256540">
                  <a:moveTo>
                    <a:pt x="130187" y="215684"/>
                  </a:moveTo>
                  <a:lnTo>
                    <a:pt x="105575" y="215684"/>
                  </a:lnTo>
                  <a:lnTo>
                    <a:pt x="115614" y="225075"/>
                  </a:lnTo>
                  <a:lnTo>
                    <a:pt x="130187" y="225075"/>
                  </a:lnTo>
                  <a:lnTo>
                    <a:pt x="130187" y="215684"/>
                  </a:lnTo>
                  <a:close/>
                </a:path>
                <a:path w="149859" h="256540">
                  <a:moveTo>
                    <a:pt x="66065" y="81286"/>
                  </a:moveTo>
                  <a:lnTo>
                    <a:pt x="28498" y="91001"/>
                  </a:lnTo>
                  <a:lnTo>
                    <a:pt x="6800" y="113995"/>
                  </a:lnTo>
                  <a:lnTo>
                    <a:pt x="22345" y="128568"/>
                  </a:lnTo>
                  <a:lnTo>
                    <a:pt x="26879" y="121011"/>
                  </a:lnTo>
                  <a:lnTo>
                    <a:pt x="32600" y="114966"/>
                  </a:lnTo>
                  <a:lnTo>
                    <a:pt x="64770" y="103632"/>
                  </a:lnTo>
                  <a:lnTo>
                    <a:pt x="119960" y="103632"/>
                  </a:lnTo>
                  <a:lnTo>
                    <a:pt x="113184" y="96183"/>
                  </a:lnTo>
                  <a:lnTo>
                    <a:pt x="103864" y="89665"/>
                  </a:lnTo>
                  <a:lnTo>
                    <a:pt x="92904" y="85010"/>
                  </a:lnTo>
                  <a:lnTo>
                    <a:pt x="80304" y="82217"/>
                  </a:lnTo>
                  <a:lnTo>
                    <a:pt x="66065" y="81286"/>
                  </a:lnTo>
                  <a:close/>
                </a:path>
                <a:path w="149859" h="256540">
                  <a:moveTo>
                    <a:pt x="80314" y="0"/>
                  </a:moveTo>
                  <a:lnTo>
                    <a:pt x="52787" y="55054"/>
                  </a:lnTo>
                  <a:lnTo>
                    <a:pt x="69627" y="62826"/>
                  </a:lnTo>
                  <a:lnTo>
                    <a:pt x="103955" y="11334"/>
                  </a:lnTo>
                  <a:lnTo>
                    <a:pt x="80314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077892" y="6304025"/>
              <a:ext cx="305066" cy="243535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9419878" y="6304025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7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75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7" y="216979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495659" y="6372682"/>
              <a:ext cx="150914" cy="174878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9682836" y="6304025"/>
              <a:ext cx="142875" cy="283210"/>
            </a:xfrm>
            <a:custGeom>
              <a:avLst/>
              <a:gdLst/>
              <a:ahLst/>
              <a:cxnLst/>
              <a:rect l="l" t="t" r="r" b="b"/>
              <a:pathLst>
                <a:path w="142875" h="283209">
                  <a:moveTo>
                    <a:pt x="23317" y="0"/>
                  </a:moveTo>
                  <a:lnTo>
                    <a:pt x="0" y="0"/>
                  </a:lnTo>
                  <a:lnTo>
                    <a:pt x="0" y="90678"/>
                  </a:lnTo>
                  <a:lnTo>
                    <a:pt x="23317" y="90678"/>
                  </a:lnTo>
                  <a:lnTo>
                    <a:pt x="23317" y="0"/>
                  </a:lnTo>
                  <a:close/>
                </a:path>
                <a:path w="142875" h="283209">
                  <a:moveTo>
                    <a:pt x="80645" y="0"/>
                  </a:moveTo>
                  <a:lnTo>
                    <a:pt x="57327" y="0"/>
                  </a:lnTo>
                  <a:lnTo>
                    <a:pt x="57327" y="90678"/>
                  </a:lnTo>
                  <a:lnTo>
                    <a:pt x="80645" y="90678"/>
                  </a:lnTo>
                  <a:lnTo>
                    <a:pt x="80645" y="0"/>
                  </a:lnTo>
                  <a:close/>
                </a:path>
                <a:path w="142875" h="283209">
                  <a:moveTo>
                    <a:pt x="142824" y="215252"/>
                  </a:moveTo>
                  <a:lnTo>
                    <a:pt x="141249" y="210667"/>
                  </a:lnTo>
                  <a:lnTo>
                    <a:pt x="134988" y="203542"/>
                  </a:lnTo>
                  <a:lnTo>
                    <a:pt x="129971" y="201764"/>
                  </a:lnTo>
                  <a:lnTo>
                    <a:pt x="123063" y="201764"/>
                  </a:lnTo>
                  <a:lnTo>
                    <a:pt x="116370" y="201764"/>
                  </a:lnTo>
                  <a:lnTo>
                    <a:pt x="111404" y="203542"/>
                  </a:lnTo>
                  <a:lnTo>
                    <a:pt x="104927" y="210667"/>
                  </a:lnTo>
                  <a:lnTo>
                    <a:pt x="103314" y="215252"/>
                  </a:lnTo>
                  <a:lnTo>
                    <a:pt x="103314" y="229717"/>
                  </a:lnTo>
                  <a:lnTo>
                    <a:pt x="104330" y="233387"/>
                  </a:lnTo>
                  <a:lnTo>
                    <a:pt x="108432" y="239433"/>
                  </a:lnTo>
                  <a:lnTo>
                    <a:pt x="111620" y="241490"/>
                  </a:lnTo>
                  <a:lnTo>
                    <a:pt x="115938" y="242570"/>
                  </a:lnTo>
                  <a:lnTo>
                    <a:pt x="114211" y="250126"/>
                  </a:lnTo>
                  <a:lnTo>
                    <a:pt x="111353" y="256984"/>
                  </a:lnTo>
                  <a:lnTo>
                    <a:pt x="103365" y="269290"/>
                  </a:lnTo>
                  <a:lnTo>
                    <a:pt x="98132" y="275818"/>
                  </a:lnTo>
                  <a:lnTo>
                    <a:pt x="91655" y="282727"/>
                  </a:lnTo>
                  <a:lnTo>
                    <a:pt x="113347" y="282727"/>
                  </a:lnTo>
                  <a:lnTo>
                    <a:pt x="138442" y="246659"/>
                  </a:lnTo>
                  <a:lnTo>
                    <a:pt x="142824" y="225399"/>
                  </a:lnTo>
                  <a:lnTo>
                    <a:pt x="142824" y="215252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6" name="object 11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940628" y="6372682"/>
            <a:ext cx="149294" cy="174878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0190964" y="6372682"/>
            <a:ext cx="150914" cy="174878"/>
          </a:xfrm>
          <a:prstGeom prst="rect">
            <a:avLst/>
          </a:prstGeom>
        </p:spPr>
      </p:pic>
      <p:grpSp>
        <p:nvGrpSpPr>
          <p:cNvPr id="118" name="object 118"/>
          <p:cNvGrpSpPr/>
          <p:nvPr/>
        </p:nvGrpSpPr>
        <p:grpSpPr>
          <a:xfrm>
            <a:off x="10444214" y="6304026"/>
            <a:ext cx="665480" cy="243840"/>
            <a:chOff x="10444214" y="6304026"/>
            <a:chExt cx="665480" cy="243840"/>
          </a:xfrm>
        </p:grpSpPr>
        <p:pic>
          <p:nvPicPr>
            <p:cNvPr id="119" name="object 11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444214" y="6376568"/>
              <a:ext cx="128892" cy="167106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611321" y="6304026"/>
              <a:ext cx="130511" cy="239649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782960" y="6372682"/>
              <a:ext cx="150914" cy="174878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965289" y="6304026"/>
              <a:ext cx="144113" cy="243535"/>
            </a:xfrm>
            <a:prstGeom prst="rect">
              <a:avLst/>
            </a:prstGeom>
          </p:spPr>
        </p:pic>
      </p:grpSp>
      <p:grpSp>
        <p:nvGrpSpPr>
          <p:cNvPr id="123" name="object 123"/>
          <p:cNvGrpSpPr/>
          <p:nvPr/>
        </p:nvGrpSpPr>
        <p:grpSpPr>
          <a:xfrm>
            <a:off x="11164455" y="6291395"/>
            <a:ext cx="635000" cy="317500"/>
            <a:chOff x="11164455" y="6291395"/>
            <a:chExt cx="635000" cy="317500"/>
          </a:xfrm>
        </p:grpSpPr>
        <p:pic>
          <p:nvPicPr>
            <p:cNvPr id="124" name="object 1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164455" y="6372682"/>
              <a:ext cx="130511" cy="170992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11323791" y="6291395"/>
              <a:ext cx="151130" cy="317500"/>
            </a:xfrm>
            <a:custGeom>
              <a:avLst/>
              <a:gdLst/>
              <a:ahLst/>
              <a:cxnLst/>
              <a:rect l="l" t="t" r="r" b="b"/>
              <a:pathLst>
                <a:path w="151129" h="317500">
                  <a:moveTo>
                    <a:pt x="25907" y="85172"/>
                  </a:moveTo>
                  <a:lnTo>
                    <a:pt x="0" y="85172"/>
                  </a:lnTo>
                  <a:lnTo>
                    <a:pt x="62503" y="258756"/>
                  </a:lnTo>
                  <a:lnTo>
                    <a:pt x="49872" y="294379"/>
                  </a:lnTo>
                  <a:lnTo>
                    <a:pt x="23641" y="294379"/>
                  </a:lnTo>
                  <a:lnTo>
                    <a:pt x="23641" y="317049"/>
                  </a:lnTo>
                  <a:lnTo>
                    <a:pt x="45123" y="317049"/>
                  </a:lnTo>
                  <a:lnTo>
                    <a:pt x="51600" y="316293"/>
                  </a:lnTo>
                  <a:lnTo>
                    <a:pt x="75780" y="291141"/>
                  </a:lnTo>
                  <a:lnTo>
                    <a:pt x="99423" y="226047"/>
                  </a:lnTo>
                  <a:lnTo>
                    <a:pt x="73837" y="226047"/>
                  </a:lnTo>
                  <a:lnTo>
                    <a:pt x="66065" y="198843"/>
                  </a:lnTo>
                  <a:lnTo>
                    <a:pt x="25907" y="85172"/>
                  </a:lnTo>
                  <a:close/>
                </a:path>
                <a:path w="151129" h="317500">
                  <a:moveTo>
                    <a:pt x="150590" y="85172"/>
                  </a:moveTo>
                  <a:lnTo>
                    <a:pt x="125006" y="85172"/>
                  </a:lnTo>
                  <a:lnTo>
                    <a:pt x="84524" y="198843"/>
                  </a:lnTo>
                  <a:lnTo>
                    <a:pt x="75457" y="226047"/>
                  </a:lnTo>
                  <a:lnTo>
                    <a:pt x="99423" y="226047"/>
                  </a:lnTo>
                  <a:lnTo>
                    <a:pt x="150590" y="85172"/>
                  </a:lnTo>
                  <a:close/>
                </a:path>
                <a:path w="151129" h="317500">
                  <a:moveTo>
                    <a:pt x="88411" y="0"/>
                  </a:moveTo>
                  <a:lnTo>
                    <a:pt x="60883" y="55054"/>
                  </a:lnTo>
                  <a:lnTo>
                    <a:pt x="77724" y="62826"/>
                  </a:lnTo>
                  <a:lnTo>
                    <a:pt x="112052" y="11334"/>
                  </a:lnTo>
                  <a:lnTo>
                    <a:pt x="88411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93487" y="6372682"/>
              <a:ext cx="138607" cy="174878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668690" y="6304025"/>
              <a:ext cx="130511" cy="239649"/>
            </a:xfrm>
            <a:prstGeom prst="rect">
              <a:avLst/>
            </a:prstGeom>
          </p:spPr>
        </p:pic>
      </p:grpSp>
      <p:pic>
        <p:nvPicPr>
          <p:cNvPr id="128" name="object 128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1912225" y="6304026"/>
            <a:ext cx="1879619" cy="243535"/>
          </a:xfrm>
          <a:prstGeom prst="rect">
            <a:avLst/>
          </a:prstGeom>
        </p:spPr>
      </p:pic>
      <p:pic>
        <p:nvPicPr>
          <p:cNvPr id="129" name="object 129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3905839" y="6372682"/>
            <a:ext cx="127927" cy="174878"/>
          </a:xfrm>
          <a:prstGeom prst="rect">
            <a:avLst/>
          </a:prstGeom>
        </p:spPr>
      </p:pic>
      <p:grpSp>
        <p:nvGrpSpPr>
          <p:cNvPr id="130" name="object 130"/>
          <p:cNvGrpSpPr/>
          <p:nvPr/>
        </p:nvGrpSpPr>
        <p:grpSpPr>
          <a:xfrm>
            <a:off x="14079422" y="6372682"/>
            <a:ext cx="417830" cy="175260"/>
            <a:chOff x="14079422" y="6372682"/>
            <a:chExt cx="417830" cy="175260"/>
          </a:xfrm>
        </p:grpSpPr>
        <p:pic>
          <p:nvPicPr>
            <p:cNvPr id="131" name="object 13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4079422" y="6372682"/>
              <a:ext cx="229285" cy="170992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4349843" y="6372682"/>
              <a:ext cx="147345" cy="174878"/>
            </a:xfrm>
            <a:prstGeom prst="rect">
              <a:avLst/>
            </a:prstGeom>
          </p:spPr>
        </p:pic>
      </p:grpSp>
      <p:grpSp>
        <p:nvGrpSpPr>
          <p:cNvPr id="133" name="object 133"/>
          <p:cNvGrpSpPr/>
          <p:nvPr/>
        </p:nvGrpSpPr>
        <p:grpSpPr>
          <a:xfrm>
            <a:off x="14616366" y="6304026"/>
            <a:ext cx="396875" cy="243840"/>
            <a:chOff x="14616366" y="6304026"/>
            <a:chExt cx="396875" cy="243840"/>
          </a:xfrm>
        </p:grpSpPr>
        <p:sp>
          <p:nvSpPr>
            <p:cNvPr id="134" name="object 134"/>
            <p:cNvSpPr/>
            <p:nvPr/>
          </p:nvSpPr>
          <p:spPr>
            <a:xfrm>
              <a:off x="14616366" y="6304026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7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81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7" y="216979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692147" y="6372682"/>
              <a:ext cx="147358" cy="174878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4882253" y="6372682"/>
              <a:ext cx="130505" cy="170992"/>
            </a:xfrm>
            <a:prstGeom prst="rect">
              <a:avLst/>
            </a:prstGeom>
          </p:spPr>
        </p:pic>
      </p:grpSp>
      <p:grpSp>
        <p:nvGrpSpPr>
          <p:cNvPr id="137" name="object 137"/>
          <p:cNvGrpSpPr/>
          <p:nvPr/>
        </p:nvGrpSpPr>
        <p:grpSpPr>
          <a:xfrm>
            <a:off x="978408" y="6760064"/>
            <a:ext cx="1290320" cy="254635"/>
            <a:chOff x="978408" y="6760064"/>
            <a:chExt cx="1290320" cy="254635"/>
          </a:xfrm>
        </p:grpSpPr>
        <p:pic>
          <p:nvPicPr>
            <p:cNvPr id="138" name="object 13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78408" y="6843293"/>
              <a:ext cx="130511" cy="170992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142275" y="6839407"/>
              <a:ext cx="314134" cy="174878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76489" y="6760064"/>
              <a:ext cx="128892" cy="250336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631289" y="6839407"/>
              <a:ext cx="483508" cy="174878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2151710" y="6770751"/>
              <a:ext cx="117475" cy="240029"/>
            </a:xfrm>
            <a:custGeom>
              <a:avLst/>
              <a:gdLst/>
              <a:ahLst/>
              <a:cxnLst/>
              <a:rect l="l" t="t" r="r" b="b"/>
              <a:pathLst>
                <a:path w="117475" h="240029">
                  <a:moveTo>
                    <a:pt x="50520" y="216979"/>
                  </a:moveTo>
                  <a:lnTo>
                    <a:pt x="25908" y="216979"/>
                  </a:lnTo>
                  <a:lnTo>
                    <a:pt x="25908" y="0"/>
                  </a:lnTo>
                  <a:lnTo>
                    <a:pt x="0" y="0"/>
                  </a:lnTo>
                  <a:lnTo>
                    <a:pt x="0" y="220548"/>
                  </a:lnTo>
                  <a:lnTo>
                    <a:pt x="2374" y="226974"/>
                  </a:lnTo>
                  <a:lnTo>
                    <a:pt x="11874" y="237121"/>
                  </a:lnTo>
                  <a:lnTo>
                    <a:pt x="18681" y="239649"/>
                  </a:lnTo>
                  <a:lnTo>
                    <a:pt x="50520" y="239649"/>
                  </a:lnTo>
                  <a:lnTo>
                    <a:pt x="50520" y="216979"/>
                  </a:lnTo>
                  <a:close/>
                </a:path>
                <a:path w="117475" h="240029">
                  <a:moveTo>
                    <a:pt x="113995" y="72542"/>
                  </a:moveTo>
                  <a:lnTo>
                    <a:pt x="88087" y="72542"/>
                  </a:lnTo>
                  <a:lnTo>
                    <a:pt x="88087" y="239649"/>
                  </a:lnTo>
                  <a:lnTo>
                    <a:pt x="113995" y="239649"/>
                  </a:lnTo>
                  <a:lnTo>
                    <a:pt x="113995" y="72542"/>
                  </a:lnTo>
                  <a:close/>
                </a:path>
                <a:path w="117475" h="240029">
                  <a:moveTo>
                    <a:pt x="116903" y="10261"/>
                  </a:moveTo>
                  <a:lnTo>
                    <a:pt x="115671" y="6756"/>
                  </a:lnTo>
                  <a:lnTo>
                    <a:pt x="110705" y="1358"/>
                  </a:lnTo>
                  <a:lnTo>
                    <a:pt x="106654" y="0"/>
                  </a:lnTo>
                  <a:lnTo>
                    <a:pt x="95643" y="0"/>
                  </a:lnTo>
                  <a:lnTo>
                    <a:pt x="91643" y="1358"/>
                  </a:lnTo>
                  <a:lnTo>
                    <a:pt x="86461" y="6756"/>
                  </a:lnTo>
                  <a:lnTo>
                    <a:pt x="85166" y="10261"/>
                  </a:lnTo>
                  <a:lnTo>
                    <a:pt x="85166" y="23101"/>
                  </a:lnTo>
                  <a:lnTo>
                    <a:pt x="86461" y="26619"/>
                  </a:lnTo>
                  <a:lnTo>
                    <a:pt x="91643" y="32016"/>
                  </a:lnTo>
                  <a:lnTo>
                    <a:pt x="95643" y="33362"/>
                  </a:lnTo>
                  <a:lnTo>
                    <a:pt x="106654" y="33362"/>
                  </a:lnTo>
                  <a:lnTo>
                    <a:pt x="110705" y="32016"/>
                  </a:lnTo>
                  <a:lnTo>
                    <a:pt x="115671" y="26619"/>
                  </a:lnTo>
                  <a:lnTo>
                    <a:pt x="116903" y="23101"/>
                  </a:lnTo>
                  <a:lnTo>
                    <a:pt x="116903" y="10261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3" name="object 143"/>
          <p:cNvSpPr/>
          <p:nvPr/>
        </p:nvSpPr>
        <p:spPr>
          <a:xfrm>
            <a:off x="2317526" y="6972509"/>
            <a:ext cx="40005" cy="41910"/>
          </a:xfrm>
          <a:custGeom>
            <a:avLst/>
            <a:gdLst/>
            <a:ahLst/>
            <a:cxnLst/>
            <a:rect l="l" t="t" r="r" b="b"/>
            <a:pathLst>
              <a:path w="40005" h="41909">
                <a:moveTo>
                  <a:pt x="26663" y="0"/>
                </a:moveTo>
                <a:lnTo>
                  <a:pt x="13061" y="0"/>
                </a:lnTo>
                <a:lnTo>
                  <a:pt x="8096" y="1727"/>
                </a:lnTo>
                <a:lnTo>
                  <a:pt x="1619" y="8636"/>
                </a:lnTo>
                <a:lnTo>
                  <a:pt x="0" y="13169"/>
                </a:lnTo>
                <a:lnTo>
                  <a:pt x="0" y="28390"/>
                </a:lnTo>
                <a:lnTo>
                  <a:pt x="1619" y="32870"/>
                </a:lnTo>
                <a:lnTo>
                  <a:pt x="8096" y="39994"/>
                </a:lnTo>
                <a:lnTo>
                  <a:pt x="13061" y="41776"/>
                </a:lnTo>
                <a:lnTo>
                  <a:pt x="19754" y="41776"/>
                </a:lnTo>
                <a:lnTo>
                  <a:pt x="26663" y="41776"/>
                </a:lnTo>
                <a:lnTo>
                  <a:pt x="31683" y="39994"/>
                </a:lnTo>
                <a:lnTo>
                  <a:pt x="37945" y="32870"/>
                </a:lnTo>
                <a:lnTo>
                  <a:pt x="39509" y="28390"/>
                </a:lnTo>
                <a:lnTo>
                  <a:pt x="39509" y="13169"/>
                </a:lnTo>
                <a:lnTo>
                  <a:pt x="37945" y="8636"/>
                </a:lnTo>
                <a:lnTo>
                  <a:pt x="31683" y="1727"/>
                </a:lnTo>
                <a:lnTo>
                  <a:pt x="26663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4" name="object 144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952499" y="590550"/>
            <a:ext cx="95250" cy="95244"/>
          </a:xfrm>
          <a:prstGeom prst="rect">
            <a:avLst/>
          </a:prstGeom>
        </p:spPr>
      </p:pic>
      <p:sp>
        <p:nvSpPr>
          <p:cNvPr id="145" name="object 145"/>
          <p:cNvSpPr txBox="1"/>
          <p:nvPr/>
        </p:nvSpPr>
        <p:spPr>
          <a:xfrm>
            <a:off x="939800" y="420823"/>
            <a:ext cx="12216130" cy="222885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36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07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POLROK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ts val="6450"/>
              </a:lnSpc>
            </a:pPr>
            <a:r>
              <a:rPr sz="6300" spc="80" dirty="0">
                <a:solidFill>
                  <a:srgbClr val="1A1A1A"/>
                </a:solidFill>
                <a:latin typeface="Georgia"/>
                <a:cs typeface="Georgia"/>
              </a:rPr>
              <a:t>Po</a:t>
            </a:r>
            <a:r>
              <a:rPr sz="6300" spc="-24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250" dirty="0">
                <a:solidFill>
                  <a:srgbClr val="1A1A1A"/>
                </a:solidFill>
                <a:latin typeface="Georgia"/>
                <a:cs typeface="Georgia"/>
              </a:rPr>
              <a:t>prvom</a:t>
            </a:r>
            <a:r>
              <a:rPr sz="6300" spc="-23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170" dirty="0">
                <a:solidFill>
                  <a:srgbClr val="1A1A1A"/>
                </a:solidFill>
                <a:latin typeface="Georgia"/>
                <a:cs typeface="Georgia"/>
              </a:rPr>
              <a:t>polroku</a:t>
            </a:r>
            <a:r>
              <a:rPr sz="6300" spc="-23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80" dirty="0">
                <a:solidFill>
                  <a:srgbClr val="1A1A1A"/>
                </a:solidFill>
                <a:latin typeface="Georgia"/>
                <a:cs typeface="Georgia"/>
              </a:rPr>
              <a:t>to</a:t>
            </a:r>
            <a:r>
              <a:rPr sz="6300" spc="-24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150" dirty="0">
                <a:solidFill>
                  <a:srgbClr val="1A1A1A"/>
                </a:solidFill>
                <a:latin typeface="Georgia"/>
                <a:cs typeface="Georgia"/>
              </a:rPr>
              <a:t>bol</a:t>
            </a:r>
            <a:r>
              <a:rPr sz="6300" spc="-23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229" dirty="0">
                <a:solidFill>
                  <a:srgbClr val="1A1A1A"/>
                </a:solidFill>
                <a:latin typeface="Georgia"/>
                <a:cs typeface="Georgia"/>
              </a:rPr>
              <a:t>funkčný </a:t>
            </a:r>
            <a:r>
              <a:rPr sz="6300" spc="155" dirty="0">
                <a:solidFill>
                  <a:srgbClr val="1A1A1A"/>
                </a:solidFill>
                <a:latin typeface="Georgia"/>
                <a:cs typeface="Georgia"/>
              </a:rPr>
              <a:t>editor</a:t>
            </a:r>
            <a:r>
              <a:rPr sz="6300" spc="-24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-490" dirty="0">
                <a:solidFill>
                  <a:srgbClr val="1A1A1A"/>
                </a:solidFill>
                <a:latin typeface="Georgia"/>
                <a:cs typeface="Georgia"/>
              </a:rPr>
              <a:t>—</a:t>
            </a:r>
            <a:r>
              <a:rPr sz="6300" spc="-24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200" dirty="0">
                <a:solidFill>
                  <a:srgbClr val="1A1A1A"/>
                </a:solidFill>
                <a:latin typeface="Georgia"/>
                <a:cs typeface="Georgia"/>
              </a:rPr>
              <a:t>ale</a:t>
            </a:r>
            <a:r>
              <a:rPr sz="6300" spc="-23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225" dirty="0">
                <a:solidFill>
                  <a:srgbClr val="1A1A1A"/>
                </a:solidFill>
                <a:latin typeface="Georgia"/>
                <a:cs typeface="Georgia"/>
              </a:rPr>
              <a:t>ešte</a:t>
            </a:r>
            <a:r>
              <a:rPr sz="6300" spc="-24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114" dirty="0">
                <a:solidFill>
                  <a:srgbClr val="1A1A1A"/>
                </a:solidFill>
                <a:latin typeface="Georgia"/>
                <a:cs typeface="Georgia"/>
              </a:rPr>
              <a:t>hrubý.</a:t>
            </a:r>
            <a:endParaRPr sz="6300">
              <a:latin typeface="Georgia"/>
              <a:cs typeface="Georgi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939800" y="9636125"/>
            <a:ext cx="2942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07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8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STAV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PO</a:t>
            </a:r>
            <a:r>
              <a:rPr sz="1800" spc="18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POLROKU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9800" y="949325"/>
            <a:ext cx="287845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1820" algn="l"/>
                <a:tab pos="1750695" algn="l"/>
              </a:tabLst>
            </a:pP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/</a:t>
            </a:r>
            <a:r>
              <a:rPr sz="1950" spc="-81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C4683A"/>
                </a:solidFill>
                <a:latin typeface="Courier New"/>
                <a:cs typeface="Courier New"/>
              </a:rPr>
              <a:t>/</a:t>
            </a:r>
            <a:r>
              <a:rPr sz="1950" dirty="0">
                <a:solidFill>
                  <a:srgbClr val="C4683A"/>
                </a:solidFill>
                <a:latin typeface="Courier New"/>
                <a:cs typeface="Courier New"/>
              </a:rPr>
              <a:t>	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d</a:t>
            </a:r>
            <a:r>
              <a:rPr sz="1950" spc="-81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r</a:t>
            </a:r>
            <a:r>
              <a:rPr sz="1950" spc="-81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u</a:t>
            </a:r>
            <a:r>
              <a:rPr sz="1950" spc="-81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h</a:t>
            </a:r>
            <a:r>
              <a:rPr sz="1950" spc="-81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C4683A"/>
                </a:solidFill>
                <a:latin typeface="Courier New"/>
                <a:cs typeface="Courier New"/>
              </a:rPr>
              <a:t>ý</a:t>
            </a:r>
            <a:r>
              <a:rPr sz="1950" dirty="0">
                <a:solidFill>
                  <a:srgbClr val="C4683A"/>
                </a:solidFill>
                <a:latin typeface="Courier New"/>
                <a:cs typeface="Courier New"/>
              </a:rPr>
              <a:t>	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p</a:t>
            </a:r>
            <a:r>
              <a:rPr sz="1950" spc="-81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o</a:t>
            </a:r>
            <a:r>
              <a:rPr sz="1950" spc="-81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l</a:t>
            </a:r>
            <a:r>
              <a:rPr sz="1950" spc="-81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r</a:t>
            </a:r>
            <a:r>
              <a:rPr sz="1950" spc="-81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o</a:t>
            </a:r>
            <a:r>
              <a:rPr sz="1950" spc="-81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C4683A"/>
                </a:solidFill>
                <a:latin typeface="Courier New"/>
                <a:cs typeface="Courier New"/>
              </a:rPr>
              <a:t>k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9800" y="4635500"/>
            <a:ext cx="10917555" cy="4835525"/>
          </a:xfrm>
          <a:prstGeom prst="rect">
            <a:avLst/>
          </a:prstGeom>
        </p:spPr>
        <p:txBody>
          <a:bodyPr vert="horz" wrap="square" lIns="0" tIns="347980" rIns="0" bIns="0" rtlCol="0">
            <a:spAutoFit/>
          </a:bodyPr>
          <a:lstStyle/>
          <a:p>
            <a:pPr marL="12700" marR="5080">
              <a:lnSpc>
                <a:spcPts val="11700"/>
              </a:lnSpc>
              <a:spcBef>
                <a:spcPts val="2740"/>
              </a:spcBef>
            </a:pPr>
            <a:r>
              <a:rPr sz="12000" spc="-125" dirty="0">
                <a:solidFill>
                  <a:srgbClr val="F1ECE1"/>
                </a:solidFill>
                <a:latin typeface="Georgia"/>
                <a:cs typeface="Georgia"/>
              </a:rPr>
              <a:t>Od</a:t>
            </a:r>
            <a:r>
              <a:rPr sz="12000" spc="-590" dirty="0">
                <a:solidFill>
                  <a:srgbClr val="F1ECE1"/>
                </a:solidFill>
                <a:latin typeface="Georgia"/>
                <a:cs typeface="Georgia"/>
              </a:rPr>
              <a:t> </a:t>
            </a:r>
            <a:r>
              <a:rPr sz="12000" spc="220" dirty="0">
                <a:solidFill>
                  <a:srgbClr val="F1ECE1"/>
                </a:solidFill>
                <a:latin typeface="Georgia"/>
                <a:cs typeface="Georgia"/>
              </a:rPr>
              <a:t>januára</a:t>
            </a:r>
            <a:r>
              <a:rPr sz="12000" spc="-585" dirty="0">
                <a:solidFill>
                  <a:srgbClr val="F1ECE1"/>
                </a:solidFill>
                <a:latin typeface="Georgia"/>
                <a:cs typeface="Georgia"/>
              </a:rPr>
              <a:t> </a:t>
            </a:r>
            <a:r>
              <a:rPr sz="12000" spc="495" dirty="0">
                <a:solidFill>
                  <a:srgbClr val="F1ECE1"/>
                </a:solidFill>
                <a:latin typeface="Georgia"/>
                <a:cs typeface="Georgia"/>
              </a:rPr>
              <a:t>sme </a:t>
            </a:r>
            <a:r>
              <a:rPr sz="12000" spc="150" dirty="0">
                <a:solidFill>
                  <a:srgbClr val="F1ECE1"/>
                </a:solidFill>
                <a:latin typeface="Georgia"/>
                <a:cs typeface="Georgia"/>
              </a:rPr>
              <a:t>rie</a:t>
            </a:r>
            <a:r>
              <a:rPr sz="12000" i="1" spc="150" dirty="0">
                <a:solidFill>
                  <a:srgbClr val="F1ECE1"/>
                </a:solidFill>
                <a:latin typeface="Georgia"/>
                <a:cs typeface="Georgia"/>
              </a:rPr>
              <a:t>š</a:t>
            </a:r>
            <a:r>
              <a:rPr sz="12000" spc="150" dirty="0">
                <a:solidFill>
                  <a:srgbClr val="F1ECE1"/>
                </a:solidFill>
                <a:latin typeface="Georgia"/>
                <a:cs typeface="Georgia"/>
              </a:rPr>
              <a:t>ili</a:t>
            </a:r>
            <a:r>
              <a:rPr sz="12000" spc="-565" dirty="0">
                <a:solidFill>
                  <a:srgbClr val="F1ECE1"/>
                </a:solidFill>
                <a:latin typeface="Georgia"/>
                <a:cs typeface="Georgia"/>
              </a:rPr>
              <a:t> </a:t>
            </a:r>
            <a:r>
              <a:rPr sz="12000" spc="260" dirty="0">
                <a:solidFill>
                  <a:srgbClr val="F1ECE1"/>
                </a:solidFill>
                <a:latin typeface="Georgia"/>
                <a:cs typeface="Georgia"/>
              </a:rPr>
              <a:t>bugy</a:t>
            </a:r>
            <a:endParaRPr sz="12000">
              <a:latin typeface="Georgia"/>
              <a:cs typeface="Georgia"/>
            </a:endParaRPr>
          </a:p>
          <a:p>
            <a:pPr marL="12700">
              <a:lnSpc>
                <a:spcPts val="11835"/>
              </a:lnSpc>
            </a:pPr>
            <a:r>
              <a:rPr sz="12000" spc="480" dirty="0">
                <a:solidFill>
                  <a:srgbClr val="F1ECE1"/>
                </a:solidFill>
                <a:latin typeface="Georgia"/>
                <a:cs typeface="Georgia"/>
              </a:rPr>
              <a:t>a</a:t>
            </a:r>
            <a:r>
              <a:rPr sz="12000" spc="-595" dirty="0">
                <a:solidFill>
                  <a:srgbClr val="F1ECE1"/>
                </a:solidFill>
                <a:latin typeface="Georgia"/>
                <a:cs typeface="Georgia"/>
              </a:rPr>
              <a:t> </a:t>
            </a:r>
            <a:r>
              <a:rPr sz="12000" spc="120" dirty="0">
                <a:solidFill>
                  <a:srgbClr val="F1ECE1"/>
                </a:solidFill>
                <a:latin typeface="Georgia"/>
                <a:cs typeface="Georgia"/>
              </a:rPr>
              <a:t>funkcionalitu.</a:t>
            </a:r>
            <a:endParaRPr sz="1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1055"/>
              </a:spcBef>
            </a:pPr>
            <a:r>
              <a:rPr spc="85" dirty="0"/>
              <a:t>Prehľad</a:t>
            </a:r>
            <a:r>
              <a:rPr spc="-200" dirty="0"/>
              <a:t> </a:t>
            </a:r>
            <a:r>
              <a:rPr spc="220" dirty="0"/>
              <a:t>zmien</a:t>
            </a:r>
            <a:r>
              <a:rPr spc="-195" dirty="0"/>
              <a:t> </a:t>
            </a:r>
            <a:r>
              <a:rPr spc="215" dirty="0"/>
              <a:t>medzi</a:t>
            </a:r>
            <a:r>
              <a:rPr spc="-195" dirty="0"/>
              <a:t> </a:t>
            </a:r>
            <a:r>
              <a:rPr spc="155" dirty="0"/>
              <a:t>polročnou</a:t>
            </a:r>
            <a:r>
              <a:rPr spc="-195" dirty="0"/>
              <a:t> </a:t>
            </a:r>
            <a:r>
              <a:rPr spc="229" dirty="0"/>
              <a:t>a</a:t>
            </a:r>
            <a:r>
              <a:rPr spc="-195" dirty="0"/>
              <a:t> </a:t>
            </a:r>
            <a:r>
              <a:rPr spc="125" dirty="0"/>
              <a:t>finálnou </a:t>
            </a:r>
            <a:r>
              <a:rPr spc="135" dirty="0"/>
              <a:t>verziou.</a:t>
            </a:r>
          </a:p>
        </p:txBody>
      </p:sp>
      <p:sp>
        <p:nvSpPr>
          <p:cNvPr id="3" name="object 3"/>
          <p:cNvSpPr/>
          <p:nvPr/>
        </p:nvSpPr>
        <p:spPr>
          <a:xfrm>
            <a:off x="952500" y="2771775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2500" y="3810000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2500" y="4848225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500" y="5876925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2500" y="6915150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2500" y="7962900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2500" y="8991600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9800" y="2978150"/>
            <a:ext cx="16440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4683A"/>
                </a:solidFill>
                <a:latin typeface="Courier New"/>
                <a:cs typeface="Courier New"/>
              </a:rPr>
              <a:t>+</a:t>
            </a:r>
            <a:r>
              <a:rPr sz="1800" spc="43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800" spc="175" dirty="0">
                <a:solidFill>
                  <a:srgbClr val="C4683A"/>
                </a:solidFill>
                <a:latin typeface="Courier New"/>
                <a:cs typeface="Courier New"/>
              </a:rPr>
              <a:t>NÁSTROJE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8268" y="3011690"/>
            <a:ext cx="1507120" cy="2109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8599" y="3011690"/>
            <a:ext cx="1647672" cy="21095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62186" y="3386785"/>
            <a:ext cx="1075413" cy="17830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512311" y="3393185"/>
            <a:ext cx="543560" cy="215265"/>
            <a:chOff x="4512311" y="3393185"/>
            <a:chExt cx="543560" cy="21526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2311" y="3442538"/>
              <a:ext cx="97723" cy="1655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34256" y="3442538"/>
              <a:ext cx="102434" cy="12255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60911" y="3393185"/>
              <a:ext cx="97722" cy="1719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01105" y="3393185"/>
              <a:ext cx="154241" cy="171907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136333" y="3393185"/>
            <a:ext cx="475615" cy="172085"/>
            <a:chOff x="5136333" y="3393185"/>
            <a:chExt cx="475615" cy="172085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36333" y="3393185"/>
              <a:ext cx="97722" cy="17190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58277" y="3442538"/>
              <a:ext cx="102434" cy="12255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23490" y="3445281"/>
              <a:ext cx="87943" cy="11981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84932" y="3393185"/>
              <a:ext cx="97723" cy="171907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5689008" y="3393185"/>
            <a:ext cx="69850" cy="203835"/>
          </a:xfrm>
          <a:custGeom>
            <a:avLst/>
            <a:gdLst/>
            <a:ahLst/>
            <a:cxnLst/>
            <a:rect l="l" t="t" r="r" b="b"/>
            <a:pathLst>
              <a:path w="69850" h="203835">
                <a:moveTo>
                  <a:pt x="69451" y="0"/>
                </a:moveTo>
                <a:lnTo>
                  <a:pt x="57617" y="0"/>
                </a:lnTo>
                <a:lnTo>
                  <a:pt x="0" y="203682"/>
                </a:lnTo>
                <a:lnTo>
                  <a:pt x="11833" y="203682"/>
                </a:lnTo>
                <a:lnTo>
                  <a:pt x="69451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5843079" y="3393185"/>
            <a:ext cx="821690" cy="215265"/>
            <a:chOff x="5843079" y="3393185"/>
            <a:chExt cx="821690" cy="215265"/>
          </a:xfrm>
        </p:grpSpPr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43079" y="3442538"/>
              <a:ext cx="97722" cy="16553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74321" y="3394785"/>
              <a:ext cx="97155" cy="167640"/>
            </a:xfrm>
            <a:custGeom>
              <a:avLst/>
              <a:gdLst/>
              <a:ahLst/>
              <a:cxnLst/>
              <a:rect l="l" t="t" r="r" b="b"/>
              <a:pathLst>
                <a:path w="97154" h="167639">
                  <a:moveTo>
                    <a:pt x="56845" y="50495"/>
                  </a:moveTo>
                  <a:lnTo>
                    <a:pt x="42227" y="50495"/>
                  </a:lnTo>
                  <a:lnTo>
                    <a:pt x="36601" y="51485"/>
                  </a:lnTo>
                  <a:lnTo>
                    <a:pt x="14008" y="71513"/>
                  </a:lnTo>
                  <a:lnTo>
                    <a:pt x="13042" y="71513"/>
                  </a:lnTo>
                  <a:lnTo>
                    <a:pt x="13042" y="50495"/>
                  </a:lnTo>
                  <a:lnTo>
                    <a:pt x="0" y="50495"/>
                  </a:lnTo>
                  <a:lnTo>
                    <a:pt x="0" y="167563"/>
                  </a:lnTo>
                  <a:lnTo>
                    <a:pt x="13042" y="167563"/>
                  </a:lnTo>
                  <a:lnTo>
                    <a:pt x="13042" y="82537"/>
                  </a:lnTo>
                  <a:lnTo>
                    <a:pt x="14478" y="78181"/>
                  </a:lnTo>
                  <a:lnTo>
                    <a:pt x="20218" y="71031"/>
                  </a:lnTo>
                  <a:lnTo>
                    <a:pt x="24168" y="68262"/>
                  </a:lnTo>
                  <a:lnTo>
                    <a:pt x="34213" y="64338"/>
                  </a:lnTo>
                  <a:lnTo>
                    <a:pt x="39941" y="63360"/>
                  </a:lnTo>
                  <a:lnTo>
                    <a:pt x="56845" y="63360"/>
                  </a:lnTo>
                  <a:lnTo>
                    <a:pt x="56845" y="50495"/>
                  </a:lnTo>
                  <a:close/>
                </a:path>
                <a:path w="97154" h="167639">
                  <a:moveTo>
                    <a:pt x="94627" y="50495"/>
                  </a:moveTo>
                  <a:lnTo>
                    <a:pt x="81584" y="50495"/>
                  </a:lnTo>
                  <a:lnTo>
                    <a:pt x="81584" y="167563"/>
                  </a:lnTo>
                  <a:lnTo>
                    <a:pt x="94627" y="167563"/>
                  </a:lnTo>
                  <a:lnTo>
                    <a:pt x="94627" y="50495"/>
                  </a:lnTo>
                  <a:close/>
                </a:path>
                <a:path w="97154" h="167639">
                  <a:moveTo>
                    <a:pt x="96951" y="5816"/>
                  </a:moveTo>
                  <a:lnTo>
                    <a:pt x="96266" y="3873"/>
                  </a:lnTo>
                  <a:lnTo>
                    <a:pt x="93535" y="774"/>
                  </a:lnTo>
                  <a:lnTo>
                    <a:pt x="91249" y="0"/>
                  </a:lnTo>
                  <a:lnTo>
                    <a:pt x="84963" y="0"/>
                  </a:lnTo>
                  <a:lnTo>
                    <a:pt x="82715" y="774"/>
                  </a:lnTo>
                  <a:lnTo>
                    <a:pt x="79883" y="3873"/>
                  </a:lnTo>
                  <a:lnTo>
                    <a:pt x="79171" y="5816"/>
                  </a:lnTo>
                  <a:lnTo>
                    <a:pt x="79171" y="12928"/>
                  </a:lnTo>
                  <a:lnTo>
                    <a:pt x="79883" y="14871"/>
                  </a:lnTo>
                  <a:lnTo>
                    <a:pt x="82715" y="17970"/>
                  </a:lnTo>
                  <a:lnTo>
                    <a:pt x="84963" y="18745"/>
                  </a:lnTo>
                  <a:lnTo>
                    <a:pt x="91249" y="18745"/>
                  </a:lnTo>
                  <a:lnTo>
                    <a:pt x="93535" y="17970"/>
                  </a:lnTo>
                  <a:lnTo>
                    <a:pt x="96266" y="14871"/>
                  </a:lnTo>
                  <a:lnTo>
                    <a:pt x="96951" y="12928"/>
                  </a:lnTo>
                  <a:lnTo>
                    <a:pt x="96951" y="581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32113" y="3442538"/>
              <a:ext cx="159269" cy="11981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01733" y="3442538"/>
              <a:ext cx="103342" cy="12255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32214" y="3393185"/>
              <a:ext cx="232095" cy="214884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748905" y="3387928"/>
            <a:ext cx="897685" cy="206071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7740494" y="3394786"/>
            <a:ext cx="975994" cy="213360"/>
            <a:chOff x="7740494" y="3394786"/>
            <a:chExt cx="975994" cy="213360"/>
          </a:xfrm>
        </p:grpSpPr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740494" y="3442538"/>
              <a:ext cx="97722" cy="16553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62440" y="3442538"/>
              <a:ext cx="102434" cy="12255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986162" y="3442538"/>
              <a:ext cx="86649" cy="12255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05503" y="3445281"/>
              <a:ext cx="87943" cy="11981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35866" y="3442538"/>
              <a:ext cx="87947" cy="11981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363057" y="3445281"/>
              <a:ext cx="87942" cy="11981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478926" y="3394785"/>
              <a:ext cx="106680" cy="167640"/>
            </a:xfrm>
            <a:custGeom>
              <a:avLst/>
              <a:gdLst/>
              <a:ahLst/>
              <a:cxnLst/>
              <a:rect l="l" t="t" r="r" b="b"/>
              <a:pathLst>
                <a:path w="106679" h="167639">
                  <a:moveTo>
                    <a:pt x="59905" y="50495"/>
                  </a:moveTo>
                  <a:lnTo>
                    <a:pt x="33362" y="50495"/>
                  </a:lnTo>
                  <a:lnTo>
                    <a:pt x="33362" y="17716"/>
                  </a:lnTo>
                  <a:lnTo>
                    <a:pt x="21437" y="17716"/>
                  </a:lnTo>
                  <a:lnTo>
                    <a:pt x="21437" y="44907"/>
                  </a:lnTo>
                  <a:lnTo>
                    <a:pt x="20866" y="47167"/>
                  </a:lnTo>
                  <a:lnTo>
                    <a:pt x="18554" y="49834"/>
                  </a:lnTo>
                  <a:lnTo>
                    <a:pt x="16357" y="50495"/>
                  </a:lnTo>
                  <a:lnTo>
                    <a:pt x="0" y="50495"/>
                  </a:lnTo>
                  <a:lnTo>
                    <a:pt x="0" y="61963"/>
                  </a:lnTo>
                  <a:lnTo>
                    <a:pt x="20320" y="61963"/>
                  </a:lnTo>
                  <a:lnTo>
                    <a:pt x="20320" y="157454"/>
                  </a:lnTo>
                  <a:lnTo>
                    <a:pt x="21551" y="160947"/>
                  </a:lnTo>
                  <a:lnTo>
                    <a:pt x="26479" y="166243"/>
                  </a:lnTo>
                  <a:lnTo>
                    <a:pt x="30060" y="167563"/>
                  </a:lnTo>
                  <a:lnTo>
                    <a:pt x="58077" y="167563"/>
                  </a:lnTo>
                  <a:lnTo>
                    <a:pt x="58077" y="156108"/>
                  </a:lnTo>
                  <a:lnTo>
                    <a:pt x="33362" y="156108"/>
                  </a:lnTo>
                  <a:lnTo>
                    <a:pt x="33362" y="61963"/>
                  </a:lnTo>
                  <a:lnTo>
                    <a:pt x="59905" y="61963"/>
                  </a:lnTo>
                  <a:lnTo>
                    <a:pt x="59905" y="50495"/>
                  </a:lnTo>
                  <a:close/>
                </a:path>
                <a:path w="106679" h="167639">
                  <a:moveTo>
                    <a:pt x="104114" y="50495"/>
                  </a:moveTo>
                  <a:lnTo>
                    <a:pt x="91084" y="50495"/>
                  </a:lnTo>
                  <a:lnTo>
                    <a:pt x="91084" y="167563"/>
                  </a:lnTo>
                  <a:lnTo>
                    <a:pt x="104114" y="167563"/>
                  </a:lnTo>
                  <a:lnTo>
                    <a:pt x="104114" y="50495"/>
                  </a:lnTo>
                  <a:close/>
                </a:path>
                <a:path w="106679" h="167639">
                  <a:moveTo>
                    <a:pt x="106438" y="5816"/>
                  </a:moveTo>
                  <a:lnTo>
                    <a:pt x="105752" y="3873"/>
                  </a:lnTo>
                  <a:lnTo>
                    <a:pt x="103022" y="774"/>
                  </a:lnTo>
                  <a:lnTo>
                    <a:pt x="100749" y="0"/>
                  </a:lnTo>
                  <a:lnTo>
                    <a:pt x="94462" y="0"/>
                  </a:lnTo>
                  <a:lnTo>
                    <a:pt x="92202" y="774"/>
                  </a:lnTo>
                  <a:lnTo>
                    <a:pt x="89369" y="3873"/>
                  </a:lnTo>
                  <a:lnTo>
                    <a:pt x="88671" y="5816"/>
                  </a:lnTo>
                  <a:lnTo>
                    <a:pt x="88671" y="12928"/>
                  </a:lnTo>
                  <a:lnTo>
                    <a:pt x="89369" y="14871"/>
                  </a:lnTo>
                  <a:lnTo>
                    <a:pt x="92202" y="17970"/>
                  </a:lnTo>
                  <a:lnTo>
                    <a:pt x="94462" y="18745"/>
                  </a:lnTo>
                  <a:lnTo>
                    <a:pt x="100749" y="18745"/>
                  </a:lnTo>
                  <a:lnTo>
                    <a:pt x="103022" y="17970"/>
                  </a:lnTo>
                  <a:lnTo>
                    <a:pt x="105752" y="14871"/>
                  </a:lnTo>
                  <a:lnTo>
                    <a:pt x="106438" y="12928"/>
                  </a:lnTo>
                  <a:lnTo>
                    <a:pt x="106438" y="581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616270" y="3442538"/>
              <a:ext cx="100170" cy="122554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8787025" y="3393185"/>
            <a:ext cx="991869" cy="201295"/>
            <a:chOff x="8787025" y="3393185"/>
            <a:chExt cx="991869" cy="201295"/>
          </a:xfrm>
        </p:grpSpPr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787025" y="3442538"/>
              <a:ext cx="214792" cy="12255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034927" y="3393185"/>
              <a:ext cx="160752" cy="16916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216546" y="3442538"/>
              <a:ext cx="102434" cy="12255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352090" y="3442538"/>
              <a:ext cx="174011" cy="12255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559212" y="3442538"/>
              <a:ext cx="159269" cy="11981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748088" y="3541297"/>
              <a:ext cx="31115" cy="52705"/>
            </a:xfrm>
            <a:custGeom>
              <a:avLst/>
              <a:gdLst/>
              <a:ahLst/>
              <a:cxnLst/>
              <a:rect l="l" t="t" r="r" b="b"/>
              <a:pathLst>
                <a:path w="31115" h="52704">
                  <a:moveTo>
                    <a:pt x="23580" y="0"/>
                  </a:moveTo>
                  <a:lnTo>
                    <a:pt x="19770" y="0"/>
                  </a:lnTo>
                  <a:lnTo>
                    <a:pt x="15995" y="0"/>
                  </a:lnTo>
                  <a:lnTo>
                    <a:pt x="13216" y="990"/>
                  </a:lnTo>
                  <a:lnTo>
                    <a:pt x="9653" y="4952"/>
                  </a:lnTo>
                  <a:lnTo>
                    <a:pt x="8761" y="7479"/>
                  </a:lnTo>
                  <a:lnTo>
                    <a:pt x="8761" y="15704"/>
                  </a:lnTo>
                  <a:lnTo>
                    <a:pt x="9411" y="17760"/>
                  </a:lnTo>
                  <a:lnTo>
                    <a:pt x="12011" y="21197"/>
                  </a:lnTo>
                  <a:lnTo>
                    <a:pt x="14126" y="22288"/>
                  </a:lnTo>
                  <a:lnTo>
                    <a:pt x="17056" y="22753"/>
                  </a:lnTo>
                  <a:lnTo>
                    <a:pt x="16134" y="27672"/>
                  </a:lnTo>
                  <a:lnTo>
                    <a:pt x="14321" y="32585"/>
                  </a:lnTo>
                  <a:lnTo>
                    <a:pt x="8919" y="42398"/>
                  </a:lnTo>
                  <a:lnTo>
                    <a:pt x="5045" y="47468"/>
                  </a:lnTo>
                  <a:lnTo>
                    <a:pt x="0" y="52702"/>
                  </a:lnTo>
                  <a:lnTo>
                    <a:pt x="11043" y="52702"/>
                  </a:lnTo>
                  <a:lnTo>
                    <a:pt x="16944" y="47478"/>
                  </a:lnTo>
                  <a:lnTo>
                    <a:pt x="21680" y="41189"/>
                  </a:lnTo>
                  <a:lnTo>
                    <a:pt x="28818" y="26483"/>
                  </a:lnTo>
                  <a:lnTo>
                    <a:pt x="30603" y="19728"/>
                  </a:lnTo>
                  <a:lnTo>
                    <a:pt x="30603" y="7479"/>
                  </a:lnTo>
                  <a:lnTo>
                    <a:pt x="29751" y="4952"/>
                  </a:lnTo>
                  <a:lnTo>
                    <a:pt x="26338" y="990"/>
                  </a:lnTo>
                  <a:lnTo>
                    <a:pt x="2358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872596" y="3391585"/>
            <a:ext cx="1231070" cy="173507"/>
          </a:xfrm>
          <a:prstGeom prst="rect">
            <a:avLst/>
          </a:prstGeom>
        </p:spPr>
      </p:pic>
      <p:sp>
        <p:nvSpPr>
          <p:cNvPr id="49" name="object 49"/>
          <p:cNvSpPr/>
          <p:nvPr/>
        </p:nvSpPr>
        <p:spPr>
          <a:xfrm>
            <a:off x="11165399" y="3486658"/>
            <a:ext cx="161925" cy="12700"/>
          </a:xfrm>
          <a:custGeom>
            <a:avLst/>
            <a:gdLst/>
            <a:ahLst/>
            <a:cxnLst/>
            <a:rect l="l" t="t" r="r" b="b"/>
            <a:pathLst>
              <a:path w="161925" h="12700">
                <a:moveTo>
                  <a:pt x="161848" y="0"/>
                </a:moveTo>
                <a:lnTo>
                  <a:pt x="0" y="0"/>
                </a:lnTo>
                <a:lnTo>
                  <a:pt x="0" y="12216"/>
                </a:lnTo>
                <a:lnTo>
                  <a:pt x="161848" y="12216"/>
                </a:lnTo>
                <a:lnTo>
                  <a:pt x="161848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0" name="object 50"/>
          <p:cNvGrpSpPr/>
          <p:nvPr/>
        </p:nvGrpSpPr>
        <p:grpSpPr>
          <a:xfrm>
            <a:off x="11401328" y="3386785"/>
            <a:ext cx="387985" cy="221615"/>
            <a:chOff x="11401328" y="3386785"/>
            <a:chExt cx="387985" cy="221615"/>
          </a:xfrm>
        </p:grpSpPr>
        <p:pic>
          <p:nvPicPr>
            <p:cNvPr id="51" name="object 5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401328" y="3442538"/>
              <a:ext cx="212111" cy="12255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646549" y="3386785"/>
              <a:ext cx="142643" cy="221284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11868858" y="3386785"/>
            <a:ext cx="447040" cy="221615"/>
            <a:chOff x="11868858" y="3386785"/>
            <a:chExt cx="447040" cy="221615"/>
          </a:xfrm>
        </p:grpSpPr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868858" y="3442538"/>
              <a:ext cx="87946" cy="11981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988327" y="3386785"/>
              <a:ext cx="327070" cy="221284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12395062" y="3393185"/>
            <a:ext cx="617855" cy="172085"/>
            <a:chOff x="12395062" y="3393185"/>
            <a:chExt cx="617855" cy="172085"/>
          </a:xfrm>
        </p:grpSpPr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395062" y="3442538"/>
              <a:ext cx="159269" cy="119811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585856" y="3442538"/>
              <a:ext cx="102434" cy="12255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2712509" y="3393185"/>
              <a:ext cx="97726" cy="17190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2851066" y="3445281"/>
              <a:ext cx="87947" cy="11981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2981431" y="3393185"/>
              <a:ext cx="31750" cy="169545"/>
            </a:xfrm>
            <a:custGeom>
              <a:avLst/>
              <a:gdLst/>
              <a:ahLst/>
              <a:cxnLst/>
              <a:rect l="l" t="t" r="r" b="b"/>
              <a:pathLst>
                <a:path w="31750" h="169545">
                  <a:moveTo>
                    <a:pt x="13042" y="0"/>
                  </a:moveTo>
                  <a:lnTo>
                    <a:pt x="0" y="0"/>
                  </a:lnTo>
                  <a:lnTo>
                    <a:pt x="0" y="159235"/>
                  </a:lnTo>
                  <a:lnTo>
                    <a:pt x="1231" y="162656"/>
                  </a:lnTo>
                  <a:lnTo>
                    <a:pt x="6159" y="167862"/>
                  </a:lnTo>
                  <a:lnTo>
                    <a:pt x="9740" y="169164"/>
                  </a:lnTo>
                  <a:lnTo>
                    <a:pt x="31216" y="169164"/>
                  </a:lnTo>
                  <a:lnTo>
                    <a:pt x="31216" y="157698"/>
                  </a:lnTo>
                  <a:lnTo>
                    <a:pt x="13042" y="157698"/>
                  </a:lnTo>
                  <a:lnTo>
                    <a:pt x="13042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3061847" y="3321050"/>
            <a:ext cx="33293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4" dirty="0">
                <a:solidFill>
                  <a:srgbClr val="8A857C"/>
                </a:solidFill>
                <a:latin typeface="Cambria"/>
                <a:cs typeface="Cambria"/>
              </a:rPr>
              <a:t>tools/</a:t>
            </a:r>
            <a:r>
              <a:rPr lang="en-US" sz="1800" spc="254" dirty="0" err="1">
                <a:solidFill>
                  <a:srgbClr val="8A857C"/>
                </a:solidFill>
                <a:latin typeface="Cambria"/>
                <a:cs typeface="Cambria"/>
              </a:rPr>
              <a:t>utils</a:t>
            </a:r>
            <a:r>
              <a:rPr sz="1800" spc="254" dirty="0" err="1">
                <a:solidFill>
                  <a:srgbClr val="8A857C"/>
                </a:solidFill>
                <a:latin typeface="Cambria"/>
                <a:cs typeface="Cambria"/>
              </a:rPr>
              <a:t>.py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6396385" y="3541297"/>
            <a:ext cx="22225" cy="23495"/>
          </a:xfrm>
          <a:custGeom>
            <a:avLst/>
            <a:gdLst/>
            <a:ahLst/>
            <a:cxnLst/>
            <a:rect l="l" t="t" r="r" b="b"/>
            <a:pathLst>
              <a:path w="22225" h="23495">
                <a:moveTo>
                  <a:pt x="14731" y="0"/>
                </a:moveTo>
                <a:lnTo>
                  <a:pt x="7264" y="0"/>
                </a:lnTo>
                <a:lnTo>
                  <a:pt x="4533" y="937"/>
                </a:lnTo>
                <a:lnTo>
                  <a:pt x="901" y="4687"/>
                </a:lnTo>
                <a:lnTo>
                  <a:pt x="0" y="7192"/>
                </a:lnTo>
                <a:lnTo>
                  <a:pt x="0" y="15890"/>
                </a:lnTo>
                <a:lnTo>
                  <a:pt x="901" y="18370"/>
                </a:lnTo>
                <a:lnTo>
                  <a:pt x="4533" y="22213"/>
                </a:lnTo>
                <a:lnTo>
                  <a:pt x="7264" y="23174"/>
                </a:lnTo>
                <a:lnTo>
                  <a:pt x="10921" y="23174"/>
                </a:lnTo>
                <a:lnTo>
                  <a:pt x="14731" y="23174"/>
                </a:lnTo>
                <a:lnTo>
                  <a:pt x="17500" y="22213"/>
                </a:lnTo>
                <a:lnTo>
                  <a:pt x="20980" y="18370"/>
                </a:lnTo>
                <a:lnTo>
                  <a:pt x="21843" y="15890"/>
                </a:lnTo>
                <a:lnTo>
                  <a:pt x="21843" y="7192"/>
                </a:lnTo>
                <a:lnTo>
                  <a:pt x="20980" y="4687"/>
                </a:lnTo>
                <a:lnTo>
                  <a:pt x="17500" y="937"/>
                </a:lnTo>
                <a:lnTo>
                  <a:pt x="14731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939800" y="4016375"/>
            <a:ext cx="16440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4683A"/>
                </a:solidFill>
                <a:latin typeface="Courier New"/>
                <a:cs typeface="Courier New"/>
              </a:rPr>
              <a:t>+</a:t>
            </a:r>
            <a:r>
              <a:rPr sz="1800" spc="43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800" spc="175" dirty="0">
                <a:solidFill>
                  <a:srgbClr val="C4683A"/>
                </a:solidFill>
                <a:latin typeface="Courier New"/>
                <a:cs typeface="Courier New"/>
              </a:rPr>
              <a:t>NÁSTROJE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368268" y="4049915"/>
            <a:ext cx="529590" cy="211454"/>
            <a:chOff x="3368268" y="4049915"/>
            <a:chExt cx="529590" cy="211454"/>
          </a:xfrm>
        </p:grpSpPr>
        <p:pic>
          <p:nvPicPr>
            <p:cNvPr id="66" name="object 6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368268" y="4068317"/>
              <a:ext cx="157886" cy="19255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564292" y="4060316"/>
              <a:ext cx="118681" cy="200558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3718978" y="4060316"/>
              <a:ext cx="41910" cy="197485"/>
            </a:xfrm>
            <a:custGeom>
              <a:avLst/>
              <a:gdLst/>
              <a:ahLst/>
              <a:cxnLst/>
              <a:rect l="l" t="t" r="r" b="b"/>
              <a:pathLst>
                <a:path w="41910" h="197485">
                  <a:moveTo>
                    <a:pt x="21335" y="0"/>
                  </a:moveTo>
                  <a:lnTo>
                    <a:pt x="0" y="0"/>
                  </a:lnTo>
                  <a:lnTo>
                    <a:pt x="0" y="181622"/>
                  </a:lnTo>
                  <a:lnTo>
                    <a:pt x="1955" y="186912"/>
                  </a:lnTo>
                  <a:lnTo>
                    <a:pt x="9778" y="195268"/>
                  </a:lnTo>
                  <a:lnTo>
                    <a:pt x="15379" y="197358"/>
                  </a:lnTo>
                  <a:lnTo>
                    <a:pt x="41605" y="197358"/>
                  </a:lnTo>
                  <a:lnTo>
                    <a:pt x="41605" y="178688"/>
                  </a:lnTo>
                  <a:lnTo>
                    <a:pt x="21335" y="178688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90187" y="4049915"/>
              <a:ext cx="107480" cy="210959"/>
            </a:xfrm>
            <a:prstGeom prst="rect">
              <a:avLst/>
            </a:prstGeom>
          </p:spPr>
        </p:pic>
      </p:grpSp>
      <p:pic>
        <p:nvPicPr>
          <p:cNvPr id="70" name="object 70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943006" y="4060316"/>
            <a:ext cx="288836" cy="250698"/>
          </a:xfrm>
          <a:prstGeom prst="rect">
            <a:avLst/>
          </a:prstGeom>
        </p:spPr>
      </p:pic>
      <p:grpSp>
        <p:nvGrpSpPr>
          <p:cNvPr id="71" name="object 71"/>
          <p:cNvGrpSpPr/>
          <p:nvPr/>
        </p:nvGrpSpPr>
        <p:grpSpPr>
          <a:xfrm>
            <a:off x="4319587" y="4049915"/>
            <a:ext cx="846455" cy="261620"/>
            <a:chOff x="4319587" y="4049915"/>
            <a:chExt cx="846455" cy="261620"/>
          </a:xfrm>
        </p:grpSpPr>
        <p:pic>
          <p:nvPicPr>
            <p:cNvPr id="72" name="object 7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319587" y="4120057"/>
              <a:ext cx="121615" cy="137617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450535" y="4049915"/>
              <a:ext cx="124460" cy="261620"/>
            </a:xfrm>
            <a:custGeom>
              <a:avLst/>
              <a:gdLst/>
              <a:ahLst/>
              <a:cxnLst/>
              <a:rect l="l" t="t" r="r" b="b"/>
              <a:pathLst>
                <a:path w="124460" h="261620">
                  <a:moveTo>
                    <a:pt x="21336" y="70142"/>
                  </a:moveTo>
                  <a:lnTo>
                    <a:pt x="0" y="70142"/>
                  </a:lnTo>
                  <a:lnTo>
                    <a:pt x="51473" y="213093"/>
                  </a:lnTo>
                  <a:lnTo>
                    <a:pt x="41071" y="242430"/>
                  </a:lnTo>
                  <a:lnTo>
                    <a:pt x="19469" y="242430"/>
                  </a:lnTo>
                  <a:lnTo>
                    <a:pt x="19469" y="261099"/>
                  </a:lnTo>
                  <a:lnTo>
                    <a:pt x="37160" y="261099"/>
                  </a:lnTo>
                  <a:lnTo>
                    <a:pt x="42494" y="260476"/>
                  </a:lnTo>
                  <a:lnTo>
                    <a:pt x="62407" y="239763"/>
                  </a:lnTo>
                  <a:lnTo>
                    <a:pt x="81878" y="186156"/>
                  </a:lnTo>
                  <a:lnTo>
                    <a:pt x="60807" y="186156"/>
                  </a:lnTo>
                  <a:lnTo>
                    <a:pt x="54406" y="163753"/>
                  </a:lnTo>
                  <a:lnTo>
                    <a:pt x="21336" y="70142"/>
                  </a:lnTo>
                  <a:close/>
                </a:path>
                <a:path w="124460" h="261620">
                  <a:moveTo>
                    <a:pt x="124015" y="70142"/>
                  </a:moveTo>
                  <a:lnTo>
                    <a:pt x="102946" y="70142"/>
                  </a:lnTo>
                  <a:lnTo>
                    <a:pt x="69608" y="163753"/>
                  </a:lnTo>
                  <a:lnTo>
                    <a:pt x="62141" y="186156"/>
                  </a:lnTo>
                  <a:lnTo>
                    <a:pt x="81878" y="186156"/>
                  </a:lnTo>
                  <a:lnTo>
                    <a:pt x="124015" y="70142"/>
                  </a:lnTo>
                  <a:close/>
                </a:path>
                <a:path w="124460" h="261620">
                  <a:moveTo>
                    <a:pt x="72809" y="0"/>
                  </a:moveTo>
                  <a:lnTo>
                    <a:pt x="50139" y="45338"/>
                  </a:lnTo>
                  <a:lnTo>
                    <a:pt x="64008" y="51739"/>
                  </a:lnTo>
                  <a:lnTo>
                    <a:pt x="92278" y="9334"/>
                  </a:lnTo>
                  <a:lnTo>
                    <a:pt x="7280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587619" y="4116857"/>
              <a:ext cx="105346" cy="14401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720436" y="4116857"/>
              <a:ext cx="121348" cy="14401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876989" y="4060316"/>
              <a:ext cx="288836" cy="250698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5271438" y="4051515"/>
            <a:ext cx="1412240" cy="259715"/>
            <a:chOff x="5271438" y="4051515"/>
            <a:chExt cx="1412240" cy="259715"/>
          </a:xfrm>
        </p:grpSpPr>
        <p:pic>
          <p:nvPicPr>
            <p:cNvPr id="78" name="object 7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271438" y="4116857"/>
              <a:ext cx="118681" cy="1941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415990" y="4116857"/>
              <a:ext cx="124282" cy="144018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575476" y="4060316"/>
              <a:ext cx="41910" cy="197485"/>
            </a:xfrm>
            <a:custGeom>
              <a:avLst/>
              <a:gdLst/>
              <a:ahLst/>
              <a:cxnLst/>
              <a:rect l="l" t="t" r="r" b="b"/>
              <a:pathLst>
                <a:path w="41910" h="197485">
                  <a:moveTo>
                    <a:pt x="21336" y="0"/>
                  </a:moveTo>
                  <a:lnTo>
                    <a:pt x="0" y="0"/>
                  </a:lnTo>
                  <a:lnTo>
                    <a:pt x="0" y="181622"/>
                  </a:lnTo>
                  <a:lnTo>
                    <a:pt x="1955" y="186912"/>
                  </a:lnTo>
                  <a:lnTo>
                    <a:pt x="9779" y="195268"/>
                  </a:lnTo>
                  <a:lnTo>
                    <a:pt x="15379" y="197358"/>
                  </a:lnTo>
                  <a:lnTo>
                    <a:pt x="41605" y="197358"/>
                  </a:lnTo>
                  <a:lnTo>
                    <a:pt x="41605" y="178688"/>
                  </a:lnTo>
                  <a:lnTo>
                    <a:pt x="21336" y="178688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648019" y="4060316"/>
              <a:ext cx="113347" cy="19735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788570" y="4120057"/>
              <a:ext cx="70675" cy="13761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885115" y="4120057"/>
              <a:ext cx="107480" cy="14081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024066" y="4051515"/>
              <a:ext cx="106146" cy="206159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161683" y="4116857"/>
              <a:ext cx="107480" cy="140817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6310768" y="4060316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70" h="197485">
                  <a:moveTo>
                    <a:pt x="17691" y="0"/>
                  </a:moveTo>
                  <a:lnTo>
                    <a:pt x="8623" y="0"/>
                  </a:lnTo>
                  <a:lnTo>
                    <a:pt x="5333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3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24" y="26358"/>
                  </a:lnTo>
                  <a:lnTo>
                    <a:pt x="25114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14" y="5556"/>
                  </a:lnTo>
                  <a:lnTo>
                    <a:pt x="21024" y="1111"/>
                  </a:lnTo>
                  <a:lnTo>
                    <a:pt x="17691" y="0"/>
                  </a:lnTo>
                  <a:close/>
                </a:path>
                <a:path w="26670" h="197485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8"/>
                  </a:lnTo>
                  <a:lnTo>
                    <a:pt x="23736" y="197358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369709" y="4116857"/>
              <a:ext cx="313639" cy="176288"/>
            </a:xfrm>
            <a:prstGeom prst="rect">
              <a:avLst/>
            </a:prstGeom>
          </p:spPr>
        </p:pic>
      </p:grpSp>
      <p:grpSp>
        <p:nvGrpSpPr>
          <p:cNvPr id="88" name="object 88"/>
          <p:cNvGrpSpPr/>
          <p:nvPr/>
        </p:nvGrpSpPr>
        <p:grpSpPr>
          <a:xfrm>
            <a:off x="6779625" y="4051515"/>
            <a:ext cx="1196340" cy="259715"/>
            <a:chOff x="6779625" y="4051515"/>
            <a:chExt cx="1196340" cy="259715"/>
          </a:xfrm>
        </p:grpSpPr>
        <p:pic>
          <p:nvPicPr>
            <p:cNvPr id="89" name="object 8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779625" y="4060316"/>
              <a:ext cx="118681" cy="200558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933511" y="4116857"/>
              <a:ext cx="124282" cy="14401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078063" y="4051515"/>
              <a:ext cx="345643" cy="259499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453843" y="4116857"/>
              <a:ext cx="107480" cy="14081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602928" y="4060316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70" h="197485">
                  <a:moveTo>
                    <a:pt x="17691" y="0"/>
                  </a:moveTo>
                  <a:lnTo>
                    <a:pt x="8623" y="0"/>
                  </a:lnTo>
                  <a:lnTo>
                    <a:pt x="5333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3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24" y="26358"/>
                  </a:lnTo>
                  <a:lnTo>
                    <a:pt x="25114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14" y="5556"/>
                  </a:lnTo>
                  <a:lnTo>
                    <a:pt x="21024" y="1111"/>
                  </a:lnTo>
                  <a:lnTo>
                    <a:pt x="17691" y="0"/>
                  </a:lnTo>
                  <a:close/>
                </a:path>
                <a:path w="26670" h="197485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8"/>
                  </a:lnTo>
                  <a:lnTo>
                    <a:pt x="23736" y="197358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661869" y="4116857"/>
              <a:ext cx="313639" cy="176288"/>
            </a:xfrm>
            <a:prstGeom prst="rect">
              <a:avLst/>
            </a:prstGeom>
          </p:spPr>
        </p:pic>
      </p:grpSp>
      <p:grpSp>
        <p:nvGrpSpPr>
          <p:cNvPr id="95" name="object 95"/>
          <p:cNvGrpSpPr/>
          <p:nvPr/>
        </p:nvGrpSpPr>
        <p:grpSpPr>
          <a:xfrm>
            <a:off x="8081121" y="4049915"/>
            <a:ext cx="941069" cy="211454"/>
            <a:chOff x="8081121" y="4049915"/>
            <a:chExt cx="941069" cy="211454"/>
          </a:xfrm>
        </p:grpSpPr>
        <p:sp>
          <p:nvSpPr>
            <p:cNvPr id="96" name="object 96"/>
            <p:cNvSpPr/>
            <p:nvPr/>
          </p:nvSpPr>
          <p:spPr>
            <a:xfrm>
              <a:off x="8081111" y="4060316"/>
              <a:ext cx="96520" cy="197485"/>
            </a:xfrm>
            <a:custGeom>
              <a:avLst/>
              <a:gdLst/>
              <a:ahLst/>
              <a:cxnLst/>
              <a:rect l="l" t="t" r="r" b="b"/>
              <a:pathLst>
                <a:path w="96520" h="197485">
                  <a:moveTo>
                    <a:pt x="41605" y="178689"/>
                  </a:moveTo>
                  <a:lnTo>
                    <a:pt x="21336" y="178689"/>
                  </a:lnTo>
                  <a:lnTo>
                    <a:pt x="21336" y="0"/>
                  </a:lnTo>
                  <a:lnTo>
                    <a:pt x="0" y="0"/>
                  </a:lnTo>
                  <a:lnTo>
                    <a:pt x="0" y="181622"/>
                  </a:lnTo>
                  <a:lnTo>
                    <a:pt x="1955" y="186918"/>
                  </a:lnTo>
                  <a:lnTo>
                    <a:pt x="9779" y="195275"/>
                  </a:lnTo>
                  <a:lnTo>
                    <a:pt x="15379" y="197358"/>
                  </a:lnTo>
                  <a:lnTo>
                    <a:pt x="41605" y="197358"/>
                  </a:lnTo>
                  <a:lnTo>
                    <a:pt x="41605" y="178689"/>
                  </a:lnTo>
                  <a:close/>
                </a:path>
                <a:path w="96520" h="197485">
                  <a:moveTo>
                    <a:pt x="93878" y="59740"/>
                  </a:moveTo>
                  <a:lnTo>
                    <a:pt x="72542" y="59740"/>
                  </a:lnTo>
                  <a:lnTo>
                    <a:pt x="72542" y="197358"/>
                  </a:lnTo>
                  <a:lnTo>
                    <a:pt x="93878" y="197358"/>
                  </a:lnTo>
                  <a:lnTo>
                    <a:pt x="93878" y="59740"/>
                  </a:lnTo>
                  <a:close/>
                </a:path>
                <a:path w="96520" h="197485">
                  <a:moveTo>
                    <a:pt x="96278" y="8445"/>
                  </a:moveTo>
                  <a:lnTo>
                    <a:pt x="95262" y="5562"/>
                  </a:lnTo>
                  <a:lnTo>
                    <a:pt x="91173" y="1117"/>
                  </a:lnTo>
                  <a:lnTo>
                    <a:pt x="87833" y="0"/>
                  </a:lnTo>
                  <a:lnTo>
                    <a:pt x="78765" y="0"/>
                  </a:lnTo>
                  <a:lnTo>
                    <a:pt x="75476" y="1117"/>
                  </a:lnTo>
                  <a:lnTo>
                    <a:pt x="71208" y="5562"/>
                  </a:lnTo>
                  <a:lnTo>
                    <a:pt x="70142" y="8445"/>
                  </a:lnTo>
                  <a:lnTo>
                    <a:pt x="70142" y="19024"/>
                  </a:lnTo>
                  <a:lnTo>
                    <a:pt x="71208" y="21920"/>
                  </a:lnTo>
                  <a:lnTo>
                    <a:pt x="75476" y="26365"/>
                  </a:lnTo>
                  <a:lnTo>
                    <a:pt x="78765" y="27470"/>
                  </a:lnTo>
                  <a:lnTo>
                    <a:pt x="87833" y="27470"/>
                  </a:lnTo>
                  <a:lnTo>
                    <a:pt x="91173" y="26365"/>
                  </a:lnTo>
                  <a:lnTo>
                    <a:pt x="95262" y="21920"/>
                  </a:lnTo>
                  <a:lnTo>
                    <a:pt x="96278" y="19024"/>
                  </a:lnTo>
                  <a:lnTo>
                    <a:pt x="96278" y="844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220338" y="4116857"/>
              <a:ext cx="107480" cy="14081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361689" y="4116857"/>
              <a:ext cx="121348" cy="14401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8660660" y="4120057"/>
              <a:ext cx="70675" cy="137617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507308" y="4049915"/>
              <a:ext cx="122948" cy="210959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758539" y="4116857"/>
              <a:ext cx="107480" cy="140817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899090" y="4116857"/>
              <a:ext cx="122948" cy="144018"/>
            </a:xfrm>
            <a:prstGeom prst="rect">
              <a:avLst/>
            </a:prstGeom>
          </p:spPr>
        </p:pic>
      </p:grpSp>
      <p:pic>
        <p:nvPicPr>
          <p:cNvPr id="103" name="object 103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9115384" y="4060316"/>
            <a:ext cx="935315" cy="253898"/>
          </a:xfrm>
          <a:prstGeom prst="rect">
            <a:avLst/>
          </a:prstGeom>
        </p:spPr>
      </p:pic>
      <p:grpSp>
        <p:nvGrpSpPr>
          <p:cNvPr id="104" name="object 104"/>
          <p:cNvGrpSpPr/>
          <p:nvPr/>
        </p:nvGrpSpPr>
        <p:grpSpPr>
          <a:xfrm>
            <a:off x="3364701" y="4440935"/>
            <a:ext cx="1204595" cy="205104"/>
            <a:chOff x="3364701" y="4440935"/>
            <a:chExt cx="1204595" cy="205104"/>
          </a:xfrm>
        </p:grpSpPr>
        <p:pic>
          <p:nvPicPr>
            <p:cNvPr id="105" name="object 10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364701" y="4490288"/>
              <a:ext cx="93926" cy="122555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3485160" y="4442536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39">
                  <a:moveTo>
                    <a:pt x="12077" y="0"/>
                  </a:moveTo>
                  <a:lnTo>
                    <a:pt x="5788" y="0"/>
                  </a:lnTo>
                  <a:lnTo>
                    <a:pt x="3533" y="774"/>
                  </a:lnTo>
                  <a:lnTo>
                    <a:pt x="707" y="3872"/>
                  </a:lnTo>
                  <a:lnTo>
                    <a:pt x="0" y="5816"/>
                  </a:lnTo>
                  <a:lnTo>
                    <a:pt x="0" y="12926"/>
                  </a:lnTo>
                  <a:lnTo>
                    <a:pt x="707" y="14869"/>
                  </a:lnTo>
                  <a:lnTo>
                    <a:pt x="3533" y="17966"/>
                  </a:lnTo>
                  <a:lnTo>
                    <a:pt x="5788" y="18741"/>
                  </a:lnTo>
                  <a:lnTo>
                    <a:pt x="12077" y="18741"/>
                  </a:lnTo>
                  <a:lnTo>
                    <a:pt x="14357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6"/>
                  </a:lnTo>
                  <a:lnTo>
                    <a:pt x="17090" y="3872"/>
                  </a:lnTo>
                  <a:lnTo>
                    <a:pt x="14357" y="774"/>
                  </a:lnTo>
                  <a:lnTo>
                    <a:pt x="12077" y="0"/>
                  </a:lnTo>
                  <a:close/>
                </a:path>
                <a:path w="17779" h="167639">
                  <a:moveTo>
                    <a:pt x="15452" y="50495"/>
                  </a:moveTo>
                  <a:lnTo>
                    <a:pt x="2411" y="50495"/>
                  </a:lnTo>
                  <a:lnTo>
                    <a:pt x="2411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543032" y="4490288"/>
              <a:ext cx="165502" cy="12255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735892" y="4493031"/>
              <a:ext cx="87943" cy="119811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3866255" y="4440935"/>
              <a:ext cx="31750" cy="169545"/>
            </a:xfrm>
            <a:custGeom>
              <a:avLst/>
              <a:gdLst/>
              <a:ahLst/>
              <a:cxnLst/>
              <a:rect l="l" t="t" r="r" b="b"/>
              <a:pathLst>
                <a:path w="31750" h="169545">
                  <a:moveTo>
                    <a:pt x="13041" y="0"/>
                  </a:moveTo>
                  <a:lnTo>
                    <a:pt x="0" y="0"/>
                  </a:lnTo>
                  <a:lnTo>
                    <a:pt x="0" y="159235"/>
                  </a:lnTo>
                  <a:lnTo>
                    <a:pt x="1231" y="162656"/>
                  </a:lnTo>
                  <a:lnTo>
                    <a:pt x="6158" y="167862"/>
                  </a:lnTo>
                  <a:lnTo>
                    <a:pt x="9743" y="169163"/>
                  </a:lnTo>
                  <a:lnTo>
                    <a:pt x="31215" y="169163"/>
                  </a:lnTo>
                  <a:lnTo>
                    <a:pt x="31215" y="157698"/>
                  </a:lnTo>
                  <a:lnTo>
                    <a:pt x="13041" y="157698"/>
                  </a:lnTo>
                  <a:lnTo>
                    <a:pt x="13041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916926" y="4490288"/>
              <a:ext cx="103341" cy="122555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047299" y="4493031"/>
              <a:ext cx="167005" cy="153035"/>
            </a:xfrm>
            <a:custGeom>
              <a:avLst/>
              <a:gdLst/>
              <a:ahLst/>
              <a:cxnLst/>
              <a:rect l="l" t="t" r="r" b="b"/>
              <a:pathLst>
                <a:path w="167004" h="153035">
                  <a:moveTo>
                    <a:pt x="56845" y="0"/>
                  </a:moveTo>
                  <a:lnTo>
                    <a:pt x="42227" y="0"/>
                  </a:lnTo>
                  <a:lnTo>
                    <a:pt x="36588" y="990"/>
                  </a:lnTo>
                  <a:lnTo>
                    <a:pt x="14008" y="21005"/>
                  </a:lnTo>
                  <a:lnTo>
                    <a:pt x="13042" y="21005"/>
                  </a:lnTo>
                  <a:lnTo>
                    <a:pt x="13042" y="0"/>
                  </a:lnTo>
                  <a:lnTo>
                    <a:pt x="0" y="0"/>
                  </a:lnTo>
                  <a:lnTo>
                    <a:pt x="0" y="117068"/>
                  </a:lnTo>
                  <a:lnTo>
                    <a:pt x="13042" y="117068"/>
                  </a:lnTo>
                  <a:lnTo>
                    <a:pt x="13042" y="32042"/>
                  </a:lnTo>
                  <a:lnTo>
                    <a:pt x="14478" y="27686"/>
                  </a:lnTo>
                  <a:lnTo>
                    <a:pt x="20218" y="20535"/>
                  </a:lnTo>
                  <a:lnTo>
                    <a:pt x="24168" y="17767"/>
                  </a:lnTo>
                  <a:lnTo>
                    <a:pt x="34201" y="13843"/>
                  </a:lnTo>
                  <a:lnTo>
                    <a:pt x="39928" y="12865"/>
                  </a:lnTo>
                  <a:lnTo>
                    <a:pt x="56845" y="12865"/>
                  </a:lnTo>
                  <a:lnTo>
                    <a:pt x="56845" y="0"/>
                  </a:lnTo>
                  <a:close/>
                </a:path>
                <a:path w="167004" h="153035">
                  <a:moveTo>
                    <a:pt x="166522" y="141274"/>
                  </a:moveTo>
                  <a:lnTo>
                    <a:pt x="50723" y="141274"/>
                  </a:lnTo>
                  <a:lnTo>
                    <a:pt x="50723" y="152654"/>
                  </a:lnTo>
                  <a:lnTo>
                    <a:pt x="166522" y="152654"/>
                  </a:lnTo>
                  <a:lnTo>
                    <a:pt x="166522" y="141274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224950" y="4490288"/>
              <a:ext cx="103341" cy="122555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355329" y="4490288"/>
              <a:ext cx="213824" cy="151461"/>
            </a:xfrm>
            <a:prstGeom prst="rect">
              <a:avLst/>
            </a:prstGeom>
          </p:spPr>
        </p:pic>
      </p:grpSp>
      <p:grpSp>
        <p:nvGrpSpPr>
          <p:cNvPr id="114" name="object 114"/>
          <p:cNvGrpSpPr/>
          <p:nvPr/>
        </p:nvGrpSpPr>
        <p:grpSpPr>
          <a:xfrm>
            <a:off x="4653750" y="4440935"/>
            <a:ext cx="1503680" cy="205104"/>
            <a:chOff x="4653750" y="4440935"/>
            <a:chExt cx="1503680" cy="205104"/>
          </a:xfrm>
        </p:grpSpPr>
        <p:pic>
          <p:nvPicPr>
            <p:cNvPr id="115" name="object 11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653750" y="4490288"/>
              <a:ext cx="93926" cy="122555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4774209" y="4442536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39">
                  <a:moveTo>
                    <a:pt x="12077" y="0"/>
                  </a:moveTo>
                  <a:lnTo>
                    <a:pt x="5788" y="0"/>
                  </a:lnTo>
                  <a:lnTo>
                    <a:pt x="3533" y="774"/>
                  </a:lnTo>
                  <a:lnTo>
                    <a:pt x="707" y="3872"/>
                  </a:lnTo>
                  <a:lnTo>
                    <a:pt x="0" y="5816"/>
                  </a:lnTo>
                  <a:lnTo>
                    <a:pt x="0" y="12926"/>
                  </a:lnTo>
                  <a:lnTo>
                    <a:pt x="707" y="14869"/>
                  </a:lnTo>
                  <a:lnTo>
                    <a:pt x="3533" y="17966"/>
                  </a:lnTo>
                  <a:lnTo>
                    <a:pt x="5788" y="18741"/>
                  </a:lnTo>
                  <a:lnTo>
                    <a:pt x="12077" y="18741"/>
                  </a:lnTo>
                  <a:lnTo>
                    <a:pt x="14357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6"/>
                  </a:lnTo>
                  <a:lnTo>
                    <a:pt x="17090" y="3872"/>
                  </a:lnTo>
                  <a:lnTo>
                    <a:pt x="14357" y="774"/>
                  </a:lnTo>
                  <a:lnTo>
                    <a:pt x="12077" y="0"/>
                  </a:lnTo>
                  <a:close/>
                </a:path>
                <a:path w="17779" h="167639">
                  <a:moveTo>
                    <a:pt x="15452" y="50495"/>
                  </a:moveTo>
                  <a:lnTo>
                    <a:pt x="2411" y="50495"/>
                  </a:lnTo>
                  <a:lnTo>
                    <a:pt x="2411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832080" y="4490288"/>
              <a:ext cx="165502" cy="122555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024941" y="4493031"/>
              <a:ext cx="87943" cy="119811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5155304" y="4440935"/>
              <a:ext cx="31750" cy="169545"/>
            </a:xfrm>
            <a:custGeom>
              <a:avLst/>
              <a:gdLst/>
              <a:ahLst/>
              <a:cxnLst/>
              <a:rect l="l" t="t" r="r" b="b"/>
              <a:pathLst>
                <a:path w="31750" h="169545">
                  <a:moveTo>
                    <a:pt x="13041" y="0"/>
                  </a:moveTo>
                  <a:lnTo>
                    <a:pt x="0" y="0"/>
                  </a:lnTo>
                  <a:lnTo>
                    <a:pt x="0" y="159235"/>
                  </a:lnTo>
                  <a:lnTo>
                    <a:pt x="1231" y="162656"/>
                  </a:lnTo>
                  <a:lnTo>
                    <a:pt x="6158" y="167862"/>
                  </a:lnTo>
                  <a:lnTo>
                    <a:pt x="9743" y="169163"/>
                  </a:lnTo>
                  <a:lnTo>
                    <a:pt x="31215" y="169163"/>
                  </a:lnTo>
                  <a:lnTo>
                    <a:pt x="31215" y="157698"/>
                  </a:lnTo>
                  <a:lnTo>
                    <a:pt x="13041" y="157698"/>
                  </a:lnTo>
                  <a:lnTo>
                    <a:pt x="13041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205975" y="4490288"/>
              <a:ext cx="103341" cy="122555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5336349" y="4493031"/>
              <a:ext cx="167005" cy="153035"/>
            </a:xfrm>
            <a:custGeom>
              <a:avLst/>
              <a:gdLst/>
              <a:ahLst/>
              <a:cxnLst/>
              <a:rect l="l" t="t" r="r" b="b"/>
              <a:pathLst>
                <a:path w="167004" h="153035">
                  <a:moveTo>
                    <a:pt x="56845" y="0"/>
                  </a:moveTo>
                  <a:lnTo>
                    <a:pt x="42227" y="0"/>
                  </a:lnTo>
                  <a:lnTo>
                    <a:pt x="36588" y="990"/>
                  </a:lnTo>
                  <a:lnTo>
                    <a:pt x="14008" y="21005"/>
                  </a:lnTo>
                  <a:lnTo>
                    <a:pt x="13042" y="21005"/>
                  </a:lnTo>
                  <a:lnTo>
                    <a:pt x="13042" y="0"/>
                  </a:lnTo>
                  <a:lnTo>
                    <a:pt x="0" y="0"/>
                  </a:lnTo>
                  <a:lnTo>
                    <a:pt x="0" y="117068"/>
                  </a:lnTo>
                  <a:lnTo>
                    <a:pt x="13042" y="117068"/>
                  </a:lnTo>
                  <a:lnTo>
                    <a:pt x="13042" y="32042"/>
                  </a:lnTo>
                  <a:lnTo>
                    <a:pt x="14478" y="27686"/>
                  </a:lnTo>
                  <a:lnTo>
                    <a:pt x="20218" y="20535"/>
                  </a:lnTo>
                  <a:lnTo>
                    <a:pt x="24155" y="17767"/>
                  </a:lnTo>
                  <a:lnTo>
                    <a:pt x="34201" y="13843"/>
                  </a:lnTo>
                  <a:lnTo>
                    <a:pt x="39928" y="12865"/>
                  </a:lnTo>
                  <a:lnTo>
                    <a:pt x="56845" y="12865"/>
                  </a:lnTo>
                  <a:lnTo>
                    <a:pt x="56845" y="0"/>
                  </a:lnTo>
                  <a:close/>
                </a:path>
                <a:path w="167004" h="153035">
                  <a:moveTo>
                    <a:pt x="166522" y="141274"/>
                  </a:moveTo>
                  <a:lnTo>
                    <a:pt x="50723" y="141274"/>
                  </a:lnTo>
                  <a:lnTo>
                    <a:pt x="50723" y="152654"/>
                  </a:lnTo>
                  <a:lnTo>
                    <a:pt x="166522" y="152654"/>
                  </a:lnTo>
                  <a:lnTo>
                    <a:pt x="166522" y="141274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13343" y="4490288"/>
              <a:ext cx="86649" cy="122555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625070" y="4490288"/>
              <a:ext cx="100168" cy="122555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749039" y="4460252"/>
              <a:ext cx="168282" cy="152590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38189" y="4490288"/>
              <a:ext cx="102434" cy="122555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073734" y="4493031"/>
              <a:ext cx="83562" cy="148718"/>
            </a:xfrm>
            <a:prstGeom prst="rect">
              <a:avLst/>
            </a:prstGeom>
          </p:spPr>
        </p:pic>
      </p:grpSp>
      <p:grpSp>
        <p:nvGrpSpPr>
          <p:cNvPr id="127" name="object 127"/>
          <p:cNvGrpSpPr/>
          <p:nvPr/>
        </p:nvGrpSpPr>
        <p:grpSpPr>
          <a:xfrm>
            <a:off x="6241892" y="4439335"/>
            <a:ext cx="1663700" cy="206375"/>
            <a:chOff x="6241892" y="4439335"/>
            <a:chExt cx="1663700" cy="206375"/>
          </a:xfrm>
        </p:grpSpPr>
        <p:pic>
          <p:nvPicPr>
            <p:cNvPr id="128" name="object 12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241892" y="4440935"/>
              <a:ext cx="1431794" cy="171907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7667566" y="4634306"/>
              <a:ext cx="116205" cy="11430"/>
            </a:xfrm>
            <a:custGeom>
              <a:avLst/>
              <a:gdLst/>
              <a:ahLst/>
              <a:cxnLst/>
              <a:rect l="l" t="t" r="r" b="b"/>
              <a:pathLst>
                <a:path w="116204" h="11429">
                  <a:moveTo>
                    <a:pt x="115799" y="0"/>
                  </a:moveTo>
                  <a:lnTo>
                    <a:pt x="0" y="0"/>
                  </a:lnTo>
                  <a:lnTo>
                    <a:pt x="0" y="11376"/>
                  </a:lnTo>
                  <a:lnTo>
                    <a:pt x="115799" y="11376"/>
                  </a:lnTo>
                  <a:lnTo>
                    <a:pt x="11579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7796763" y="4439335"/>
              <a:ext cx="81960" cy="77795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7874674" y="4589047"/>
              <a:ext cx="31115" cy="52705"/>
            </a:xfrm>
            <a:custGeom>
              <a:avLst/>
              <a:gdLst/>
              <a:ahLst/>
              <a:cxnLst/>
              <a:rect l="l" t="t" r="r" b="b"/>
              <a:pathLst>
                <a:path w="31115" h="52704">
                  <a:moveTo>
                    <a:pt x="23580" y="0"/>
                  </a:moveTo>
                  <a:lnTo>
                    <a:pt x="19770" y="0"/>
                  </a:lnTo>
                  <a:lnTo>
                    <a:pt x="15995" y="0"/>
                  </a:lnTo>
                  <a:lnTo>
                    <a:pt x="13218" y="990"/>
                  </a:lnTo>
                  <a:lnTo>
                    <a:pt x="9653" y="4952"/>
                  </a:lnTo>
                  <a:lnTo>
                    <a:pt x="8761" y="7479"/>
                  </a:lnTo>
                  <a:lnTo>
                    <a:pt x="8761" y="15704"/>
                  </a:lnTo>
                  <a:lnTo>
                    <a:pt x="9411" y="17760"/>
                  </a:lnTo>
                  <a:lnTo>
                    <a:pt x="12012" y="21197"/>
                  </a:lnTo>
                  <a:lnTo>
                    <a:pt x="14127" y="22288"/>
                  </a:lnTo>
                  <a:lnTo>
                    <a:pt x="17056" y="22753"/>
                  </a:lnTo>
                  <a:lnTo>
                    <a:pt x="16134" y="27672"/>
                  </a:lnTo>
                  <a:lnTo>
                    <a:pt x="14323" y="32585"/>
                  </a:lnTo>
                  <a:lnTo>
                    <a:pt x="8919" y="42398"/>
                  </a:lnTo>
                  <a:lnTo>
                    <a:pt x="5045" y="47468"/>
                  </a:lnTo>
                  <a:lnTo>
                    <a:pt x="0" y="52702"/>
                  </a:lnTo>
                  <a:lnTo>
                    <a:pt x="11043" y="52702"/>
                  </a:lnTo>
                  <a:lnTo>
                    <a:pt x="16945" y="47478"/>
                  </a:lnTo>
                  <a:lnTo>
                    <a:pt x="21680" y="41189"/>
                  </a:lnTo>
                  <a:lnTo>
                    <a:pt x="28818" y="26483"/>
                  </a:lnTo>
                  <a:lnTo>
                    <a:pt x="30604" y="19728"/>
                  </a:lnTo>
                  <a:lnTo>
                    <a:pt x="30604" y="7479"/>
                  </a:lnTo>
                  <a:lnTo>
                    <a:pt x="29751" y="4952"/>
                  </a:lnTo>
                  <a:lnTo>
                    <a:pt x="26338" y="990"/>
                  </a:lnTo>
                  <a:lnTo>
                    <a:pt x="2358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2" name="object 132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7987358" y="4440935"/>
            <a:ext cx="1062785" cy="200813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9129557" y="4460252"/>
            <a:ext cx="916711" cy="198310"/>
          </a:xfrm>
          <a:prstGeom prst="rect">
            <a:avLst/>
          </a:prstGeom>
        </p:spPr>
      </p:pic>
      <p:grpSp>
        <p:nvGrpSpPr>
          <p:cNvPr id="134" name="object 134"/>
          <p:cNvGrpSpPr/>
          <p:nvPr/>
        </p:nvGrpSpPr>
        <p:grpSpPr>
          <a:xfrm>
            <a:off x="10140172" y="4440935"/>
            <a:ext cx="1285240" cy="205104"/>
            <a:chOff x="10140172" y="4440935"/>
            <a:chExt cx="1285240" cy="205104"/>
          </a:xfrm>
        </p:grpSpPr>
        <p:pic>
          <p:nvPicPr>
            <p:cNvPr id="135" name="object 13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0140172" y="4440935"/>
              <a:ext cx="97722" cy="171907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0262225" y="4490288"/>
              <a:ext cx="100168" cy="122555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0383681" y="4460252"/>
              <a:ext cx="165362" cy="152590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10569046" y="4634306"/>
              <a:ext cx="116205" cy="11430"/>
            </a:xfrm>
            <a:custGeom>
              <a:avLst/>
              <a:gdLst/>
              <a:ahLst/>
              <a:cxnLst/>
              <a:rect l="l" t="t" r="r" b="b"/>
              <a:pathLst>
                <a:path w="116204" h="11429">
                  <a:moveTo>
                    <a:pt x="115799" y="0"/>
                  </a:moveTo>
                  <a:lnTo>
                    <a:pt x="0" y="0"/>
                  </a:lnTo>
                  <a:lnTo>
                    <a:pt x="0" y="11376"/>
                  </a:lnTo>
                  <a:lnTo>
                    <a:pt x="115799" y="11376"/>
                  </a:lnTo>
                  <a:lnTo>
                    <a:pt x="11579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0694485" y="4440935"/>
              <a:ext cx="99029" cy="169163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10819028" y="4440935"/>
              <a:ext cx="299085" cy="205104"/>
            </a:xfrm>
            <a:custGeom>
              <a:avLst/>
              <a:gdLst/>
              <a:ahLst/>
              <a:cxnLst/>
              <a:rect l="l" t="t" r="r" b="b"/>
              <a:pathLst>
                <a:path w="299084" h="205104">
                  <a:moveTo>
                    <a:pt x="59905" y="52095"/>
                  </a:moveTo>
                  <a:lnTo>
                    <a:pt x="33362" y="52095"/>
                  </a:lnTo>
                  <a:lnTo>
                    <a:pt x="33362" y="19316"/>
                  </a:lnTo>
                  <a:lnTo>
                    <a:pt x="21437" y="19316"/>
                  </a:lnTo>
                  <a:lnTo>
                    <a:pt x="21437" y="46507"/>
                  </a:lnTo>
                  <a:lnTo>
                    <a:pt x="20866" y="48768"/>
                  </a:lnTo>
                  <a:lnTo>
                    <a:pt x="18554" y="51435"/>
                  </a:lnTo>
                  <a:lnTo>
                    <a:pt x="16357" y="52095"/>
                  </a:lnTo>
                  <a:lnTo>
                    <a:pt x="0" y="52095"/>
                  </a:lnTo>
                  <a:lnTo>
                    <a:pt x="0" y="63563"/>
                  </a:lnTo>
                  <a:lnTo>
                    <a:pt x="20320" y="63563"/>
                  </a:lnTo>
                  <a:lnTo>
                    <a:pt x="20320" y="159054"/>
                  </a:lnTo>
                  <a:lnTo>
                    <a:pt x="21551" y="162547"/>
                  </a:lnTo>
                  <a:lnTo>
                    <a:pt x="26479" y="167843"/>
                  </a:lnTo>
                  <a:lnTo>
                    <a:pt x="30060" y="169164"/>
                  </a:lnTo>
                  <a:lnTo>
                    <a:pt x="58077" y="169164"/>
                  </a:lnTo>
                  <a:lnTo>
                    <a:pt x="58077" y="157708"/>
                  </a:lnTo>
                  <a:lnTo>
                    <a:pt x="33362" y="157708"/>
                  </a:lnTo>
                  <a:lnTo>
                    <a:pt x="33362" y="63563"/>
                  </a:lnTo>
                  <a:lnTo>
                    <a:pt x="59905" y="63563"/>
                  </a:lnTo>
                  <a:lnTo>
                    <a:pt x="59905" y="52095"/>
                  </a:lnTo>
                  <a:close/>
                </a:path>
                <a:path w="299084" h="205104">
                  <a:moveTo>
                    <a:pt x="195707" y="193370"/>
                  </a:moveTo>
                  <a:lnTo>
                    <a:pt x="79908" y="193370"/>
                  </a:lnTo>
                  <a:lnTo>
                    <a:pt x="79908" y="204749"/>
                  </a:lnTo>
                  <a:lnTo>
                    <a:pt x="195707" y="204749"/>
                  </a:lnTo>
                  <a:lnTo>
                    <a:pt x="195707" y="193370"/>
                  </a:lnTo>
                  <a:close/>
                </a:path>
                <a:path w="299084" h="205104">
                  <a:moveTo>
                    <a:pt x="254292" y="157708"/>
                  </a:moveTo>
                  <a:lnTo>
                    <a:pt x="236118" y="157708"/>
                  </a:lnTo>
                  <a:lnTo>
                    <a:pt x="236118" y="0"/>
                  </a:lnTo>
                  <a:lnTo>
                    <a:pt x="223075" y="0"/>
                  </a:lnTo>
                  <a:lnTo>
                    <a:pt x="223075" y="159245"/>
                  </a:lnTo>
                  <a:lnTo>
                    <a:pt x="224307" y="162661"/>
                  </a:lnTo>
                  <a:lnTo>
                    <a:pt x="229235" y="167868"/>
                  </a:lnTo>
                  <a:lnTo>
                    <a:pt x="232816" y="169164"/>
                  </a:lnTo>
                  <a:lnTo>
                    <a:pt x="254292" y="169164"/>
                  </a:lnTo>
                  <a:lnTo>
                    <a:pt x="254292" y="157708"/>
                  </a:lnTo>
                  <a:close/>
                </a:path>
                <a:path w="299084" h="205104">
                  <a:moveTo>
                    <a:pt x="296418" y="52095"/>
                  </a:moveTo>
                  <a:lnTo>
                    <a:pt x="283387" y="52095"/>
                  </a:lnTo>
                  <a:lnTo>
                    <a:pt x="283387" y="169164"/>
                  </a:lnTo>
                  <a:lnTo>
                    <a:pt x="296418" y="169164"/>
                  </a:lnTo>
                  <a:lnTo>
                    <a:pt x="296418" y="52095"/>
                  </a:lnTo>
                  <a:close/>
                </a:path>
                <a:path w="299084" h="205104">
                  <a:moveTo>
                    <a:pt x="298742" y="7416"/>
                  </a:moveTo>
                  <a:lnTo>
                    <a:pt x="298056" y="5473"/>
                  </a:lnTo>
                  <a:lnTo>
                    <a:pt x="295325" y="2374"/>
                  </a:lnTo>
                  <a:lnTo>
                    <a:pt x="293052" y="1600"/>
                  </a:lnTo>
                  <a:lnTo>
                    <a:pt x="286766" y="1600"/>
                  </a:lnTo>
                  <a:lnTo>
                    <a:pt x="284505" y="2374"/>
                  </a:lnTo>
                  <a:lnTo>
                    <a:pt x="281673" y="5473"/>
                  </a:lnTo>
                  <a:lnTo>
                    <a:pt x="280974" y="7416"/>
                  </a:lnTo>
                  <a:lnTo>
                    <a:pt x="280974" y="14528"/>
                  </a:lnTo>
                  <a:lnTo>
                    <a:pt x="281673" y="16471"/>
                  </a:lnTo>
                  <a:lnTo>
                    <a:pt x="284505" y="19570"/>
                  </a:lnTo>
                  <a:lnTo>
                    <a:pt x="286766" y="20345"/>
                  </a:lnTo>
                  <a:lnTo>
                    <a:pt x="293052" y="20345"/>
                  </a:lnTo>
                  <a:lnTo>
                    <a:pt x="295325" y="19570"/>
                  </a:lnTo>
                  <a:lnTo>
                    <a:pt x="298056" y="16471"/>
                  </a:lnTo>
                  <a:lnTo>
                    <a:pt x="298742" y="14528"/>
                  </a:lnTo>
                  <a:lnTo>
                    <a:pt x="298742" y="741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1157875" y="4490288"/>
              <a:ext cx="87947" cy="119811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277452" y="4490288"/>
              <a:ext cx="100170" cy="122555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1403249" y="4589047"/>
              <a:ext cx="22225" cy="23495"/>
            </a:xfrm>
            <a:custGeom>
              <a:avLst/>
              <a:gdLst/>
              <a:ahLst/>
              <a:cxnLst/>
              <a:rect l="l" t="t" r="r" b="b"/>
              <a:pathLst>
                <a:path w="22225" h="23495">
                  <a:moveTo>
                    <a:pt x="14730" y="0"/>
                  </a:moveTo>
                  <a:lnTo>
                    <a:pt x="7264" y="0"/>
                  </a:lnTo>
                  <a:lnTo>
                    <a:pt x="4530" y="937"/>
                  </a:lnTo>
                  <a:lnTo>
                    <a:pt x="905" y="4687"/>
                  </a:lnTo>
                  <a:lnTo>
                    <a:pt x="0" y="7190"/>
                  </a:lnTo>
                  <a:lnTo>
                    <a:pt x="0" y="15890"/>
                  </a:lnTo>
                  <a:lnTo>
                    <a:pt x="905" y="18370"/>
                  </a:lnTo>
                  <a:lnTo>
                    <a:pt x="4530" y="22213"/>
                  </a:lnTo>
                  <a:lnTo>
                    <a:pt x="7264" y="23173"/>
                  </a:lnTo>
                  <a:lnTo>
                    <a:pt x="10922" y="23173"/>
                  </a:lnTo>
                  <a:lnTo>
                    <a:pt x="14730" y="23173"/>
                  </a:lnTo>
                  <a:lnTo>
                    <a:pt x="17501" y="22213"/>
                  </a:lnTo>
                  <a:lnTo>
                    <a:pt x="20974" y="18370"/>
                  </a:lnTo>
                  <a:lnTo>
                    <a:pt x="21841" y="15890"/>
                  </a:lnTo>
                  <a:lnTo>
                    <a:pt x="21841" y="7190"/>
                  </a:lnTo>
                  <a:lnTo>
                    <a:pt x="20974" y="4687"/>
                  </a:lnTo>
                  <a:lnTo>
                    <a:pt x="17501" y="937"/>
                  </a:lnTo>
                  <a:lnTo>
                    <a:pt x="1473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939800" y="5054600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4683A"/>
                </a:solidFill>
                <a:latin typeface="Courier New"/>
                <a:cs typeface="Courier New"/>
              </a:rPr>
              <a:t>~</a:t>
            </a:r>
            <a:r>
              <a:rPr sz="1800" spc="43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800" spc="165" dirty="0">
                <a:solidFill>
                  <a:srgbClr val="C4683A"/>
                </a:solidFill>
                <a:latin typeface="Courier New"/>
                <a:cs typeface="Courier New"/>
              </a:rPr>
              <a:t>REWORK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45" name="object 145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3364001" y="5098541"/>
            <a:ext cx="901979" cy="200558"/>
          </a:xfrm>
          <a:prstGeom prst="rect">
            <a:avLst/>
          </a:prstGeom>
        </p:spPr>
      </p:pic>
      <p:grpSp>
        <p:nvGrpSpPr>
          <p:cNvPr id="146" name="object 146"/>
          <p:cNvGrpSpPr/>
          <p:nvPr/>
        </p:nvGrpSpPr>
        <p:grpSpPr>
          <a:xfrm>
            <a:off x="4356124" y="5088140"/>
            <a:ext cx="1146810" cy="261620"/>
            <a:chOff x="4356124" y="5088140"/>
            <a:chExt cx="1146810" cy="261620"/>
          </a:xfrm>
        </p:grpSpPr>
        <p:pic>
          <p:nvPicPr>
            <p:cNvPr id="147" name="object 14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356124" y="5155082"/>
              <a:ext cx="118681" cy="194157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510810" y="5155082"/>
              <a:ext cx="207759" cy="144018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753773" y="5155082"/>
              <a:ext cx="118681" cy="194157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907126" y="5088140"/>
              <a:ext cx="160286" cy="210959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094082" y="5155082"/>
              <a:ext cx="122948" cy="144018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247435" y="5155082"/>
              <a:ext cx="107480" cy="140817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5378651" y="5088140"/>
              <a:ext cx="124460" cy="261620"/>
            </a:xfrm>
            <a:custGeom>
              <a:avLst/>
              <a:gdLst/>
              <a:ahLst/>
              <a:cxnLst/>
              <a:rect l="l" t="t" r="r" b="b"/>
              <a:pathLst>
                <a:path w="124460" h="261620">
                  <a:moveTo>
                    <a:pt x="21336" y="70142"/>
                  </a:moveTo>
                  <a:lnTo>
                    <a:pt x="0" y="70142"/>
                  </a:lnTo>
                  <a:lnTo>
                    <a:pt x="51473" y="213093"/>
                  </a:lnTo>
                  <a:lnTo>
                    <a:pt x="41071" y="242430"/>
                  </a:lnTo>
                  <a:lnTo>
                    <a:pt x="19469" y="242430"/>
                  </a:lnTo>
                  <a:lnTo>
                    <a:pt x="19469" y="261099"/>
                  </a:lnTo>
                  <a:lnTo>
                    <a:pt x="37160" y="261099"/>
                  </a:lnTo>
                  <a:lnTo>
                    <a:pt x="42494" y="260476"/>
                  </a:lnTo>
                  <a:lnTo>
                    <a:pt x="62407" y="239763"/>
                  </a:lnTo>
                  <a:lnTo>
                    <a:pt x="81878" y="186156"/>
                  </a:lnTo>
                  <a:lnTo>
                    <a:pt x="60807" y="186156"/>
                  </a:lnTo>
                  <a:lnTo>
                    <a:pt x="54406" y="163753"/>
                  </a:lnTo>
                  <a:lnTo>
                    <a:pt x="21336" y="70142"/>
                  </a:lnTo>
                  <a:close/>
                </a:path>
                <a:path w="124460" h="261620">
                  <a:moveTo>
                    <a:pt x="124015" y="70142"/>
                  </a:moveTo>
                  <a:lnTo>
                    <a:pt x="102946" y="70142"/>
                  </a:lnTo>
                  <a:lnTo>
                    <a:pt x="69608" y="163753"/>
                  </a:lnTo>
                  <a:lnTo>
                    <a:pt x="62141" y="186156"/>
                  </a:lnTo>
                  <a:lnTo>
                    <a:pt x="81878" y="186156"/>
                  </a:lnTo>
                  <a:lnTo>
                    <a:pt x="124015" y="70142"/>
                  </a:lnTo>
                  <a:close/>
                </a:path>
                <a:path w="124460" h="261620">
                  <a:moveTo>
                    <a:pt x="72809" y="0"/>
                  </a:moveTo>
                  <a:lnTo>
                    <a:pt x="50139" y="45338"/>
                  </a:lnTo>
                  <a:lnTo>
                    <a:pt x="64008" y="51739"/>
                  </a:lnTo>
                  <a:lnTo>
                    <a:pt x="92278" y="9334"/>
                  </a:lnTo>
                  <a:lnTo>
                    <a:pt x="7280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4" name="object 154"/>
          <p:cNvGrpSpPr/>
          <p:nvPr/>
        </p:nvGrpSpPr>
        <p:grpSpPr>
          <a:xfrm>
            <a:off x="5582677" y="5098541"/>
            <a:ext cx="269240" cy="200660"/>
            <a:chOff x="5582677" y="5098541"/>
            <a:chExt cx="269240" cy="200660"/>
          </a:xfrm>
        </p:grpSpPr>
        <p:pic>
          <p:nvPicPr>
            <p:cNvPr id="155" name="object 15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582677" y="5155082"/>
              <a:ext cx="124282" cy="144018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732829" y="5098541"/>
              <a:ext cx="118681" cy="200558"/>
            </a:xfrm>
            <a:prstGeom prst="rect">
              <a:avLst/>
            </a:prstGeom>
          </p:spPr>
        </p:pic>
      </p:grpSp>
      <p:grpSp>
        <p:nvGrpSpPr>
          <p:cNvPr id="157" name="object 157"/>
          <p:cNvGrpSpPr/>
          <p:nvPr/>
        </p:nvGrpSpPr>
        <p:grpSpPr>
          <a:xfrm>
            <a:off x="5959790" y="5155082"/>
            <a:ext cx="257810" cy="144145"/>
            <a:chOff x="5959790" y="5155082"/>
            <a:chExt cx="257810" cy="144145"/>
          </a:xfrm>
        </p:grpSpPr>
        <p:pic>
          <p:nvPicPr>
            <p:cNvPr id="158" name="object 15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959790" y="5155082"/>
              <a:ext cx="107480" cy="140817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109942" y="5158282"/>
              <a:ext cx="107480" cy="140817"/>
            </a:xfrm>
            <a:prstGeom prst="rect">
              <a:avLst/>
            </a:prstGeom>
          </p:spPr>
        </p:pic>
      </p:grpSp>
      <p:pic>
        <p:nvPicPr>
          <p:cNvPr id="160" name="object 160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6262761" y="5098541"/>
            <a:ext cx="175755" cy="250698"/>
          </a:xfrm>
          <a:prstGeom prst="rect">
            <a:avLst/>
          </a:prstGeom>
        </p:spPr>
      </p:pic>
      <p:grpSp>
        <p:nvGrpSpPr>
          <p:cNvPr id="161" name="object 161"/>
          <p:cNvGrpSpPr/>
          <p:nvPr/>
        </p:nvGrpSpPr>
        <p:grpSpPr>
          <a:xfrm>
            <a:off x="3370173" y="5476494"/>
            <a:ext cx="238760" cy="165100"/>
            <a:chOff x="3370173" y="5476494"/>
            <a:chExt cx="238760" cy="165100"/>
          </a:xfrm>
        </p:grpSpPr>
        <p:pic>
          <p:nvPicPr>
            <p:cNvPr id="162" name="object 162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370173" y="5476494"/>
              <a:ext cx="103402" cy="162305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508183" y="5479237"/>
              <a:ext cx="100709" cy="162306"/>
            </a:xfrm>
            <a:prstGeom prst="rect">
              <a:avLst/>
            </a:prstGeom>
          </p:spPr>
        </p:pic>
      </p:grpSp>
      <p:grpSp>
        <p:nvGrpSpPr>
          <p:cNvPr id="164" name="object 164"/>
          <p:cNvGrpSpPr/>
          <p:nvPr/>
        </p:nvGrpSpPr>
        <p:grpSpPr>
          <a:xfrm>
            <a:off x="3703665" y="5479237"/>
            <a:ext cx="248285" cy="160020"/>
            <a:chOff x="3703665" y="5479237"/>
            <a:chExt cx="248285" cy="160020"/>
          </a:xfrm>
        </p:grpSpPr>
        <p:pic>
          <p:nvPicPr>
            <p:cNvPr id="165" name="object 16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3703665" y="5479237"/>
              <a:ext cx="111970" cy="159562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843080" y="5479237"/>
              <a:ext cx="108720" cy="159562"/>
            </a:xfrm>
            <a:prstGeom prst="rect">
              <a:avLst/>
            </a:prstGeom>
          </p:spPr>
        </p:pic>
      </p:grpSp>
      <p:grpSp>
        <p:nvGrpSpPr>
          <p:cNvPr id="167" name="object 167"/>
          <p:cNvGrpSpPr/>
          <p:nvPr/>
        </p:nvGrpSpPr>
        <p:grpSpPr>
          <a:xfrm>
            <a:off x="4041540" y="5469635"/>
            <a:ext cx="617855" cy="172085"/>
            <a:chOff x="4041540" y="5469635"/>
            <a:chExt cx="617855" cy="172085"/>
          </a:xfrm>
        </p:grpSpPr>
        <p:pic>
          <p:nvPicPr>
            <p:cNvPr id="168" name="object 168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4041540" y="5518988"/>
              <a:ext cx="159270" cy="119811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32333" y="5518988"/>
              <a:ext cx="102434" cy="122555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4358988" y="5469635"/>
              <a:ext cx="97722" cy="171907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4497546" y="5521731"/>
              <a:ext cx="87942" cy="119811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4627909" y="5469635"/>
              <a:ext cx="31750" cy="169545"/>
            </a:xfrm>
            <a:custGeom>
              <a:avLst/>
              <a:gdLst/>
              <a:ahLst/>
              <a:cxnLst/>
              <a:rect l="l" t="t" r="r" b="b"/>
              <a:pathLst>
                <a:path w="31750" h="169545">
                  <a:moveTo>
                    <a:pt x="13040" y="0"/>
                  </a:moveTo>
                  <a:lnTo>
                    <a:pt x="0" y="0"/>
                  </a:lnTo>
                  <a:lnTo>
                    <a:pt x="0" y="159235"/>
                  </a:lnTo>
                  <a:lnTo>
                    <a:pt x="1231" y="162656"/>
                  </a:lnTo>
                  <a:lnTo>
                    <a:pt x="6158" y="167862"/>
                  </a:lnTo>
                  <a:lnTo>
                    <a:pt x="9742" y="169163"/>
                  </a:lnTo>
                  <a:lnTo>
                    <a:pt x="31214" y="169163"/>
                  </a:lnTo>
                  <a:lnTo>
                    <a:pt x="31214" y="157698"/>
                  </a:lnTo>
                  <a:lnTo>
                    <a:pt x="13040" y="157698"/>
                  </a:lnTo>
                  <a:lnTo>
                    <a:pt x="1304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3" name="object 173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4730346" y="5518988"/>
            <a:ext cx="86650" cy="122555"/>
          </a:xfrm>
          <a:prstGeom prst="rect">
            <a:avLst/>
          </a:prstGeom>
        </p:spPr>
      </p:pic>
      <p:pic>
        <p:nvPicPr>
          <p:cNvPr id="174" name="object 174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4905222" y="5469635"/>
            <a:ext cx="978750" cy="214884"/>
          </a:xfrm>
          <a:prstGeom prst="rect">
            <a:avLst/>
          </a:prstGeom>
        </p:spPr>
      </p:pic>
      <p:grpSp>
        <p:nvGrpSpPr>
          <p:cNvPr id="175" name="object 175"/>
          <p:cNvGrpSpPr/>
          <p:nvPr/>
        </p:nvGrpSpPr>
        <p:grpSpPr>
          <a:xfrm>
            <a:off x="5978020" y="5469635"/>
            <a:ext cx="807720" cy="215265"/>
            <a:chOff x="5978020" y="5469635"/>
            <a:chExt cx="807720" cy="215265"/>
          </a:xfrm>
        </p:grpSpPr>
        <p:pic>
          <p:nvPicPr>
            <p:cNvPr id="176" name="object 176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5978020" y="5518988"/>
              <a:ext cx="97722" cy="165531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6109271" y="5471235"/>
              <a:ext cx="97155" cy="167640"/>
            </a:xfrm>
            <a:custGeom>
              <a:avLst/>
              <a:gdLst/>
              <a:ahLst/>
              <a:cxnLst/>
              <a:rect l="l" t="t" r="r" b="b"/>
              <a:pathLst>
                <a:path w="97154" h="167639">
                  <a:moveTo>
                    <a:pt x="56845" y="50495"/>
                  </a:moveTo>
                  <a:lnTo>
                    <a:pt x="42227" y="50495"/>
                  </a:lnTo>
                  <a:lnTo>
                    <a:pt x="36588" y="51485"/>
                  </a:lnTo>
                  <a:lnTo>
                    <a:pt x="14008" y="71501"/>
                  </a:lnTo>
                  <a:lnTo>
                    <a:pt x="13042" y="71501"/>
                  </a:lnTo>
                  <a:lnTo>
                    <a:pt x="13042" y="50495"/>
                  </a:lnTo>
                  <a:lnTo>
                    <a:pt x="0" y="50495"/>
                  </a:lnTo>
                  <a:lnTo>
                    <a:pt x="0" y="167563"/>
                  </a:lnTo>
                  <a:lnTo>
                    <a:pt x="13042" y="167563"/>
                  </a:lnTo>
                  <a:lnTo>
                    <a:pt x="13042" y="82537"/>
                  </a:lnTo>
                  <a:lnTo>
                    <a:pt x="14478" y="78181"/>
                  </a:lnTo>
                  <a:lnTo>
                    <a:pt x="20218" y="71031"/>
                  </a:lnTo>
                  <a:lnTo>
                    <a:pt x="24155" y="68262"/>
                  </a:lnTo>
                  <a:lnTo>
                    <a:pt x="34201" y="64338"/>
                  </a:lnTo>
                  <a:lnTo>
                    <a:pt x="39928" y="63360"/>
                  </a:lnTo>
                  <a:lnTo>
                    <a:pt x="56845" y="63360"/>
                  </a:lnTo>
                  <a:lnTo>
                    <a:pt x="56845" y="50495"/>
                  </a:lnTo>
                  <a:close/>
                </a:path>
                <a:path w="97154" h="167639">
                  <a:moveTo>
                    <a:pt x="94615" y="50495"/>
                  </a:moveTo>
                  <a:lnTo>
                    <a:pt x="81584" y="50495"/>
                  </a:lnTo>
                  <a:lnTo>
                    <a:pt x="81584" y="167563"/>
                  </a:lnTo>
                  <a:lnTo>
                    <a:pt x="94615" y="167563"/>
                  </a:lnTo>
                  <a:lnTo>
                    <a:pt x="94615" y="50495"/>
                  </a:lnTo>
                  <a:close/>
                </a:path>
                <a:path w="97154" h="167639">
                  <a:moveTo>
                    <a:pt x="96939" y="5816"/>
                  </a:moveTo>
                  <a:lnTo>
                    <a:pt x="96253" y="3873"/>
                  </a:lnTo>
                  <a:lnTo>
                    <a:pt x="93522" y="774"/>
                  </a:lnTo>
                  <a:lnTo>
                    <a:pt x="91249" y="0"/>
                  </a:lnTo>
                  <a:lnTo>
                    <a:pt x="84963" y="0"/>
                  </a:lnTo>
                  <a:lnTo>
                    <a:pt x="82702" y="774"/>
                  </a:lnTo>
                  <a:lnTo>
                    <a:pt x="79870" y="3873"/>
                  </a:lnTo>
                  <a:lnTo>
                    <a:pt x="79171" y="5816"/>
                  </a:lnTo>
                  <a:lnTo>
                    <a:pt x="79171" y="12928"/>
                  </a:lnTo>
                  <a:lnTo>
                    <a:pt x="79870" y="14871"/>
                  </a:lnTo>
                  <a:lnTo>
                    <a:pt x="82702" y="17970"/>
                  </a:lnTo>
                  <a:lnTo>
                    <a:pt x="84963" y="18745"/>
                  </a:lnTo>
                  <a:lnTo>
                    <a:pt x="91249" y="18745"/>
                  </a:lnTo>
                  <a:lnTo>
                    <a:pt x="93522" y="17970"/>
                  </a:lnTo>
                  <a:lnTo>
                    <a:pt x="96253" y="14871"/>
                  </a:lnTo>
                  <a:lnTo>
                    <a:pt x="96939" y="12928"/>
                  </a:lnTo>
                  <a:lnTo>
                    <a:pt x="96939" y="581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8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6236676" y="5518988"/>
              <a:ext cx="103341" cy="122555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67054" y="5518988"/>
              <a:ext cx="159269" cy="119811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6557848" y="5518988"/>
              <a:ext cx="102433" cy="122555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6693392" y="5469635"/>
              <a:ext cx="91907" cy="169163"/>
            </a:xfrm>
            <a:prstGeom prst="rect">
              <a:avLst/>
            </a:prstGeom>
          </p:spPr>
        </p:pic>
      </p:grpSp>
      <p:pic>
        <p:nvPicPr>
          <p:cNvPr id="182" name="object 182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6854882" y="5518988"/>
            <a:ext cx="103341" cy="122555"/>
          </a:xfrm>
          <a:prstGeom prst="rect">
            <a:avLst/>
          </a:prstGeom>
        </p:spPr>
      </p:pic>
      <p:grpSp>
        <p:nvGrpSpPr>
          <p:cNvPr id="183" name="object 183"/>
          <p:cNvGrpSpPr/>
          <p:nvPr/>
        </p:nvGrpSpPr>
        <p:grpSpPr>
          <a:xfrm>
            <a:off x="7039209" y="5471236"/>
            <a:ext cx="948690" cy="170815"/>
            <a:chOff x="7039209" y="5471236"/>
            <a:chExt cx="948690" cy="170815"/>
          </a:xfrm>
        </p:grpSpPr>
        <p:pic>
          <p:nvPicPr>
            <p:cNvPr id="184" name="object 184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7039209" y="5518988"/>
              <a:ext cx="288523" cy="122555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7353682" y="5518988"/>
              <a:ext cx="87946" cy="119811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7480048" y="5471236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39">
                  <a:moveTo>
                    <a:pt x="12077" y="0"/>
                  </a:moveTo>
                  <a:lnTo>
                    <a:pt x="5788" y="0"/>
                  </a:lnTo>
                  <a:lnTo>
                    <a:pt x="3533" y="774"/>
                  </a:lnTo>
                  <a:lnTo>
                    <a:pt x="706" y="3872"/>
                  </a:lnTo>
                  <a:lnTo>
                    <a:pt x="0" y="5815"/>
                  </a:lnTo>
                  <a:lnTo>
                    <a:pt x="0" y="12926"/>
                  </a:lnTo>
                  <a:lnTo>
                    <a:pt x="706" y="14869"/>
                  </a:lnTo>
                  <a:lnTo>
                    <a:pt x="3533" y="17966"/>
                  </a:lnTo>
                  <a:lnTo>
                    <a:pt x="5788" y="18741"/>
                  </a:lnTo>
                  <a:lnTo>
                    <a:pt x="12077" y="18741"/>
                  </a:lnTo>
                  <a:lnTo>
                    <a:pt x="14356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5"/>
                  </a:lnTo>
                  <a:lnTo>
                    <a:pt x="17090" y="3872"/>
                  </a:lnTo>
                  <a:lnTo>
                    <a:pt x="14356" y="774"/>
                  </a:lnTo>
                  <a:lnTo>
                    <a:pt x="12077" y="0"/>
                  </a:lnTo>
                  <a:close/>
                </a:path>
                <a:path w="17779" h="167639">
                  <a:moveTo>
                    <a:pt x="15452" y="50495"/>
                  </a:moveTo>
                  <a:lnTo>
                    <a:pt x="2410" y="50495"/>
                  </a:lnTo>
                  <a:lnTo>
                    <a:pt x="2410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7528610" y="5518988"/>
              <a:ext cx="93925" cy="122555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641841" y="5518988"/>
              <a:ext cx="103341" cy="122555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72219" y="5518988"/>
              <a:ext cx="159269" cy="119811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7969909" y="5471236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39">
                  <a:moveTo>
                    <a:pt x="12077" y="0"/>
                  </a:moveTo>
                  <a:lnTo>
                    <a:pt x="5789" y="0"/>
                  </a:lnTo>
                  <a:lnTo>
                    <a:pt x="3533" y="774"/>
                  </a:lnTo>
                  <a:lnTo>
                    <a:pt x="707" y="3872"/>
                  </a:lnTo>
                  <a:lnTo>
                    <a:pt x="0" y="5815"/>
                  </a:lnTo>
                  <a:lnTo>
                    <a:pt x="0" y="12926"/>
                  </a:lnTo>
                  <a:lnTo>
                    <a:pt x="707" y="14869"/>
                  </a:lnTo>
                  <a:lnTo>
                    <a:pt x="3533" y="17966"/>
                  </a:lnTo>
                  <a:lnTo>
                    <a:pt x="5789" y="18741"/>
                  </a:lnTo>
                  <a:lnTo>
                    <a:pt x="12077" y="18741"/>
                  </a:lnTo>
                  <a:lnTo>
                    <a:pt x="14357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5"/>
                  </a:lnTo>
                  <a:lnTo>
                    <a:pt x="17090" y="3872"/>
                  </a:lnTo>
                  <a:lnTo>
                    <a:pt x="14357" y="774"/>
                  </a:lnTo>
                  <a:lnTo>
                    <a:pt x="12077" y="0"/>
                  </a:lnTo>
                  <a:close/>
                </a:path>
                <a:path w="17779" h="167639">
                  <a:moveTo>
                    <a:pt x="15452" y="50495"/>
                  </a:moveTo>
                  <a:lnTo>
                    <a:pt x="2411" y="50495"/>
                  </a:lnTo>
                  <a:lnTo>
                    <a:pt x="2411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1" name="object 191"/>
          <p:cNvGrpSpPr/>
          <p:nvPr/>
        </p:nvGrpSpPr>
        <p:grpSpPr>
          <a:xfrm>
            <a:off x="8081729" y="5463235"/>
            <a:ext cx="698500" cy="178435"/>
            <a:chOff x="8081729" y="5463235"/>
            <a:chExt cx="698500" cy="178435"/>
          </a:xfrm>
        </p:grpSpPr>
        <p:pic>
          <p:nvPicPr>
            <p:cNvPr id="192" name="object 192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8081729" y="5469635"/>
              <a:ext cx="91907" cy="169163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8198910" y="5521731"/>
              <a:ext cx="57150" cy="117475"/>
            </a:xfrm>
            <a:custGeom>
              <a:avLst/>
              <a:gdLst/>
              <a:ahLst/>
              <a:cxnLst/>
              <a:rect l="l" t="t" r="r" b="b"/>
              <a:pathLst>
                <a:path w="57150" h="117475">
                  <a:moveTo>
                    <a:pt x="56842" y="0"/>
                  </a:moveTo>
                  <a:lnTo>
                    <a:pt x="42227" y="0"/>
                  </a:lnTo>
                  <a:lnTo>
                    <a:pt x="36592" y="984"/>
                  </a:lnTo>
                  <a:lnTo>
                    <a:pt x="14005" y="21005"/>
                  </a:lnTo>
                  <a:lnTo>
                    <a:pt x="13040" y="21005"/>
                  </a:lnTo>
                  <a:lnTo>
                    <a:pt x="13040" y="0"/>
                  </a:lnTo>
                  <a:lnTo>
                    <a:pt x="0" y="0"/>
                  </a:lnTo>
                  <a:lnTo>
                    <a:pt x="0" y="117068"/>
                  </a:lnTo>
                  <a:lnTo>
                    <a:pt x="13040" y="117068"/>
                  </a:lnTo>
                  <a:lnTo>
                    <a:pt x="13040" y="32033"/>
                  </a:lnTo>
                  <a:lnTo>
                    <a:pt x="14475" y="27686"/>
                  </a:lnTo>
                  <a:lnTo>
                    <a:pt x="20217" y="20530"/>
                  </a:lnTo>
                  <a:lnTo>
                    <a:pt x="24163" y="17762"/>
                  </a:lnTo>
                  <a:lnTo>
                    <a:pt x="34204" y="13843"/>
                  </a:lnTo>
                  <a:lnTo>
                    <a:pt x="39932" y="12862"/>
                  </a:lnTo>
                  <a:lnTo>
                    <a:pt x="56842" y="12862"/>
                  </a:lnTo>
                  <a:lnTo>
                    <a:pt x="56842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194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278907" y="5521731"/>
              <a:ext cx="87943" cy="119811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8511160" y="5518988"/>
              <a:ext cx="87946" cy="119811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8395146" y="5464378"/>
              <a:ext cx="88239" cy="174421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8637243" y="5463235"/>
              <a:ext cx="142770" cy="178308"/>
            </a:xfrm>
            <a:prstGeom prst="rect">
              <a:avLst/>
            </a:prstGeom>
          </p:spPr>
        </p:pic>
      </p:grpSp>
      <p:grpSp>
        <p:nvGrpSpPr>
          <p:cNvPr id="198" name="object 198"/>
          <p:cNvGrpSpPr/>
          <p:nvPr/>
        </p:nvGrpSpPr>
        <p:grpSpPr>
          <a:xfrm>
            <a:off x="8848786" y="5464378"/>
            <a:ext cx="419734" cy="206375"/>
            <a:chOff x="8848786" y="5464378"/>
            <a:chExt cx="419734" cy="206375"/>
          </a:xfrm>
        </p:grpSpPr>
        <p:pic>
          <p:nvPicPr>
            <p:cNvPr id="199" name="object 199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8848786" y="5464378"/>
              <a:ext cx="88239" cy="174421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8962386" y="5471236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39">
                  <a:moveTo>
                    <a:pt x="12077" y="0"/>
                  </a:moveTo>
                  <a:lnTo>
                    <a:pt x="5789" y="0"/>
                  </a:lnTo>
                  <a:lnTo>
                    <a:pt x="3534" y="774"/>
                  </a:lnTo>
                  <a:lnTo>
                    <a:pt x="707" y="3872"/>
                  </a:lnTo>
                  <a:lnTo>
                    <a:pt x="0" y="5815"/>
                  </a:lnTo>
                  <a:lnTo>
                    <a:pt x="0" y="12926"/>
                  </a:lnTo>
                  <a:lnTo>
                    <a:pt x="707" y="14869"/>
                  </a:lnTo>
                  <a:lnTo>
                    <a:pt x="3534" y="17966"/>
                  </a:lnTo>
                  <a:lnTo>
                    <a:pt x="5789" y="18741"/>
                  </a:lnTo>
                  <a:lnTo>
                    <a:pt x="12077" y="18741"/>
                  </a:lnTo>
                  <a:lnTo>
                    <a:pt x="14357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5"/>
                  </a:lnTo>
                  <a:lnTo>
                    <a:pt x="17090" y="3872"/>
                  </a:lnTo>
                  <a:lnTo>
                    <a:pt x="14357" y="774"/>
                  </a:lnTo>
                  <a:lnTo>
                    <a:pt x="12077" y="0"/>
                  </a:lnTo>
                  <a:close/>
                </a:path>
                <a:path w="17779" h="167639">
                  <a:moveTo>
                    <a:pt x="15452" y="50495"/>
                  </a:moveTo>
                  <a:lnTo>
                    <a:pt x="2411" y="50495"/>
                  </a:lnTo>
                  <a:lnTo>
                    <a:pt x="2411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9003784" y="5518988"/>
              <a:ext cx="264421" cy="151461"/>
            </a:xfrm>
            <a:prstGeom prst="rect">
              <a:avLst/>
            </a:prstGeom>
          </p:spPr>
        </p:pic>
      </p:grpSp>
      <p:grpSp>
        <p:nvGrpSpPr>
          <p:cNvPr id="202" name="object 202"/>
          <p:cNvGrpSpPr/>
          <p:nvPr/>
        </p:nvGrpSpPr>
        <p:grpSpPr>
          <a:xfrm>
            <a:off x="9353219" y="5417515"/>
            <a:ext cx="813435" cy="253365"/>
            <a:chOff x="9353219" y="5417515"/>
            <a:chExt cx="813435" cy="253365"/>
          </a:xfrm>
        </p:grpSpPr>
        <p:pic>
          <p:nvPicPr>
            <p:cNvPr id="203" name="object 20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53219" y="5469635"/>
              <a:ext cx="97722" cy="171907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9490669" y="5417515"/>
              <a:ext cx="136676" cy="221284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9655117" y="5469635"/>
              <a:ext cx="209294" cy="171907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9891448" y="5518988"/>
              <a:ext cx="159270" cy="119811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10089134" y="5471235"/>
              <a:ext cx="77470" cy="199390"/>
            </a:xfrm>
            <a:custGeom>
              <a:avLst/>
              <a:gdLst/>
              <a:ahLst/>
              <a:cxnLst/>
              <a:rect l="l" t="t" r="r" b="b"/>
              <a:pathLst>
                <a:path w="77470" h="199389">
                  <a:moveTo>
                    <a:pt x="15455" y="50495"/>
                  </a:moveTo>
                  <a:lnTo>
                    <a:pt x="2413" y="50495"/>
                  </a:lnTo>
                  <a:lnTo>
                    <a:pt x="2413" y="167563"/>
                  </a:lnTo>
                  <a:lnTo>
                    <a:pt x="15455" y="167563"/>
                  </a:lnTo>
                  <a:lnTo>
                    <a:pt x="15455" y="50495"/>
                  </a:lnTo>
                  <a:close/>
                </a:path>
                <a:path w="77470" h="199389">
                  <a:moveTo>
                    <a:pt x="17767" y="5816"/>
                  </a:moveTo>
                  <a:lnTo>
                    <a:pt x="17094" y="3873"/>
                  </a:lnTo>
                  <a:lnTo>
                    <a:pt x="14351" y="774"/>
                  </a:lnTo>
                  <a:lnTo>
                    <a:pt x="12077" y="0"/>
                  </a:lnTo>
                  <a:lnTo>
                    <a:pt x="5791" y="0"/>
                  </a:lnTo>
                  <a:lnTo>
                    <a:pt x="3530" y="774"/>
                  </a:lnTo>
                  <a:lnTo>
                    <a:pt x="711" y="3873"/>
                  </a:lnTo>
                  <a:lnTo>
                    <a:pt x="0" y="5816"/>
                  </a:lnTo>
                  <a:lnTo>
                    <a:pt x="0" y="12928"/>
                  </a:lnTo>
                  <a:lnTo>
                    <a:pt x="711" y="14871"/>
                  </a:lnTo>
                  <a:lnTo>
                    <a:pt x="3530" y="17970"/>
                  </a:lnTo>
                  <a:lnTo>
                    <a:pt x="5791" y="18745"/>
                  </a:lnTo>
                  <a:lnTo>
                    <a:pt x="12077" y="18745"/>
                  </a:lnTo>
                  <a:lnTo>
                    <a:pt x="14351" y="17970"/>
                  </a:lnTo>
                  <a:lnTo>
                    <a:pt x="17094" y="14871"/>
                  </a:lnTo>
                  <a:lnTo>
                    <a:pt x="17767" y="12928"/>
                  </a:lnTo>
                  <a:lnTo>
                    <a:pt x="17767" y="5816"/>
                  </a:lnTo>
                  <a:close/>
                </a:path>
                <a:path w="77470" h="199389">
                  <a:moveTo>
                    <a:pt x="77241" y="154000"/>
                  </a:moveTo>
                  <a:lnTo>
                    <a:pt x="76390" y="151472"/>
                  </a:lnTo>
                  <a:lnTo>
                    <a:pt x="72986" y="147510"/>
                  </a:lnTo>
                  <a:lnTo>
                    <a:pt x="70218" y="146519"/>
                  </a:lnTo>
                  <a:lnTo>
                    <a:pt x="66408" y="146519"/>
                  </a:lnTo>
                  <a:lnTo>
                    <a:pt x="62636" y="146519"/>
                  </a:lnTo>
                  <a:lnTo>
                    <a:pt x="59867" y="147510"/>
                  </a:lnTo>
                  <a:lnTo>
                    <a:pt x="56299" y="151472"/>
                  </a:lnTo>
                  <a:lnTo>
                    <a:pt x="55410" y="154000"/>
                  </a:lnTo>
                  <a:lnTo>
                    <a:pt x="55410" y="162217"/>
                  </a:lnTo>
                  <a:lnTo>
                    <a:pt x="56057" y="164274"/>
                  </a:lnTo>
                  <a:lnTo>
                    <a:pt x="58661" y="167716"/>
                  </a:lnTo>
                  <a:lnTo>
                    <a:pt x="60769" y="168808"/>
                  </a:lnTo>
                  <a:lnTo>
                    <a:pt x="63703" y="169265"/>
                  </a:lnTo>
                  <a:lnTo>
                    <a:pt x="62776" y="174193"/>
                  </a:lnTo>
                  <a:lnTo>
                    <a:pt x="60972" y="179108"/>
                  </a:lnTo>
                  <a:lnTo>
                    <a:pt x="55562" y="188912"/>
                  </a:lnTo>
                  <a:lnTo>
                    <a:pt x="51689" y="193979"/>
                  </a:lnTo>
                  <a:lnTo>
                    <a:pt x="46647" y="199224"/>
                  </a:lnTo>
                  <a:lnTo>
                    <a:pt x="57683" y="199224"/>
                  </a:lnTo>
                  <a:lnTo>
                    <a:pt x="63588" y="193992"/>
                  </a:lnTo>
                  <a:lnTo>
                    <a:pt x="68326" y="187706"/>
                  </a:lnTo>
                  <a:lnTo>
                    <a:pt x="75463" y="172999"/>
                  </a:lnTo>
                  <a:lnTo>
                    <a:pt x="77241" y="166243"/>
                  </a:lnTo>
                  <a:lnTo>
                    <a:pt x="77241" y="15400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8" name="object 208"/>
          <p:cNvGrpSpPr/>
          <p:nvPr/>
        </p:nvGrpSpPr>
        <p:grpSpPr>
          <a:xfrm>
            <a:off x="10250984" y="5469635"/>
            <a:ext cx="841375" cy="172085"/>
            <a:chOff x="10250984" y="5469635"/>
            <a:chExt cx="841375" cy="172085"/>
          </a:xfrm>
        </p:grpSpPr>
        <p:pic>
          <p:nvPicPr>
            <p:cNvPr id="209" name="object 209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0250984" y="5518988"/>
              <a:ext cx="102434" cy="122555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505959" y="5518988"/>
              <a:ext cx="86649" cy="122555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0386528" y="5469635"/>
              <a:ext cx="97722" cy="171907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0617246" y="5518988"/>
              <a:ext cx="103341" cy="122555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0747624" y="5469635"/>
              <a:ext cx="87946" cy="169163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876402" y="5518988"/>
              <a:ext cx="159269" cy="119811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11074091" y="5471236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39">
                  <a:moveTo>
                    <a:pt x="12077" y="0"/>
                  </a:moveTo>
                  <a:lnTo>
                    <a:pt x="5788" y="0"/>
                  </a:lnTo>
                  <a:lnTo>
                    <a:pt x="3533" y="774"/>
                  </a:lnTo>
                  <a:lnTo>
                    <a:pt x="707" y="3872"/>
                  </a:lnTo>
                  <a:lnTo>
                    <a:pt x="0" y="5815"/>
                  </a:lnTo>
                  <a:lnTo>
                    <a:pt x="0" y="12926"/>
                  </a:lnTo>
                  <a:lnTo>
                    <a:pt x="707" y="14869"/>
                  </a:lnTo>
                  <a:lnTo>
                    <a:pt x="3533" y="17966"/>
                  </a:lnTo>
                  <a:lnTo>
                    <a:pt x="5788" y="18741"/>
                  </a:lnTo>
                  <a:lnTo>
                    <a:pt x="12077" y="18741"/>
                  </a:lnTo>
                  <a:lnTo>
                    <a:pt x="14356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5"/>
                  </a:lnTo>
                  <a:lnTo>
                    <a:pt x="17090" y="3872"/>
                  </a:lnTo>
                  <a:lnTo>
                    <a:pt x="14356" y="774"/>
                  </a:lnTo>
                  <a:lnTo>
                    <a:pt x="12077" y="0"/>
                  </a:lnTo>
                  <a:close/>
                </a:path>
                <a:path w="17779" h="167639">
                  <a:moveTo>
                    <a:pt x="15452" y="50495"/>
                  </a:moveTo>
                  <a:lnTo>
                    <a:pt x="2411" y="50495"/>
                  </a:lnTo>
                  <a:lnTo>
                    <a:pt x="2411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6" name="object 216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11176270" y="5518988"/>
            <a:ext cx="103342" cy="122555"/>
          </a:xfrm>
          <a:prstGeom prst="rect">
            <a:avLst/>
          </a:prstGeom>
        </p:spPr>
      </p:pic>
      <p:grpSp>
        <p:nvGrpSpPr>
          <p:cNvPr id="217" name="object 217"/>
          <p:cNvGrpSpPr/>
          <p:nvPr/>
        </p:nvGrpSpPr>
        <p:grpSpPr>
          <a:xfrm>
            <a:off x="11359013" y="5469635"/>
            <a:ext cx="715645" cy="172085"/>
            <a:chOff x="11359013" y="5469635"/>
            <a:chExt cx="715645" cy="172085"/>
          </a:xfrm>
        </p:grpSpPr>
        <p:pic>
          <p:nvPicPr>
            <p:cNvPr id="218" name="object 218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1359013" y="5521731"/>
              <a:ext cx="87942" cy="119811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1489376" y="5469635"/>
              <a:ext cx="87946" cy="169163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11618153" y="5469635"/>
              <a:ext cx="31750" cy="169545"/>
            </a:xfrm>
            <a:custGeom>
              <a:avLst/>
              <a:gdLst/>
              <a:ahLst/>
              <a:cxnLst/>
              <a:rect l="l" t="t" r="r" b="b"/>
              <a:pathLst>
                <a:path w="31750" h="169545">
                  <a:moveTo>
                    <a:pt x="13041" y="0"/>
                  </a:moveTo>
                  <a:lnTo>
                    <a:pt x="0" y="0"/>
                  </a:lnTo>
                  <a:lnTo>
                    <a:pt x="0" y="159235"/>
                  </a:lnTo>
                  <a:lnTo>
                    <a:pt x="1231" y="162656"/>
                  </a:lnTo>
                  <a:lnTo>
                    <a:pt x="6158" y="167862"/>
                  </a:lnTo>
                  <a:lnTo>
                    <a:pt x="9743" y="169163"/>
                  </a:lnTo>
                  <a:lnTo>
                    <a:pt x="31215" y="169163"/>
                  </a:lnTo>
                  <a:lnTo>
                    <a:pt x="31215" y="157698"/>
                  </a:lnTo>
                  <a:lnTo>
                    <a:pt x="13041" y="157698"/>
                  </a:lnTo>
                  <a:lnTo>
                    <a:pt x="13041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1" name="object 221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1668823" y="5518988"/>
              <a:ext cx="103341" cy="122555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1799201" y="5518988"/>
              <a:ext cx="159270" cy="119811"/>
            </a:xfrm>
            <a:prstGeom prst="rect">
              <a:avLst/>
            </a:prstGeom>
          </p:spPr>
        </p:pic>
        <p:sp>
          <p:nvSpPr>
            <p:cNvPr id="223" name="object 223"/>
            <p:cNvSpPr/>
            <p:nvPr/>
          </p:nvSpPr>
          <p:spPr>
            <a:xfrm>
              <a:off x="11996890" y="5471235"/>
              <a:ext cx="77470" cy="170180"/>
            </a:xfrm>
            <a:custGeom>
              <a:avLst/>
              <a:gdLst/>
              <a:ahLst/>
              <a:cxnLst/>
              <a:rect l="l" t="t" r="r" b="b"/>
              <a:pathLst>
                <a:path w="77470" h="170179">
                  <a:moveTo>
                    <a:pt x="15443" y="50495"/>
                  </a:moveTo>
                  <a:lnTo>
                    <a:pt x="2413" y="50495"/>
                  </a:lnTo>
                  <a:lnTo>
                    <a:pt x="2413" y="167563"/>
                  </a:lnTo>
                  <a:lnTo>
                    <a:pt x="15443" y="167563"/>
                  </a:lnTo>
                  <a:lnTo>
                    <a:pt x="15443" y="50495"/>
                  </a:lnTo>
                  <a:close/>
                </a:path>
                <a:path w="77470" h="170179">
                  <a:moveTo>
                    <a:pt x="17767" y="5816"/>
                  </a:moveTo>
                  <a:lnTo>
                    <a:pt x="17081" y="3873"/>
                  </a:lnTo>
                  <a:lnTo>
                    <a:pt x="14351" y="774"/>
                  </a:lnTo>
                  <a:lnTo>
                    <a:pt x="12077" y="0"/>
                  </a:lnTo>
                  <a:lnTo>
                    <a:pt x="5791" y="0"/>
                  </a:lnTo>
                  <a:lnTo>
                    <a:pt x="3530" y="774"/>
                  </a:lnTo>
                  <a:lnTo>
                    <a:pt x="698" y="3873"/>
                  </a:lnTo>
                  <a:lnTo>
                    <a:pt x="0" y="5816"/>
                  </a:lnTo>
                  <a:lnTo>
                    <a:pt x="0" y="12928"/>
                  </a:lnTo>
                  <a:lnTo>
                    <a:pt x="698" y="14871"/>
                  </a:lnTo>
                  <a:lnTo>
                    <a:pt x="3530" y="17970"/>
                  </a:lnTo>
                  <a:lnTo>
                    <a:pt x="5791" y="18745"/>
                  </a:lnTo>
                  <a:lnTo>
                    <a:pt x="12077" y="18745"/>
                  </a:lnTo>
                  <a:lnTo>
                    <a:pt x="14351" y="17970"/>
                  </a:lnTo>
                  <a:lnTo>
                    <a:pt x="17081" y="14871"/>
                  </a:lnTo>
                  <a:lnTo>
                    <a:pt x="17767" y="12928"/>
                  </a:lnTo>
                  <a:lnTo>
                    <a:pt x="17767" y="5816"/>
                  </a:lnTo>
                  <a:close/>
                </a:path>
                <a:path w="77470" h="170179">
                  <a:moveTo>
                    <a:pt x="77241" y="153708"/>
                  </a:moveTo>
                  <a:lnTo>
                    <a:pt x="76377" y="151206"/>
                  </a:lnTo>
                  <a:lnTo>
                    <a:pt x="72910" y="147459"/>
                  </a:lnTo>
                  <a:lnTo>
                    <a:pt x="70129" y="146519"/>
                  </a:lnTo>
                  <a:lnTo>
                    <a:pt x="62661" y="146519"/>
                  </a:lnTo>
                  <a:lnTo>
                    <a:pt x="59931" y="147459"/>
                  </a:lnTo>
                  <a:lnTo>
                    <a:pt x="56311" y="151206"/>
                  </a:lnTo>
                  <a:lnTo>
                    <a:pt x="55397" y="153708"/>
                  </a:lnTo>
                  <a:lnTo>
                    <a:pt x="55397" y="162407"/>
                  </a:lnTo>
                  <a:lnTo>
                    <a:pt x="56311" y="164884"/>
                  </a:lnTo>
                  <a:lnTo>
                    <a:pt x="59931" y="168732"/>
                  </a:lnTo>
                  <a:lnTo>
                    <a:pt x="62661" y="169684"/>
                  </a:lnTo>
                  <a:lnTo>
                    <a:pt x="66319" y="169684"/>
                  </a:lnTo>
                  <a:lnTo>
                    <a:pt x="70129" y="169684"/>
                  </a:lnTo>
                  <a:lnTo>
                    <a:pt x="72910" y="168732"/>
                  </a:lnTo>
                  <a:lnTo>
                    <a:pt x="76377" y="164884"/>
                  </a:lnTo>
                  <a:lnTo>
                    <a:pt x="77241" y="162407"/>
                  </a:lnTo>
                  <a:lnTo>
                    <a:pt x="77241" y="153708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4" name="object 224"/>
          <p:cNvSpPr txBox="1"/>
          <p:nvPr/>
        </p:nvSpPr>
        <p:spPr>
          <a:xfrm>
            <a:off x="939800" y="6083300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4683A"/>
                </a:solidFill>
                <a:latin typeface="Courier New"/>
                <a:cs typeface="Courier New"/>
              </a:rPr>
              <a:t>~</a:t>
            </a:r>
            <a:r>
              <a:rPr sz="1800" spc="43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800" spc="165" dirty="0">
                <a:solidFill>
                  <a:srgbClr val="C4683A"/>
                </a:solidFill>
                <a:latin typeface="Courier New"/>
                <a:cs typeface="Courier New"/>
              </a:rPr>
              <a:t>REWORK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225" name="object 225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3377603" y="6127241"/>
            <a:ext cx="1032395" cy="253898"/>
          </a:xfrm>
          <a:prstGeom prst="rect">
            <a:avLst/>
          </a:prstGeom>
        </p:spPr>
      </p:pic>
      <p:pic>
        <p:nvPicPr>
          <p:cNvPr id="226" name="object 226"/>
          <p:cNvPicPr/>
          <p:nvPr/>
        </p:nvPicPr>
        <p:blipFill>
          <a:blip r:embed="rId111" cstate="print"/>
          <a:stretch>
            <a:fillRect/>
          </a:stretch>
        </p:blipFill>
        <p:spPr>
          <a:xfrm>
            <a:off x="4486807" y="6183782"/>
            <a:ext cx="122948" cy="144018"/>
          </a:xfrm>
          <a:prstGeom prst="rect">
            <a:avLst/>
          </a:prstGeom>
        </p:spPr>
      </p:pic>
      <p:pic>
        <p:nvPicPr>
          <p:cNvPr id="227" name="object 227"/>
          <p:cNvPicPr/>
          <p:nvPr/>
        </p:nvPicPr>
        <p:blipFill>
          <a:blip r:embed="rId112" cstate="print"/>
          <a:stretch>
            <a:fillRect/>
          </a:stretch>
        </p:blipFill>
        <p:spPr>
          <a:xfrm>
            <a:off x="4690032" y="6127241"/>
            <a:ext cx="1080401" cy="253898"/>
          </a:xfrm>
          <a:prstGeom prst="rect">
            <a:avLst/>
          </a:prstGeom>
        </p:spPr>
      </p:pic>
      <p:pic>
        <p:nvPicPr>
          <p:cNvPr id="228" name="object 228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5858178" y="6116840"/>
            <a:ext cx="1207349" cy="261099"/>
          </a:xfrm>
          <a:prstGeom prst="rect">
            <a:avLst/>
          </a:prstGeom>
        </p:spPr>
      </p:pic>
      <p:pic>
        <p:nvPicPr>
          <p:cNvPr id="229" name="object 229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3364701" y="6501460"/>
            <a:ext cx="917793" cy="221284"/>
          </a:xfrm>
          <a:prstGeom prst="rect">
            <a:avLst/>
          </a:prstGeom>
        </p:spPr>
      </p:pic>
      <p:grpSp>
        <p:nvGrpSpPr>
          <p:cNvPr id="230" name="object 230"/>
          <p:cNvGrpSpPr/>
          <p:nvPr/>
        </p:nvGrpSpPr>
        <p:grpSpPr>
          <a:xfrm>
            <a:off x="4357665" y="6501460"/>
            <a:ext cx="869315" cy="178435"/>
            <a:chOff x="4357665" y="6501460"/>
            <a:chExt cx="869315" cy="178435"/>
          </a:xfrm>
        </p:grpSpPr>
        <p:pic>
          <p:nvPicPr>
            <p:cNvPr id="231" name="object 2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57665" y="6557213"/>
              <a:ext cx="86649" cy="122555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4478592" y="6501460"/>
              <a:ext cx="209368" cy="178308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4714923" y="6507860"/>
              <a:ext cx="209293" cy="171907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951253" y="6557213"/>
              <a:ext cx="87946" cy="119811"/>
            </a:xfrm>
            <a:prstGeom prst="rect">
              <a:avLst/>
            </a:prstGeom>
          </p:spPr>
        </p:pic>
        <p:sp>
          <p:nvSpPr>
            <p:cNvPr id="235" name="object 235"/>
            <p:cNvSpPr/>
            <p:nvPr/>
          </p:nvSpPr>
          <p:spPr>
            <a:xfrm>
              <a:off x="5077619" y="6509461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40">
                  <a:moveTo>
                    <a:pt x="12077" y="0"/>
                  </a:moveTo>
                  <a:lnTo>
                    <a:pt x="5788" y="0"/>
                  </a:lnTo>
                  <a:lnTo>
                    <a:pt x="3533" y="774"/>
                  </a:lnTo>
                  <a:lnTo>
                    <a:pt x="706" y="3872"/>
                  </a:lnTo>
                  <a:lnTo>
                    <a:pt x="0" y="5815"/>
                  </a:lnTo>
                  <a:lnTo>
                    <a:pt x="0" y="12926"/>
                  </a:lnTo>
                  <a:lnTo>
                    <a:pt x="706" y="14869"/>
                  </a:lnTo>
                  <a:lnTo>
                    <a:pt x="3533" y="17966"/>
                  </a:lnTo>
                  <a:lnTo>
                    <a:pt x="5788" y="18741"/>
                  </a:lnTo>
                  <a:lnTo>
                    <a:pt x="12077" y="18741"/>
                  </a:lnTo>
                  <a:lnTo>
                    <a:pt x="14356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5"/>
                  </a:lnTo>
                  <a:lnTo>
                    <a:pt x="17090" y="3872"/>
                  </a:lnTo>
                  <a:lnTo>
                    <a:pt x="14356" y="774"/>
                  </a:lnTo>
                  <a:lnTo>
                    <a:pt x="12077" y="0"/>
                  </a:lnTo>
                  <a:close/>
                </a:path>
                <a:path w="17779" h="167640">
                  <a:moveTo>
                    <a:pt x="15452" y="50495"/>
                  </a:moveTo>
                  <a:lnTo>
                    <a:pt x="2410" y="50495"/>
                  </a:lnTo>
                  <a:lnTo>
                    <a:pt x="2410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6" name="object 236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5126289" y="6557213"/>
              <a:ext cx="100168" cy="122555"/>
            </a:xfrm>
            <a:prstGeom prst="rect">
              <a:avLst/>
            </a:prstGeom>
          </p:spPr>
        </p:pic>
      </p:grpSp>
      <p:grpSp>
        <p:nvGrpSpPr>
          <p:cNvPr id="237" name="object 237"/>
          <p:cNvGrpSpPr/>
          <p:nvPr/>
        </p:nvGrpSpPr>
        <p:grpSpPr>
          <a:xfrm>
            <a:off x="5313518" y="6509461"/>
            <a:ext cx="228600" cy="213360"/>
            <a:chOff x="5313518" y="6509461"/>
            <a:chExt cx="228600" cy="213360"/>
          </a:xfrm>
        </p:grpSpPr>
        <p:pic>
          <p:nvPicPr>
            <p:cNvPr id="238" name="object 238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5313518" y="6557213"/>
              <a:ext cx="97722" cy="165531"/>
            </a:xfrm>
            <a:prstGeom prst="rect">
              <a:avLst/>
            </a:prstGeom>
          </p:spPr>
        </p:pic>
        <p:sp>
          <p:nvSpPr>
            <p:cNvPr id="239" name="object 239"/>
            <p:cNvSpPr/>
            <p:nvPr/>
          </p:nvSpPr>
          <p:spPr>
            <a:xfrm>
              <a:off x="5444769" y="6509461"/>
              <a:ext cx="97155" cy="167640"/>
            </a:xfrm>
            <a:custGeom>
              <a:avLst/>
              <a:gdLst/>
              <a:ahLst/>
              <a:cxnLst/>
              <a:rect l="l" t="t" r="r" b="b"/>
              <a:pathLst>
                <a:path w="97154" h="167640">
                  <a:moveTo>
                    <a:pt x="56845" y="50495"/>
                  </a:moveTo>
                  <a:lnTo>
                    <a:pt x="42227" y="50495"/>
                  </a:lnTo>
                  <a:lnTo>
                    <a:pt x="36588" y="51485"/>
                  </a:lnTo>
                  <a:lnTo>
                    <a:pt x="14008" y="71501"/>
                  </a:lnTo>
                  <a:lnTo>
                    <a:pt x="13042" y="71501"/>
                  </a:lnTo>
                  <a:lnTo>
                    <a:pt x="13042" y="50495"/>
                  </a:lnTo>
                  <a:lnTo>
                    <a:pt x="0" y="50495"/>
                  </a:lnTo>
                  <a:lnTo>
                    <a:pt x="0" y="167563"/>
                  </a:lnTo>
                  <a:lnTo>
                    <a:pt x="13042" y="167563"/>
                  </a:lnTo>
                  <a:lnTo>
                    <a:pt x="13042" y="82537"/>
                  </a:lnTo>
                  <a:lnTo>
                    <a:pt x="14478" y="78181"/>
                  </a:lnTo>
                  <a:lnTo>
                    <a:pt x="20218" y="71031"/>
                  </a:lnTo>
                  <a:lnTo>
                    <a:pt x="24155" y="68262"/>
                  </a:lnTo>
                  <a:lnTo>
                    <a:pt x="34201" y="64338"/>
                  </a:lnTo>
                  <a:lnTo>
                    <a:pt x="39928" y="63360"/>
                  </a:lnTo>
                  <a:lnTo>
                    <a:pt x="56845" y="63360"/>
                  </a:lnTo>
                  <a:lnTo>
                    <a:pt x="56845" y="50495"/>
                  </a:lnTo>
                  <a:close/>
                </a:path>
                <a:path w="97154" h="167640">
                  <a:moveTo>
                    <a:pt x="94615" y="50495"/>
                  </a:moveTo>
                  <a:lnTo>
                    <a:pt x="81584" y="50495"/>
                  </a:lnTo>
                  <a:lnTo>
                    <a:pt x="81584" y="167563"/>
                  </a:lnTo>
                  <a:lnTo>
                    <a:pt x="94615" y="167563"/>
                  </a:lnTo>
                  <a:lnTo>
                    <a:pt x="94615" y="50495"/>
                  </a:lnTo>
                  <a:close/>
                </a:path>
                <a:path w="97154" h="167640">
                  <a:moveTo>
                    <a:pt x="96939" y="5816"/>
                  </a:moveTo>
                  <a:lnTo>
                    <a:pt x="96253" y="3873"/>
                  </a:lnTo>
                  <a:lnTo>
                    <a:pt x="93522" y="774"/>
                  </a:lnTo>
                  <a:lnTo>
                    <a:pt x="91249" y="0"/>
                  </a:lnTo>
                  <a:lnTo>
                    <a:pt x="84963" y="0"/>
                  </a:lnTo>
                  <a:lnTo>
                    <a:pt x="82702" y="774"/>
                  </a:lnTo>
                  <a:lnTo>
                    <a:pt x="79870" y="3873"/>
                  </a:lnTo>
                  <a:lnTo>
                    <a:pt x="79171" y="5816"/>
                  </a:lnTo>
                  <a:lnTo>
                    <a:pt x="79171" y="12928"/>
                  </a:lnTo>
                  <a:lnTo>
                    <a:pt x="79870" y="14871"/>
                  </a:lnTo>
                  <a:lnTo>
                    <a:pt x="82702" y="17970"/>
                  </a:lnTo>
                  <a:lnTo>
                    <a:pt x="84963" y="18745"/>
                  </a:lnTo>
                  <a:lnTo>
                    <a:pt x="91249" y="18745"/>
                  </a:lnTo>
                  <a:lnTo>
                    <a:pt x="93522" y="17970"/>
                  </a:lnTo>
                  <a:lnTo>
                    <a:pt x="96253" y="14871"/>
                  </a:lnTo>
                  <a:lnTo>
                    <a:pt x="96939" y="12928"/>
                  </a:lnTo>
                  <a:lnTo>
                    <a:pt x="96939" y="581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0" name="object 240"/>
          <p:cNvGrpSpPr/>
          <p:nvPr/>
        </p:nvGrpSpPr>
        <p:grpSpPr>
          <a:xfrm>
            <a:off x="5621566" y="6557212"/>
            <a:ext cx="705485" cy="151765"/>
            <a:chOff x="5621566" y="6557212"/>
            <a:chExt cx="705485" cy="151765"/>
          </a:xfrm>
        </p:grpSpPr>
        <p:pic>
          <p:nvPicPr>
            <p:cNvPr id="241" name="object 241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5621566" y="6557212"/>
              <a:ext cx="207371" cy="122555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52740" y="6557212"/>
              <a:ext cx="102434" cy="122555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5988285" y="6557212"/>
              <a:ext cx="159269" cy="119811"/>
            </a:xfrm>
            <a:prstGeom prst="rect">
              <a:avLst/>
            </a:prstGeom>
          </p:spPr>
        </p:pic>
        <p:pic>
          <p:nvPicPr>
            <p:cNvPr id="244" name="object 244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179186" y="6557212"/>
              <a:ext cx="147638" cy="151461"/>
            </a:xfrm>
            <a:prstGeom prst="rect">
              <a:avLst/>
            </a:prstGeom>
          </p:spPr>
        </p:pic>
      </p:grpSp>
      <p:grpSp>
        <p:nvGrpSpPr>
          <p:cNvPr id="245" name="object 245"/>
          <p:cNvGrpSpPr/>
          <p:nvPr/>
        </p:nvGrpSpPr>
        <p:grpSpPr>
          <a:xfrm>
            <a:off x="6420729" y="6501460"/>
            <a:ext cx="740410" cy="221615"/>
            <a:chOff x="6420729" y="6501460"/>
            <a:chExt cx="740410" cy="221615"/>
          </a:xfrm>
        </p:grpSpPr>
        <p:pic>
          <p:nvPicPr>
            <p:cNvPr id="246" name="object 246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6420729" y="6557213"/>
              <a:ext cx="97723" cy="165531"/>
            </a:xfrm>
            <a:prstGeom prst="rect">
              <a:avLst/>
            </a:prstGeom>
          </p:spPr>
        </p:pic>
        <p:sp>
          <p:nvSpPr>
            <p:cNvPr id="247" name="object 247"/>
            <p:cNvSpPr/>
            <p:nvPr/>
          </p:nvSpPr>
          <p:spPr>
            <a:xfrm>
              <a:off x="6551981" y="6509460"/>
              <a:ext cx="97155" cy="167640"/>
            </a:xfrm>
            <a:custGeom>
              <a:avLst/>
              <a:gdLst/>
              <a:ahLst/>
              <a:cxnLst/>
              <a:rect l="l" t="t" r="r" b="b"/>
              <a:pathLst>
                <a:path w="97154" h="167640">
                  <a:moveTo>
                    <a:pt x="56845" y="50495"/>
                  </a:moveTo>
                  <a:lnTo>
                    <a:pt x="42227" y="50495"/>
                  </a:lnTo>
                  <a:lnTo>
                    <a:pt x="36588" y="51485"/>
                  </a:lnTo>
                  <a:lnTo>
                    <a:pt x="13995" y="71501"/>
                  </a:lnTo>
                  <a:lnTo>
                    <a:pt x="13042" y="71501"/>
                  </a:lnTo>
                  <a:lnTo>
                    <a:pt x="13042" y="50495"/>
                  </a:lnTo>
                  <a:lnTo>
                    <a:pt x="0" y="50495"/>
                  </a:lnTo>
                  <a:lnTo>
                    <a:pt x="0" y="167563"/>
                  </a:lnTo>
                  <a:lnTo>
                    <a:pt x="13042" y="167563"/>
                  </a:lnTo>
                  <a:lnTo>
                    <a:pt x="13042" y="82537"/>
                  </a:lnTo>
                  <a:lnTo>
                    <a:pt x="14478" y="78181"/>
                  </a:lnTo>
                  <a:lnTo>
                    <a:pt x="20218" y="71031"/>
                  </a:lnTo>
                  <a:lnTo>
                    <a:pt x="24155" y="68262"/>
                  </a:lnTo>
                  <a:lnTo>
                    <a:pt x="34201" y="64338"/>
                  </a:lnTo>
                  <a:lnTo>
                    <a:pt x="39928" y="63360"/>
                  </a:lnTo>
                  <a:lnTo>
                    <a:pt x="56845" y="63360"/>
                  </a:lnTo>
                  <a:lnTo>
                    <a:pt x="56845" y="50495"/>
                  </a:lnTo>
                  <a:close/>
                </a:path>
                <a:path w="97154" h="167640">
                  <a:moveTo>
                    <a:pt x="94615" y="50495"/>
                  </a:moveTo>
                  <a:lnTo>
                    <a:pt x="81584" y="50495"/>
                  </a:lnTo>
                  <a:lnTo>
                    <a:pt x="81584" y="167563"/>
                  </a:lnTo>
                  <a:lnTo>
                    <a:pt x="94615" y="167563"/>
                  </a:lnTo>
                  <a:lnTo>
                    <a:pt x="94615" y="50495"/>
                  </a:lnTo>
                  <a:close/>
                </a:path>
                <a:path w="97154" h="167640">
                  <a:moveTo>
                    <a:pt x="96939" y="5816"/>
                  </a:moveTo>
                  <a:lnTo>
                    <a:pt x="96253" y="3873"/>
                  </a:lnTo>
                  <a:lnTo>
                    <a:pt x="93522" y="774"/>
                  </a:lnTo>
                  <a:lnTo>
                    <a:pt x="91249" y="0"/>
                  </a:lnTo>
                  <a:lnTo>
                    <a:pt x="84963" y="0"/>
                  </a:lnTo>
                  <a:lnTo>
                    <a:pt x="82702" y="774"/>
                  </a:lnTo>
                  <a:lnTo>
                    <a:pt x="79870" y="3873"/>
                  </a:lnTo>
                  <a:lnTo>
                    <a:pt x="79171" y="5816"/>
                  </a:lnTo>
                  <a:lnTo>
                    <a:pt x="79171" y="12928"/>
                  </a:lnTo>
                  <a:lnTo>
                    <a:pt x="79870" y="14871"/>
                  </a:lnTo>
                  <a:lnTo>
                    <a:pt x="82702" y="17970"/>
                  </a:lnTo>
                  <a:lnTo>
                    <a:pt x="84963" y="18745"/>
                  </a:lnTo>
                  <a:lnTo>
                    <a:pt x="91249" y="18745"/>
                  </a:lnTo>
                  <a:lnTo>
                    <a:pt x="93522" y="17970"/>
                  </a:lnTo>
                  <a:lnTo>
                    <a:pt x="96253" y="14871"/>
                  </a:lnTo>
                  <a:lnTo>
                    <a:pt x="96939" y="12928"/>
                  </a:lnTo>
                  <a:lnTo>
                    <a:pt x="96939" y="581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8" name="object 2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80135" y="6507860"/>
              <a:ext cx="97722" cy="171907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6810638" y="6557213"/>
              <a:ext cx="103342" cy="122555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6941017" y="6557213"/>
              <a:ext cx="87946" cy="119811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7060577" y="6501460"/>
              <a:ext cx="100248" cy="178308"/>
            </a:xfrm>
            <a:prstGeom prst="rect">
              <a:avLst/>
            </a:prstGeom>
          </p:spPr>
        </p:pic>
      </p:grpSp>
      <p:pic>
        <p:nvPicPr>
          <p:cNvPr id="252" name="object 252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7247821" y="6501460"/>
            <a:ext cx="1316995" cy="221284"/>
          </a:xfrm>
          <a:prstGeom prst="rect">
            <a:avLst/>
          </a:prstGeom>
        </p:spPr>
      </p:pic>
      <p:pic>
        <p:nvPicPr>
          <p:cNvPr id="253" name="object 253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8651876" y="6507860"/>
            <a:ext cx="91907" cy="169163"/>
          </a:xfrm>
          <a:prstGeom prst="rect">
            <a:avLst/>
          </a:prstGeom>
        </p:spPr>
      </p:pic>
      <p:grpSp>
        <p:nvGrpSpPr>
          <p:cNvPr id="254" name="object 254"/>
          <p:cNvGrpSpPr/>
          <p:nvPr/>
        </p:nvGrpSpPr>
        <p:grpSpPr>
          <a:xfrm>
            <a:off x="8813696" y="6507860"/>
            <a:ext cx="923290" cy="215265"/>
            <a:chOff x="8813696" y="6507860"/>
            <a:chExt cx="923290" cy="215265"/>
          </a:xfrm>
        </p:grpSpPr>
        <p:pic>
          <p:nvPicPr>
            <p:cNvPr id="255" name="object 255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8813696" y="6557213"/>
              <a:ext cx="102434" cy="122555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8949242" y="6507860"/>
              <a:ext cx="146615" cy="214884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9126754" y="6557213"/>
              <a:ext cx="100168" cy="122555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260033" y="6507860"/>
              <a:ext cx="160751" cy="169163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441652" y="6557213"/>
              <a:ext cx="102434" cy="122555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77196" y="6557213"/>
              <a:ext cx="159269" cy="119811"/>
            </a:xfrm>
            <a:prstGeom prst="rect">
              <a:avLst/>
            </a:prstGeom>
          </p:spPr>
        </p:pic>
      </p:grpSp>
      <p:grpSp>
        <p:nvGrpSpPr>
          <p:cNvPr id="261" name="object 261"/>
          <p:cNvGrpSpPr/>
          <p:nvPr/>
        </p:nvGrpSpPr>
        <p:grpSpPr>
          <a:xfrm>
            <a:off x="9830969" y="6503289"/>
            <a:ext cx="875030" cy="219710"/>
            <a:chOff x="9830969" y="6503289"/>
            <a:chExt cx="875030" cy="219710"/>
          </a:xfrm>
        </p:grpSpPr>
        <p:sp>
          <p:nvSpPr>
            <p:cNvPr id="262" name="object 262"/>
            <p:cNvSpPr/>
            <p:nvPr/>
          </p:nvSpPr>
          <p:spPr>
            <a:xfrm>
              <a:off x="9830969" y="6503289"/>
              <a:ext cx="54610" cy="205740"/>
            </a:xfrm>
            <a:custGeom>
              <a:avLst/>
              <a:gdLst/>
              <a:ahLst/>
              <a:cxnLst/>
              <a:rect l="l" t="t" r="r" b="b"/>
              <a:pathLst>
                <a:path w="54609" h="205740">
                  <a:moveTo>
                    <a:pt x="54477" y="0"/>
                  </a:moveTo>
                  <a:lnTo>
                    <a:pt x="41644" y="0"/>
                  </a:lnTo>
                  <a:lnTo>
                    <a:pt x="36146" y="5228"/>
                  </a:lnTo>
                  <a:lnTo>
                    <a:pt x="12431" y="41728"/>
                  </a:lnTo>
                  <a:lnTo>
                    <a:pt x="1437" y="80638"/>
                  </a:lnTo>
                  <a:lnTo>
                    <a:pt x="0" y="102501"/>
                  </a:lnTo>
                  <a:lnTo>
                    <a:pt x="363" y="113634"/>
                  </a:lnTo>
                  <a:lnTo>
                    <a:pt x="8964" y="154542"/>
                  </a:lnTo>
                  <a:lnTo>
                    <a:pt x="31058" y="194033"/>
                  </a:lnTo>
                  <a:lnTo>
                    <a:pt x="41644" y="205143"/>
                  </a:lnTo>
                  <a:lnTo>
                    <a:pt x="54477" y="205143"/>
                  </a:lnTo>
                  <a:lnTo>
                    <a:pt x="48675" y="199541"/>
                  </a:lnTo>
                  <a:lnTo>
                    <a:pt x="43166" y="193350"/>
                  </a:lnTo>
                  <a:lnTo>
                    <a:pt x="20942" y="154779"/>
                  </a:lnTo>
                  <a:lnTo>
                    <a:pt x="12340" y="110155"/>
                  </a:lnTo>
                  <a:lnTo>
                    <a:pt x="12340" y="95125"/>
                  </a:lnTo>
                  <a:lnTo>
                    <a:pt x="20841" y="50575"/>
                  </a:lnTo>
                  <a:lnTo>
                    <a:pt x="43062" y="11948"/>
                  </a:lnTo>
                  <a:lnTo>
                    <a:pt x="48614" y="5689"/>
                  </a:lnTo>
                  <a:lnTo>
                    <a:pt x="54477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3" name="object 263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9907562" y="6557213"/>
              <a:ext cx="97722" cy="165531"/>
            </a:xfrm>
            <a:prstGeom prst="rect">
              <a:avLst/>
            </a:prstGeom>
          </p:spPr>
        </p:pic>
        <p:sp>
          <p:nvSpPr>
            <p:cNvPr id="264" name="object 264"/>
            <p:cNvSpPr/>
            <p:nvPr/>
          </p:nvSpPr>
          <p:spPr>
            <a:xfrm>
              <a:off x="10038804" y="6509461"/>
              <a:ext cx="97155" cy="167640"/>
            </a:xfrm>
            <a:custGeom>
              <a:avLst/>
              <a:gdLst/>
              <a:ahLst/>
              <a:cxnLst/>
              <a:rect l="l" t="t" r="r" b="b"/>
              <a:pathLst>
                <a:path w="97154" h="167640">
                  <a:moveTo>
                    <a:pt x="56845" y="50495"/>
                  </a:moveTo>
                  <a:lnTo>
                    <a:pt x="42227" y="50495"/>
                  </a:lnTo>
                  <a:lnTo>
                    <a:pt x="36601" y="51485"/>
                  </a:lnTo>
                  <a:lnTo>
                    <a:pt x="14008" y="71501"/>
                  </a:lnTo>
                  <a:lnTo>
                    <a:pt x="13042" y="71501"/>
                  </a:lnTo>
                  <a:lnTo>
                    <a:pt x="13042" y="50495"/>
                  </a:lnTo>
                  <a:lnTo>
                    <a:pt x="0" y="50495"/>
                  </a:lnTo>
                  <a:lnTo>
                    <a:pt x="0" y="167563"/>
                  </a:lnTo>
                  <a:lnTo>
                    <a:pt x="13042" y="167563"/>
                  </a:lnTo>
                  <a:lnTo>
                    <a:pt x="13042" y="82537"/>
                  </a:lnTo>
                  <a:lnTo>
                    <a:pt x="14478" y="78181"/>
                  </a:lnTo>
                  <a:lnTo>
                    <a:pt x="20218" y="71031"/>
                  </a:lnTo>
                  <a:lnTo>
                    <a:pt x="24168" y="68262"/>
                  </a:lnTo>
                  <a:lnTo>
                    <a:pt x="34213" y="64338"/>
                  </a:lnTo>
                  <a:lnTo>
                    <a:pt x="39941" y="63360"/>
                  </a:lnTo>
                  <a:lnTo>
                    <a:pt x="56845" y="63360"/>
                  </a:lnTo>
                  <a:lnTo>
                    <a:pt x="56845" y="50495"/>
                  </a:lnTo>
                  <a:close/>
                </a:path>
                <a:path w="97154" h="167640">
                  <a:moveTo>
                    <a:pt x="94627" y="50495"/>
                  </a:moveTo>
                  <a:lnTo>
                    <a:pt x="81584" y="50495"/>
                  </a:lnTo>
                  <a:lnTo>
                    <a:pt x="81584" y="167563"/>
                  </a:lnTo>
                  <a:lnTo>
                    <a:pt x="94627" y="167563"/>
                  </a:lnTo>
                  <a:lnTo>
                    <a:pt x="94627" y="50495"/>
                  </a:lnTo>
                  <a:close/>
                </a:path>
                <a:path w="97154" h="167640">
                  <a:moveTo>
                    <a:pt x="96951" y="5816"/>
                  </a:moveTo>
                  <a:lnTo>
                    <a:pt x="96266" y="3873"/>
                  </a:lnTo>
                  <a:lnTo>
                    <a:pt x="93535" y="774"/>
                  </a:lnTo>
                  <a:lnTo>
                    <a:pt x="91249" y="0"/>
                  </a:lnTo>
                  <a:lnTo>
                    <a:pt x="84963" y="0"/>
                  </a:lnTo>
                  <a:lnTo>
                    <a:pt x="82715" y="774"/>
                  </a:lnTo>
                  <a:lnTo>
                    <a:pt x="79883" y="3873"/>
                  </a:lnTo>
                  <a:lnTo>
                    <a:pt x="79171" y="5816"/>
                  </a:lnTo>
                  <a:lnTo>
                    <a:pt x="79171" y="12928"/>
                  </a:lnTo>
                  <a:lnTo>
                    <a:pt x="79883" y="14871"/>
                  </a:lnTo>
                  <a:lnTo>
                    <a:pt x="82715" y="17970"/>
                  </a:lnTo>
                  <a:lnTo>
                    <a:pt x="84963" y="18745"/>
                  </a:lnTo>
                  <a:lnTo>
                    <a:pt x="91249" y="18745"/>
                  </a:lnTo>
                  <a:lnTo>
                    <a:pt x="93535" y="17970"/>
                  </a:lnTo>
                  <a:lnTo>
                    <a:pt x="96266" y="14871"/>
                  </a:lnTo>
                  <a:lnTo>
                    <a:pt x="96951" y="12928"/>
                  </a:lnTo>
                  <a:lnTo>
                    <a:pt x="96951" y="581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5" name="object 2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96596" y="6557213"/>
              <a:ext cx="159269" cy="119811"/>
            </a:xfrm>
            <a:prstGeom prst="rect">
              <a:avLst/>
            </a:prstGeom>
          </p:spPr>
        </p:pic>
        <p:pic>
          <p:nvPicPr>
            <p:cNvPr id="266" name="object 266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0166217" y="6557213"/>
              <a:ext cx="103341" cy="122555"/>
            </a:xfrm>
            <a:prstGeom prst="rect">
              <a:avLst/>
            </a:prstGeom>
          </p:spPr>
        </p:pic>
        <p:pic>
          <p:nvPicPr>
            <p:cNvPr id="267" name="object 267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0496697" y="6507861"/>
              <a:ext cx="209293" cy="171907"/>
            </a:xfrm>
            <a:prstGeom prst="rect">
              <a:avLst/>
            </a:prstGeom>
          </p:spPr>
        </p:pic>
      </p:grpSp>
      <p:sp>
        <p:nvSpPr>
          <p:cNvPr id="268" name="object 268"/>
          <p:cNvSpPr/>
          <p:nvPr/>
        </p:nvSpPr>
        <p:spPr>
          <a:xfrm>
            <a:off x="10768183" y="6507860"/>
            <a:ext cx="69850" cy="203835"/>
          </a:xfrm>
          <a:custGeom>
            <a:avLst/>
            <a:gdLst/>
            <a:ahLst/>
            <a:cxnLst/>
            <a:rect l="l" t="t" r="r" b="b"/>
            <a:pathLst>
              <a:path w="69850" h="203834">
                <a:moveTo>
                  <a:pt x="69451" y="0"/>
                </a:moveTo>
                <a:lnTo>
                  <a:pt x="57617" y="0"/>
                </a:lnTo>
                <a:lnTo>
                  <a:pt x="0" y="203682"/>
                </a:lnTo>
                <a:lnTo>
                  <a:pt x="11833" y="203682"/>
                </a:lnTo>
                <a:lnTo>
                  <a:pt x="69451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9" name="object 269"/>
          <p:cNvGrpSpPr/>
          <p:nvPr/>
        </p:nvGrpSpPr>
        <p:grpSpPr>
          <a:xfrm>
            <a:off x="10922252" y="6502603"/>
            <a:ext cx="944244" cy="206375"/>
            <a:chOff x="10922252" y="6502603"/>
            <a:chExt cx="944244" cy="206375"/>
          </a:xfrm>
        </p:grpSpPr>
        <p:pic>
          <p:nvPicPr>
            <p:cNvPr id="270" name="object 270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0922252" y="6507860"/>
              <a:ext cx="91908" cy="169163"/>
            </a:xfrm>
            <a:prstGeom prst="rect">
              <a:avLst/>
            </a:prstGeom>
          </p:spPr>
        </p:pic>
        <p:sp>
          <p:nvSpPr>
            <p:cNvPr id="271" name="object 271"/>
            <p:cNvSpPr/>
            <p:nvPr/>
          </p:nvSpPr>
          <p:spPr>
            <a:xfrm>
              <a:off x="11039434" y="6559956"/>
              <a:ext cx="57150" cy="117475"/>
            </a:xfrm>
            <a:custGeom>
              <a:avLst/>
              <a:gdLst/>
              <a:ahLst/>
              <a:cxnLst/>
              <a:rect l="l" t="t" r="r" b="b"/>
              <a:pathLst>
                <a:path w="57150" h="117475">
                  <a:moveTo>
                    <a:pt x="56842" y="0"/>
                  </a:moveTo>
                  <a:lnTo>
                    <a:pt x="42227" y="0"/>
                  </a:lnTo>
                  <a:lnTo>
                    <a:pt x="36592" y="984"/>
                  </a:lnTo>
                  <a:lnTo>
                    <a:pt x="14004" y="21005"/>
                  </a:lnTo>
                  <a:lnTo>
                    <a:pt x="13040" y="21005"/>
                  </a:lnTo>
                  <a:lnTo>
                    <a:pt x="13040" y="0"/>
                  </a:lnTo>
                  <a:lnTo>
                    <a:pt x="0" y="0"/>
                  </a:lnTo>
                  <a:lnTo>
                    <a:pt x="0" y="117068"/>
                  </a:lnTo>
                  <a:lnTo>
                    <a:pt x="13040" y="117068"/>
                  </a:lnTo>
                  <a:lnTo>
                    <a:pt x="13040" y="32033"/>
                  </a:lnTo>
                  <a:lnTo>
                    <a:pt x="14475" y="27686"/>
                  </a:lnTo>
                  <a:lnTo>
                    <a:pt x="20217" y="20530"/>
                  </a:lnTo>
                  <a:lnTo>
                    <a:pt x="24163" y="17762"/>
                  </a:lnTo>
                  <a:lnTo>
                    <a:pt x="34204" y="13841"/>
                  </a:lnTo>
                  <a:lnTo>
                    <a:pt x="39931" y="12862"/>
                  </a:lnTo>
                  <a:lnTo>
                    <a:pt x="56842" y="12862"/>
                  </a:lnTo>
                  <a:lnTo>
                    <a:pt x="56842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2" name="object 27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119431" y="6559956"/>
              <a:ext cx="87942" cy="119811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1235670" y="6502603"/>
              <a:ext cx="88239" cy="174421"/>
            </a:xfrm>
            <a:prstGeom prst="rect">
              <a:avLst/>
            </a:prstGeom>
          </p:spPr>
        </p:pic>
        <p:pic>
          <p:nvPicPr>
            <p:cNvPr id="274" name="object 274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1351682" y="6557213"/>
              <a:ext cx="87947" cy="119811"/>
            </a:xfrm>
            <a:prstGeom prst="rect">
              <a:avLst/>
            </a:prstGeom>
          </p:spPr>
        </p:pic>
        <p:sp>
          <p:nvSpPr>
            <p:cNvPr id="275" name="object 275"/>
            <p:cNvSpPr/>
            <p:nvPr/>
          </p:nvSpPr>
          <p:spPr>
            <a:xfrm>
              <a:off x="11478049" y="6509461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40">
                  <a:moveTo>
                    <a:pt x="12077" y="0"/>
                  </a:moveTo>
                  <a:lnTo>
                    <a:pt x="5788" y="0"/>
                  </a:lnTo>
                  <a:lnTo>
                    <a:pt x="3533" y="774"/>
                  </a:lnTo>
                  <a:lnTo>
                    <a:pt x="707" y="3872"/>
                  </a:lnTo>
                  <a:lnTo>
                    <a:pt x="0" y="5815"/>
                  </a:lnTo>
                  <a:lnTo>
                    <a:pt x="0" y="12926"/>
                  </a:lnTo>
                  <a:lnTo>
                    <a:pt x="707" y="14869"/>
                  </a:lnTo>
                  <a:lnTo>
                    <a:pt x="3533" y="17966"/>
                  </a:lnTo>
                  <a:lnTo>
                    <a:pt x="5788" y="18741"/>
                  </a:lnTo>
                  <a:lnTo>
                    <a:pt x="12077" y="18741"/>
                  </a:lnTo>
                  <a:lnTo>
                    <a:pt x="14357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5"/>
                  </a:lnTo>
                  <a:lnTo>
                    <a:pt x="17090" y="3872"/>
                  </a:lnTo>
                  <a:lnTo>
                    <a:pt x="14357" y="774"/>
                  </a:lnTo>
                  <a:lnTo>
                    <a:pt x="12077" y="0"/>
                  </a:lnTo>
                  <a:close/>
                </a:path>
                <a:path w="17779" h="167640">
                  <a:moveTo>
                    <a:pt x="15452" y="50495"/>
                  </a:moveTo>
                  <a:lnTo>
                    <a:pt x="2411" y="50495"/>
                  </a:lnTo>
                  <a:lnTo>
                    <a:pt x="2411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6" name="object 276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1526612" y="6557213"/>
              <a:ext cx="93925" cy="122555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1639842" y="6503288"/>
              <a:ext cx="164550" cy="205143"/>
            </a:xfrm>
            <a:prstGeom prst="rect">
              <a:avLst/>
            </a:prstGeom>
          </p:spPr>
        </p:pic>
        <p:sp>
          <p:nvSpPr>
            <p:cNvPr id="278" name="object 278"/>
            <p:cNvSpPr/>
            <p:nvPr/>
          </p:nvSpPr>
          <p:spPr>
            <a:xfrm>
              <a:off x="11835307" y="6655972"/>
              <a:ext cx="31115" cy="52705"/>
            </a:xfrm>
            <a:custGeom>
              <a:avLst/>
              <a:gdLst/>
              <a:ahLst/>
              <a:cxnLst/>
              <a:rect l="l" t="t" r="r" b="b"/>
              <a:pathLst>
                <a:path w="31115" h="52704">
                  <a:moveTo>
                    <a:pt x="23581" y="0"/>
                  </a:moveTo>
                  <a:lnTo>
                    <a:pt x="19771" y="0"/>
                  </a:lnTo>
                  <a:lnTo>
                    <a:pt x="15996" y="0"/>
                  </a:lnTo>
                  <a:lnTo>
                    <a:pt x="13218" y="990"/>
                  </a:lnTo>
                  <a:lnTo>
                    <a:pt x="9653" y="4952"/>
                  </a:lnTo>
                  <a:lnTo>
                    <a:pt x="8761" y="7479"/>
                  </a:lnTo>
                  <a:lnTo>
                    <a:pt x="8761" y="15704"/>
                  </a:lnTo>
                  <a:lnTo>
                    <a:pt x="9411" y="17760"/>
                  </a:lnTo>
                  <a:lnTo>
                    <a:pt x="12012" y="21197"/>
                  </a:lnTo>
                  <a:lnTo>
                    <a:pt x="14127" y="22288"/>
                  </a:lnTo>
                  <a:lnTo>
                    <a:pt x="17056" y="22753"/>
                  </a:lnTo>
                  <a:lnTo>
                    <a:pt x="16134" y="27672"/>
                  </a:lnTo>
                  <a:lnTo>
                    <a:pt x="14323" y="32585"/>
                  </a:lnTo>
                  <a:lnTo>
                    <a:pt x="8920" y="42398"/>
                  </a:lnTo>
                  <a:lnTo>
                    <a:pt x="5045" y="47468"/>
                  </a:lnTo>
                  <a:lnTo>
                    <a:pt x="0" y="52702"/>
                  </a:lnTo>
                  <a:lnTo>
                    <a:pt x="11045" y="52702"/>
                  </a:lnTo>
                  <a:lnTo>
                    <a:pt x="16945" y="47478"/>
                  </a:lnTo>
                  <a:lnTo>
                    <a:pt x="21680" y="41189"/>
                  </a:lnTo>
                  <a:lnTo>
                    <a:pt x="28820" y="26483"/>
                  </a:lnTo>
                  <a:lnTo>
                    <a:pt x="30604" y="19728"/>
                  </a:lnTo>
                  <a:lnTo>
                    <a:pt x="30604" y="7479"/>
                  </a:lnTo>
                  <a:lnTo>
                    <a:pt x="29751" y="4952"/>
                  </a:lnTo>
                  <a:lnTo>
                    <a:pt x="26338" y="990"/>
                  </a:lnTo>
                  <a:lnTo>
                    <a:pt x="23581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9" name="object 279"/>
          <p:cNvGrpSpPr/>
          <p:nvPr/>
        </p:nvGrpSpPr>
        <p:grpSpPr>
          <a:xfrm>
            <a:off x="11959815" y="6507860"/>
            <a:ext cx="581025" cy="172085"/>
            <a:chOff x="11959815" y="6507860"/>
            <a:chExt cx="581025" cy="172085"/>
          </a:xfrm>
        </p:grpSpPr>
        <p:pic>
          <p:nvPicPr>
            <p:cNvPr id="280" name="object 28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959815" y="6557213"/>
              <a:ext cx="87947" cy="119811"/>
            </a:xfrm>
            <a:prstGeom prst="rect">
              <a:avLst/>
            </a:prstGeom>
          </p:spPr>
        </p:pic>
        <p:sp>
          <p:nvSpPr>
            <p:cNvPr id="281" name="object 281"/>
            <p:cNvSpPr/>
            <p:nvPr/>
          </p:nvSpPr>
          <p:spPr>
            <a:xfrm>
              <a:off x="12086181" y="6509461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40">
                  <a:moveTo>
                    <a:pt x="12077" y="0"/>
                  </a:moveTo>
                  <a:lnTo>
                    <a:pt x="5788" y="0"/>
                  </a:lnTo>
                  <a:lnTo>
                    <a:pt x="3533" y="774"/>
                  </a:lnTo>
                  <a:lnTo>
                    <a:pt x="707" y="3872"/>
                  </a:lnTo>
                  <a:lnTo>
                    <a:pt x="0" y="5815"/>
                  </a:lnTo>
                  <a:lnTo>
                    <a:pt x="0" y="12926"/>
                  </a:lnTo>
                  <a:lnTo>
                    <a:pt x="707" y="14869"/>
                  </a:lnTo>
                  <a:lnTo>
                    <a:pt x="3533" y="17966"/>
                  </a:lnTo>
                  <a:lnTo>
                    <a:pt x="5788" y="18741"/>
                  </a:lnTo>
                  <a:lnTo>
                    <a:pt x="12077" y="18741"/>
                  </a:lnTo>
                  <a:lnTo>
                    <a:pt x="14357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5"/>
                  </a:lnTo>
                  <a:lnTo>
                    <a:pt x="17090" y="3872"/>
                  </a:lnTo>
                  <a:lnTo>
                    <a:pt x="14357" y="774"/>
                  </a:lnTo>
                  <a:lnTo>
                    <a:pt x="12077" y="0"/>
                  </a:lnTo>
                  <a:close/>
                </a:path>
                <a:path w="17779" h="167640">
                  <a:moveTo>
                    <a:pt x="15452" y="50495"/>
                  </a:moveTo>
                  <a:lnTo>
                    <a:pt x="2411" y="50495"/>
                  </a:lnTo>
                  <a:lnTo>
                    <a:pt x="2411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2" name="object 282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2134852" y="6557213"/>
              <a:ext cx="100168" cy="122555"/>
            </a:xfrm>
            <a:prstGeom prst="rect">
              <a:avLst/>
            </a:prstGeom>
          </p:spPr>
        </p:pic>
        <p:sp>
          <p:nvSpPr>
            <p:cNvPr id="283" name="object 283"/>
            <p:cNvSpPr/>
            <p:nvPr/>
          </p:nvSpPr>
          <p:spPr>
            <a:xfrm>
              <a:off x="12268131" y="6507860"/>
              <a:ext cx="31750" cy="169545"/>
            </a:xfrm>
            <a:custGeom>
              <a:avLst/>
              <a:gdLst/>
              <a:ahLst/>
              <a:cxnLst/>
              <a:rect l="l" t="t" r="r" b="b"/>
              <a:pathLst>
                <a:path w="31750" h="169545">
                  <a:moveTo>
                    <a:pt x="13040" y="0"/>
                  </a:moveTo>
                  <a:lnTo>
                    <a:pt x="0" y="0"/>
                  </a:lnTo>
                  <a:lnTo>
                    <a:pt x="0" y="159235"/>
                  </a:lnTo>
                  <a:lnTo>
                    <a:pt x="1230" y="162656"/>
                  </a:lnTo>
                  <a:lnTo>
                    <a:pt x="6158" y="167862"/>
                  </a:lnTo>
                  <a:lnTo>
                    <a:pt x="9742" y="169163"/>
                  </a:lnTo>
                  <a:lnTo>
                    <a:pt x="31214" y="169163"/>
                  </a:lnTo>
                  <a:lnTo>
                    <a:pt x="31214" y="157698"/>
                  </a:lnTo>
                  <a:lnTo>
                    <a:pt x="13040" y="157698"/>
                  </a:lnTo>
                  <a:lnTo>
                    <a:pt x="1304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4" name="object 284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2319240" y="6557213"/>
              <a:ext cx="100168" cy="122555"/>
            </a:xfrm>
            <a:prstGeom prst="rect">
              <a:avLst/>
            </a:prstGeom>
          </p:spPr>
        </p:pic>
        <p:pic>
          <p:nvPicPr>
            <p:cNvPr id="285" name="object 285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2452519" y="6557213"/>
              <a:ext cx="87946" cy="119811"/>
            </a:xfrm>
            <a:prstGeom prst="rect">
              <a:avLst/>
            </a:prstGeom>
          </p:spPr>
        </p:pic>
      </p:grpSp>
      <p:pic>
        <p:nvPicPr>
          <p:cNvPr id="286" name="object 286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12635246" y="6507860"/>
            <a:ext cx="91906" cy="169163"/>
          </a:xfrm>
          <a:prstGeom prst="rect">
            <a:avLst/>
          </a:prstGeom>
        </p:spPr>
      </p:pic>
      <p:grpSp>
        <p:nvGrpSpPr>
          <p:cNvPr id="287" name="object 287"/>
          <p:cNvGrpSpPr/>
          <p:nvPr/>
        </p:nvGrpSpPr>
        <p:grpSpPr>
          <a:xfrm>
            <a:off x="12806374" y="6502603"/>
            <a:ext cx="815975" cy="177165"/>
            <a:chOff x="12806374" y="6502603"/>
            <a:chExt cx="815975" cy="177165"/>
          </a:xfrm>
        </p:grpSpPr>
        <p:pic>
          <p:nvPicPr>
            <p:cNvPr id="288" name="object 288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2806374" y="6557213"/>
              <a:ext cx="159270" cy="119811"/>
            </a:xfrm>
            <a:prstGeom prst="rect">
              <a:avLst/>
            </a:prstGeom>
          </p:spPr>
        </p:pic>
        <p:sp>
          <p:nvSpPr>
            <p:cNvPr id="289" name="object 289"/>
            <p:cNvSpPr/>
            <p:nvPr/>
          </p:nvSpPr>
          <p:spPr>
            <a:xfrm>
              <a:off x="13006476" y="6509460"/>
              <a:ext cx="97155" cy="167640"/>
            </a:xfrm>
            <a:custGeom>
              <a:avLst/>
              <a:gdLst/>
              <a:ahLst/>
              <a:cxnLst/>
              <a:rect l="l" t="t" r="r" b="b"/>
              <a:pathLst>
                <a:path w="97155" h="167640">
                  <a:moveTo>
                    <a:pt x="56845" y="50495"/>
                  </a:moveTo>
                  <a:lnTo>
                    <a:pt x="42227" y="50495"/>
                  </a:lnTo>
                  <a:lnTo>
                    <a:pt x="36588" y="51485"/>
                  </a:lnTo>
                  <a:lnTo>
                    <a:pt x="13995" y="71501"/>
                  </a:lnTo>
                  <a:lnTo>
                    <a:pt x="13042" y="71501"/>
                  </a:lnTo>
                  <a:lnTo>
                    <a:pt x="13042" y="50495"/>
                  </a:lnTo>
                  <a:lnTo>
                    <a:pt x="0" y="50495"/>
                  </a:lnTo>
                  <a:lnTo>
                    <a:pt x="0" y="167563"/>
                  </a:lnTo>
                  <a:lnTo>
                    <a:pt x="13042" y="167563"/>
                  </a:lnTo>
                  <a:lnTo>
                    <a:pt x="13042" y="82537"/>
                  </a:lnTo>
                  <a:lnTo>
                    <a:pt x="14465" y="78181"/>
                  </a:lnTo>
                  <a:lnTo>
                    <a:pt x="20205" y="71031"/>
                  </a:lnTo>
                  <a:lnTo>
                    <a:pt x="24168" y="68262"/>
                  </a:lnTo>
                  <a:lnTo>
                    <a:pt x="34201" y="64338"/>
                  </a:lnTo>
                  <a:lnTo>
                    <a:pt x="39928" y="63360"/>
                  </a:lnTo>
                  <a:lnTo>
                    <a:pt x="56845" y="63360"/>
                  </a:lnTo>
                  <a:lnTo>
                    <a:pt x="56845" y="50495"/>
                  </a:lnTo>
                  <a:close/>
                </a:path>
                <a:path w="97155" h="167640">
                  <a:moveTo>
                    <a:pt x="94627" y="50495"/>
                  </a:moveTo>
                  <a:lnTo>
                    <a:pt x="81584" y="50495"/>
                  </a:lnTo>
                  <a:lnTo>
                    <a:pt x="81584" y="167563"/>
                  </a:lnTo>
                  <a:lnTo>
                    <a:pt x="94627" y="167563"/>
                  </a:lnTo>
                  <a:lnTo>
                    <a:pt x="94627" y="50495"/>
                  </a:lnTo>
                  <a:close/>
                </a:path>
                <a:path w="97155" h="167640">
                  <a:moveTo>
                    <a:pt x="96951" y="5816"/>
                  </a:moveTo>
                  <a:lnTo>
                    <a:pt x="96266" y="3873"/>
                  </a:lnTo>
                  <a:lnTo>
                    <a:pt x="93535" y="774"/>
                  </a:lnTo>
                  <a:lnTo>
                    <a:pt x="91249" y="0"/>
                  </a:lnTo>
                  <a:lnTo>
                    <a:pt x="84950" y="0"/>
                  </a:lnTo>
                  <a:lnTo>
                    <a:pt x="82702" y="774"/>
                  </a:lnTo>
                  <a:lnTo>
                    <a:pt x="79883" y="3873"/>
                  </a:lnTo>
                  <a:lnTo>
                    <a:pt x="79171" y="5816"/>
                  </a:lnTo>
                  <a:lnTo>
                    <a:pt x="79171" y="12928"/>
                  </a:lnTo>
                  <a:lnTo>
                    <a:pt x="79883" y="14871"/>
                  </a:lnTo>
                  <a:lnTo>
                    <a:pt x="82702" y="17970"/>
                  </a:lnTo>
                  <a:lnTo>
                    <a:pt x="84950" y="18745"/>
                  </a:lnTo>
                  <a:lnTo>
                    <a:pt x="91249" y="18745"/>
                  </a:lnTo>
                  <a:lnTo>
                    <a:pt x="93535" y="17970"/>
                  </a:lnTo>
                  <a:lnTo>
                    <a:pt x="96266" y="14871"/>
                  </a:lnTo>
                  <a:lnTo>
                    <a:pt x="96951" y="12928"/>
                  </a:lnTo>
                  <a:lnTo>
                    <a:pt x="96951" y="581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0" name="object 290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3134320" y="6502603"/>
              <a:ext cx="207397" cy="177164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13369492" y="6507860"/>
              <a:ext cx="204876" cy="171907"/>
            </a:xfrm>
            <a:prstGeom prst="rect">
              <a:avLst/>
            </a:prstGeom>
          </p:spPr>
        </p:pic>
        <p:sp>
          <p:nvSpPr>
            <p:cNvPr id="292" name="object 292"/>
            <p:cNvSpPr/>
            <p:nvPr/>
          </p:nvSpPr>
          <p:spPr>
            <a:xfrm>
              <a:off x="13599997" y="6655972"/>
              <a:ext cx="22225" cy="23495"/>
            </a:xfrm>
            <a:custGeom>
              <a:avLst/>
              <a:gdLst/>
              <a:ahLst/>
              <a:cxnLst/>
              <a:rect l="l" t="t" r="r" b="b"/>
              <a:pathLst>
                <a:path w="22225" h="23495">
                  <a:moveTo>
                    <a:pt x="14732" y="0"/>
                  </a:moveTo>
                  <a:lnTo>
                    <a:pt x="7264" y="0"/>
                  </a:lnTo>
                  <a:lnTo>
                    <a:pt x="4533" y="937"/>
                  </a:lnTo>
                  <a:lnTo>
                    <a:pt x="914" y="4687"/>
                  </a:lnTo>
                  <a:lnTo>
                    <a:pt x="0" y="7190"/>
                  </a:lnTo>
                  <a:lnTo>
                    <a:pt x="0" y="15890"/>
                  </a:lnTo>
                  <a:lnTo>
                    <a:pt x="914" y="18370"/>
                  </a:lnTo>
                  <a:lnTo>
                    <a:pt x="4533" y="22213"/>
                  </a:lnTo>
                  <a:lnTo>
                    <a:pt x="7264" y="23173"/>
                  </a:lnTo>
                  <a:lnTo>
                    <a:pt x="10922" y="23173"/>
                  </a:lnTo>
                  <a:lnTo>
                    <a:pt x="14732" y="23173"/>
                  </a:lnTo>
                  <a:lnTo>
                    <a:pt x="17500" y="22213"/>
                  </a:lnTo>
                  <a:lnTo>
                    <a:pt x="20980" y="18370"/>
                  </a:lnTo>
                  <a:lnTo>
                    <a:pt x="21844" y="15890"/>
                  </a:lnTo>
                  <a:lnTo>
                    <a:pt x="21844" y="7190"/>
                  </a:lnTo>
                  <a:lnTo>
                    <a:pt x="20980" y="4687"/>
                  </a:lnTo>
                  <a:lnTo>
                    <a:pt x="17500" y="937"/>
                  </a:lnTo>
                  <a:lnTo>
                    <a:pt x="14732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3" name="object 293"/>
          <p:cNvSpPr txBox="1"/>
          <p:nvPr/>
        </p:nvSpPr>
        <p:spPr>
          <a:xfrm>
            <a:off x="939800" y="7121525"/>
            <a:ext cx="1150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4683A"/>
                </a:solidFill>
                <a:latin typeface="Courier New"/>
                <a:cs typeface="Courier New"/>
              </a:rPr>
              <a:t>+</a:t>
            </a:r>
            <a:r>
              <a:rPr sz="1800" spc="43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800" spc="160" dirty="0">
                <a:solidFill>
                  <a:srgbClr val="C4683A"/>
                </a:solidFill>
                <a:latin typeface="Courier New"/>
                <a:cs typeface="Courier New"/>
              </a:rPr>
              <a:t>INFRA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94" name="object 294"/>
          <p:cNvGrpSpPr/>
          <p:nvPr/>
        </p:nvGrpSpPr>
        <p:grpSpPr>
          <a:xfrm>
            <a:off x="3358934" y="7176668"/>
            <a:ext cx="796290" cy="189865"/>
            <a:chOff x="3358934" y="7176668"/>
            <a:chExt cx="796290" cy="189865"/>
          </a:xfrm>
        </p:grpSpPr>
        <p:pic>
          <p:nvPicPr>
            <p:cNvPr id="295" name="object 295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3358934" y="7176668"/>
              <a:ext cx="158686" cy="186156"/>
            </a:xfrm>
            <a:prstGeom prst="rect">
              <a:avLst/>
            </a:prstGeom>
          </p:spPr>
        </p:pic>
        <p:pic>
          <p:nvPicPr>
            <p:cNvPr id="296" name="object 296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3545090" y="7225207"/>
              <a:ext cx="107480" cy="140817"/>
            </a:xfrm>
            <a:prstGeom prst="rect">
              <a:avLst/>
            </a:prstGeom>
          </p:spPr>
        </p:pic>
        <p:pic>
          <p:nvPicPr>
            <p:cNvPr id="297" name="object 297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3682974" y="7187069"/>
              <a:ext cx="74142" cy="175755"/>
            </a:xfrm>
            <a:prstGeom prst="rect">
              <a:avLst/>
            </a:prstGeom>
          </p:spPr>
        </p:pic>
        <p:pic>
          <p:nvPicPr>
            <p:cNvPr id="298" name="object 29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780320" y="7222007"/>
              <a:ext cx="124282" cy="144018"/>
            </a:xfrm>
            <a:prstGeom prst="rect">
              <a:avLst/>
            </a:prstGeom>
          </p:spPr>
        </p:pic>
        <p:sp>
          <p:nvSpPr>
            <p:cNvPr id="299" name="object 299"/>
            <p:cNvSpPr/>
            <p:nvPr/>
          </p:nvSpPr>
          <p:spPr>
            <a:xfrm>
              <a:off x="3938206" y="7270279"/>
              <a:ext cx="69850" cy="23495"/>
            </a:xfrm>
            <a:custGeom>
              <a:avLst/>
              <a:gdLst/>
              <a:ahLst/>
              <a:cxnLst/>
              <a:rect l="l" t="t" r="r" b="b"/>
              <a:pathLst>
                <a:path w="69850" h="23495">
                  <a:moveTo>
                    <a:pt x="69608" y="0"/>
                  </a:moveTo>
                  <a:lnTo>
                    <a:pt x="0" y="0"/>
                  </a:lnTo>
                  <a:lnTo>
                    <a:pt x="0" y="22936"/>
                  </a:lnTo>
                  <a:lnTo>
                    <a:pt x="69608" y="22936"/>
                  </a:lnTo>
                  <a:lnTo>
                    <a:pt x="69608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0" name="object 30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047553" y="7225207"/>
              <a:ext cx="107480" cy="140817"/>
            </a:xfrm>
            <a:prstGeom prst="rect">
              <a:avLst/>
            </a:prstGeom>
          </p:spPr>
        </p:pic>
      </p:grpSp>
      <p:grpSp>
        <p:nvGrpSpPr>
          <p:cNvPr id="301" name="object 301"/>
          <p:cNvGrpSpPr/>
          <p:nvPr/>
        </p:nvGrpSpPr>
        <p:grpSpPr>
          <a:xfrm>
            <a:off x="4200372" y="7165467"/>
            <a:ext cx="655955" cy="250825"/>
            <a:chOff x="4200372" y="7165467"/>
            <a:chExt cx="655955" cy="250825"/>
          </a:xfrm>
        </p:grpSpPr>
        <p:pic>
          <p:nvPicPr>
            <p:cNvPr id="302" name="object 30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200372" y="7222007"/>
              <a:ext cx="118681" cy="194157"/>
            </a:xfrm>
            <a:prstGeom prst="rect">
              <a:avLst/>
            </a:prstGeom>
          </p:spPr>
        </p:pic>
        <p:pic>
          <p:nvPicPr>
            <p:cNvPr id="303" name="object 303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345722" y="7165467"/>
              <a:ext cx="118681" cy="200558"/>
            </a:xfrm>
            <a:prstGeom prst="rect">
              <a:avLst/>
            </a:prstGeom>
          </p:spPr>
        </p:pic>
        <p:pic>
          <p:nvPicPr>
            <p:cNvPr id="304" name="object 304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4498808" y="7187069"/>
              <a:ext cx="212559" cy="178955"/>
            </a:xfrm>
            <a:prstGeom prst="rect">
              <a:avLst/>
            </a:prstGeom>
          </p:spPr>
        </p:pic>
        <p:pic>
          <p:nvPicPr>
            <p:cNvPr id="305" name="object 30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734571" y="7222007"/>
              <a:ext cx="121348" cy="144018"/>
            </a:xfrm>
            <a:prstGeom prst="rect">
              <a:avLst/>
            </a:prstGeom>
          </p:spPr>
        </p:pic>
      </p:grpSp>
      <p:grpSp>
        <p:nvGrpSpPr>
          <p:cNvPr id="306" name="object 306"/>
          <p:cNvGrpSpPr/>
          <p:nvPr/>
        </p:nvGrpSpPr>
        <p:grpSpPr>
          <a:xfrm>
            <a:off x="4954065" y="7165467"/>
            <a:ext cx="636905" cy="200660"/>
            <a:chOff x="4954065" y="7165467"/>
            <a:chExt cx="636905" cy="200660"/>
          </a:xfrm>
        </p:grpSpPr>
        <p:pic>
          <p:nvPicPr>
            <p:cNvPr id="307" name="object 30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954065" y="7165467"/>
              <a:ext cx="113347" cy="197357"/>
            </a:xfrm>
            <a:prstGeom prst="rect">
              <a:avLst/>
            </a:prstGeom>
          </p:spPr>
        </p:pic>
        <p:sp>
          <p:nvSpPr>
            <p:cNvPr id="308" name="object 308"/>
            <p:cNvSpPr/>
            <p:nvPr/>
          </p:nvSpPr>
          <p:spPr>
            <a:xfrm>
              <a:off x="5094605" y="7165467"/>
              <a:ext cx="96520" cy="197485"/>
            </a:xfrm>
            <a:custGeom>
              <a:avLst/>
              <a:gdLst/>
              <a:ahLst/>
              <a:cxnLst/>
              <a:rect l="l" t="t" r="r" b="b"/>
              <a:pathLst>
                <a:path w="96520" h="197484">
                  <a:moveTo>
                    <a:pt x="41605" y="178689"/>
                  </a:moveTo>
                  <a:lnTo>
                    <a:pt x="21336" y="178689"/>
                  </a:lnTo>
                  <a:lnTo>
                    <a:pt x="21336" y="0"/>
                  </a:lnTo>
                  <a:lnTo>
                    <a:pt x="0" y="0"/>
                  </a:lnTo>
                  <a:lnTo>
                    <a:pt x="0" y="181622"/>
                  </a:lnTo>
                  <a:lnTo>
                    <a:pt x="1955" y="186918"/>
                  </a:lnTo>
                  <a:lnTo>
                    <a:pt x="9779" y="195275"/>
                  </a:lnTo>
                  <a:lnTo>
                    <a:pt x="15379" y="197358"/>
                  </a:lnTo>
                  <a:lnTo>
                    <a:pt x="41605" y="197358"/>
                  </a:lnTo>
                  <a:lnTo>
                    <a:pt x="41605" y="178689"/>
                  </a:lnTo>
                  <a:close/>
                </a:path>
                <a:path w="96520" h="197484">
                  <a:moveTo>
                    <a:pt x="93878" y="59740"/>
                  </a:moveTo>
                  <a:lnTo>
                    <a:pt x="72542" y="59740"/>
                  </a:lnTo>
                  <a:lnTo>
                    <a:pt x="72542" y="197358"/>
                  </a:lnTo>
                  <a:lnTo>
                    <a:pt x="93878" y="197358"/>
                  </a:lnTo>
                  <a:lnTo>
                    <a:pt x="93878" y="59740"/>
                  </a:lnTo>
                  <a:close/>
                </a:path>
                <a:path w="96520" h="197484">
                  <a:moveTo>
                    <a:pt x="96278" y="8445"/>
                  </a:moveTo>
                  <a:lnTo>
                    <a:pt x="95262" y="5562"/>
                  </a:lnTo>
                  <a:lnTo>
                    <a:pt x="91173" y="1117"/>
                  </a:lnTo>
                  <a:lnTo>
                    <a:pt x="87833" y="0"/>
                  </a:lnTo>
                  <a:lnTo>
                    <a:pt x="78765" y="0"/>
                  </a:lnTo>
                  <a:lnTo>
                    <a:pt x="75476" y="1117"/>
                  </a:lnTo>
                  <a:lnTo>
                    <a:pt x="71208" y="5562"/>
                  </a:lnTo>
                  <a:lnTo>
                    <a:pt x="70142" y="8445"/>
                  </a:lnTo>
                  <a:lnTo>
                    <a:pt x="70142" y="19024"/>
                  </a:lnTo>
                  <a:lnTo>
                    <a:pt x="71208" y="21920"/>
                  </a:lnTo>
                  <a:lnTo>
                    <a:pt x="75476" y="26365"/>
                  </a:lnTo>
                  <a:lnTo>
                    <a:pt x="78765" y="27470"/>
                  </a:lnTo>
                  <a:lnTo>
                    <a:pt x="87833" y="27470"/>
                  </a:lnTo>
                  <a:lnTo>
                    <a:pt x="91173" y="26365"/>
                  </a:lnTo>
                  <a:lnTo>
                    <a:pt x="95262" y="21920"/>
                  </a:lnTo>
                  <a:lnTo>
                    <a:pt x="96278" y="19024"/>
                  </a:lnTo>
                  <a:lnTo>
                    <a:pt x="96278" y="844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9" name="object 30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223699" y="7222007"/>
              <a:ext cx="121348" cy="144018"/>
            </a:xfrm>
            <a:prstGeom prst="rect">
              <a:avLst/>
            </a:prstGeom>
          </p:spPr>
        </p:pic>
        <p:pic>
          <p:nvPicPr>
            <p:cNvPr id="310" name="object 31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380252" y="7222007"/>
              <a:ext cx="107480" cy="140817"/>
            </a:xfrm>
            <a:prstGeom prst="rect">
              <a:avLst/>
            </a:prstGeom>
          </p:spPr>
        </p:pic>
        <p:pic>
          <p:nvPicPr>
            <p:cNvPr id="311" name="object 311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5516802" y="7187069"/>
              <a:ext cx="74142" cy="175755"/>
            </a:xfrm>
            <a:prstGeom prst="rect">
              <a:avLst/>
            </a:prstGeom>
          </p:spPr>
        </p:pic>
      </p:grpSp>
      <p:sp>
        <p:nvSpPr>
          <p:cNvPr id="312" name="object 312"/>
          <p:cNvSpPr/>
          <p:nvPr/>
        </p:nvSpPr>
        <p:spPr>
          <a:xfrm>
            <a:off x="5683479" y="7216140"/>
            <a:ext cx="124460" cy="129539"/>
          </a:xfrm>
          <a:custGeom>
            <a:avLst/>
            <a:gdLst/>
            <a:ahLst/>
            <a:cxnLst/>
            <a:rect l="l" t="t" r="r" b="b"/>
            <a:pathLst>
              <a:path w="124460" h="129540">
                <a:moveTo>
                  <a:pt x="124282" y="55880"/>
                </a:moveTo>
                <a:lnTo>
                  <a:pt x="72275" y="55880"/>
                </a:lnTo>
                <a:lnTo>
                  <a:pt x="72275" y="0"/>
                </a:lnTo>
                <a:lnTo>
                  <a:pt x="52006" y="0"/>
                </a:lnTo>
                <a:lnTo>
                  <a:pt x="52006" y="55880"/>
                </a:lnTo>
                <a:lnTo>
                  <a:pt x="0" y="55880"/>
                </a:lnTo>
                <a:lnTo>
                  <a:pt x="0" y="74930"/>
                </a:lnTo>
                <a:lnTo>
                  <a:pt x="52006" y="74930"/>
                </a:lnTo>
                <a:lnTo>
                  <a:pt x="52006" y="129540"/>
                </a:lnTo>
                <a:lnTo>
                  <a:pt x="72275" y="129540"/>
                </a:lnTo>
                <a:lnTo>
                  <a:pt x="72275" y="74930"/>
                </a:lnTo>
                <a:lnTo>
                  <a:pt x="124282" y="74930"/>
                </a:lnTo>
                <a:lnTo>
                  <a:pt x="124282" y="5588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3" name="object 313"/>
          <p:cNvGrpSpPr/>
          <p:nvPr/>
        </p:nvGrpSpPr>
        <p:grpSpPr>
          <a:xfrm>
            <a:off x="5893915" y="7165467"/>
            <a:ext cx="1072515" cy="200660"/>
            <a:chOff x="5893915" y="7165467"/>
            <a:chExt cx="1072515" cy="200660"/>
          </a:xfrm>
        </p:grpSpPr>
        <p:pic>
          <p:nvPicPr>
            <p:cNvPr id="314" name="object 314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5893915" y="7176668"/>
              <a:ext cx="226961" cy="186156"/>
            </a:xfrm>
            <a:prstGeom prst="rect">
              <a:avLst/>
            </a:prstGeom>
          </p:spPr>
        </p:pic>
        <p:sp>
          <p:nvSpPr>
            <p:cNvPr id="315" name="object 315"/>
            <p:cNvSpPr/>
            <p:nvPr/>
          </p:nvSpPr>
          <p:spPr>
            <a:xfrm>
              <a:off x="6146479" y="7165467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70" h="197484">
                  <a:moveTo>
                    <a:pt x="17691" y="0"/>
                  </a:moveTo>
                  <a:lnTo>
                    <a:pt x="8623" y="0"/>
                  </a:lnTo>
                  <a:lnTo>
                    <a:pt x="5333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3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24" y="26358"/>
                  </a:lnTo>
                  <a:lnTo>
                    <a:pt x="25114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14" y="5556"/>
                  </a:lnTo>
                  <a:lnTo>
                    <a:pt x="21024" y="1111"/>
                  </a:lnTo>
                  <a:lnTo>
                    <a:pt x="17691" y="0"/>
                  </a:lnTo>
                  <a:close/>
                </a:path>
                <a:path w="26670" h="197484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7"/>
                  </a:lnTo>
                  <a:lnTo>
                    <a:pt x="23736" y="197357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6" name="object 31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215555" y="7222007"/>
              <a:ext cx="107480" cy="140817"/>
            </a:xfrm>
            <a:prstGeom prst="rect">
              <a:avLst/>
            </a:prstGeom>
          </p:spPr>
        </p:pic>
        <p:pic>
          <p:nvPicPr>
            <p:cNvPr id="317" name="object 317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6357706" y="7165467"/>
              <a:ext cx="118681" cy="200558"/>
            </a:xfrm>
            <a:prstGeom prst="rect">
              <a:avLst/>
            </a:prstGeom>
          </p:spPr>
        </p:pic>
        <p:pic>
          <p:nvPicPr>
            <p:cNvPr id="318" name="object 31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511592" y="7222007"/>
              <a:ext cx="124282" cy="144018"/>
            </a:xfrm>
            <a:prstGeom prst="rect">
              <a:avLst/>
            </a:prstGeom>
          </p:spPr>
        </p:pic>
        <p:pic>
          <p:nvPicPr>
            <p:cNvPr id="319" name="object 319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6655343" y="7222007"/>
              <a:ext cx="310972" cy="144018"/>
            </a:xfrm>
            <a:prstGeom prst="rect">
              <a:avLst/>
            </a:prstGeom>
          </p:spPr>
        </p:pic>
      </p:grpSp>
      <p:grpSp>
        <p:nvGrpSpPr>
          <p:cNvPr id="320" name="object 320"/>
          <p:cNvGrpSpPr/>
          <p:nvPr/>
        </p:nvGrpSpPr>
        <p:grpSpPr>
          <a:xfrm>
            <a:off x="7064461" y="7165467"/>
            <a:ext cx="945515" cy="200660"/>
            <a:chOff x="7064461" y="7165467"/>
            <a:chExt cx="945515" cy="200660"/>
          </a:xfrm>
        </p:grpSpPr>
        <p:sp>
          <p:nvSpPr>
            <p:cNvPr id="321" name="object 321"/>
            <p:cNvSpPr/>
            <p:nvPr/>
          </p:nvSpPr>
          <p:spPr>
            <a:xfrm>
              <a:off x="7064461" y="7165467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70" h="197484">
                  <a:moveTo>
                    <a:pt x="17691" y="0"/>
                  </a:moveTo>
                  <a:lnTo>
                    <a:pt x="8623" y="0"/>
                  </a:lnTo>
                  <a:lnTo>
                    <a:pt x="5333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3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24" y="26358"/>
                  </a:lnTo>
                  <a:lnTo>
                    <a:pt x="25114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14" y="5556"/>
                  </a:lnTo>
                  <a:lnTo>
                    <a:pt x="21024" y="1111"/>
                  </a:lnTo>
                  <a:lnTo>
                    <a:pt x="17691" y="0"/>
                  </a:lnTo>
                  <a:close/>
                </a:path>
                <a:path w="26670" h="197484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7"/>
                  </a:lnTo>
                  <a:lnTo>
                    <a:pt x="23736" y="197357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2" name="object 32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133536" y="7222007"/>
              <a:ext cx="107480" cy="140817"/>
            </a:xfrm>
            <a:prstGeom prst="rect">
              <a:avLst/>
            </a:prstGeom>
          </p:spPr>
        </p:pic>
        <p:pic>
          <p:nvPicPr>
            <p:cNvPr id="323" name="object 32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271953" y="7222007"/>
              <a:ext cx="105346" cy="144018"/>
            </a:xfrm>
            <a:prstGeom prst="rect">
              <a:avLst/>
            </a:prstGeom>
          </p:spPr>
        </p:pic>
        <p:pic>
          <p:nvPicPr>
            <p:cNvPr id="324" name="object 324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7398102" y="7187069"/>
              <a:ext cx="74142" cy="175755"/>
            </a:xfrm>
            <a:prstGeom prst="rect">
              <a:avLst/>
            </a:prstGeom>
          </p:spPr>
        </p:pic>
        <p:pic>
          <p:nvPicPr>
            <p:cNvPr id="325" name="object 325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7495714" y="7222007"/>
              <a:ext cx="122948" cy="144018"/>
            </a:xfrm>
            <a:prstGeom prst="rect">
              <a:avLst/>
            </a:prstGeom>
          </p:spPr>
        </p:pic>
        <p:sp>
          <p:nvSpPr>
            <p:cNvPr id="326" name="object 326"/>
            <p:cNvSpPr/>
            <p:nvPr/>
          </p:nvSpPr>
          <p:spPr>
            <a:xfrm>
              <a:off x="7649057" y="7165467"/>
              <a:ext cx="113030" cy="197485"/>
            </a:xfrm>
            <a:custGeom>
              <a:avLst/>
              <a:gdLst/>
              <a:ahLst/>
              <a:cxnLst/>
              <a:rect l="l" t="t" r="r" b="b"/>
              <a:pathLst>
                <a:path w="113029" h="197484">
                  <a:moveTo>
                    <a:pt x="41605" y="178689"/>
                  </a:moveTo>
                  <a:lnTo>
                    <a:pt x="21336" y="178689"/>
                  </a:lnTo>
                  <a:lnTo>
                    <a:pt x="21336" y="0"/>
                  </a:lnTo>
                  <a:lnTo>
                    <a:pt x="0" y="0"/>
                  </a:lnTo>
                  <a:lnTo>
                    <a:pt x="0" y="181622"/>
                  </a:lnTo>
                  <a:lnTo>
                    <a:pt x="1955" y="186918"/>
                  </a:lnTo>
                  <a:lnTo>
                    <a:pt x="9779" y="195275"/>
                  </a:lnTo>
                  <a:lnTo>
                    <a:pt x="15379" y="197358"/>
                  </a:lnTo>
                  <a:lnTo>
                    <a:pt x="41605" y="197358"/>
                  </a:lnTo>
                  <a:lnTo>
                    <a:pt x="41605" y="178689"/>
                  </a:lnTo>
                  <a:close/>
                </a:path>
                <a:path w="113029" h="197484">
                  <a:moveTo>
                    <a:pt x="112814" y="178689"/>
                  </a:moveTo>
                  <a:lnTo>
                    <a:pt x="92544" y="178689"/>
                  </a:lnTo>
                  <a:lnTo>
                    <a:pt x="92544" y="0"/>
                  </a:lnTo>
                  <a:lnTo>
                    <a:pt x="71208" y="0"/>
                  </a:lnTo>
                  <a:lnTo>
                    <a:pt x="71208" y="181622"/>
                  </a:lnTo>
                  <a:lnTo>
                    <a:pt x="73164" y="186918"/>
                  </a:lnTo>
                  <a:lnTo>
                    <a:pt x="80987" y="195275"/>
                  </a:lnTo>
                  <a:lnTo>
                    <a:pt x="86588" y="197358"/>
                  </a:lnTo>
                  <a:lnTo>
                    <a:pt x="112814" y="197358"/>
                  </a:lnTo>
                  <a:lnTo>
                    <a:pt x="112814" y="17868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7" name="object 32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782684" y="7222007"/>
              <a:ext cx="121348" cy="144018"/>
            </a:xfrm>
            <a:prstGeom prst="rect">
              <a:avLst/>
            </a:prstGeom>
          </p:spPr>
        </p:pic>
        <p:pic>
          <p:nvPicPr>
            <p:cNvPr id="328" name="object 32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939237" y="7225208"/>
              <a:ext cx="70675" cy="137617"/>
            </a:xfrm>
            <a:prstGeom prst="rect">
              <a:avLst/>
            </a:prstGeom>
          </p:spPr>
        </p:pic>
      </p:grpSp>
      <p:sp>
        <p:nvSpPr>
          <p:cNvPr id="329" name="object 329"/>
          <p:cNvSpPr txBox="1"/>
          <p:nvPr/>
        </p:nvSpPr>
        <p:spPr>
          <a:xfrm>
            <a:off x="3340100" y="7464425"/>
            <a:ext cx="2228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0" dirty="0">
                <a:solidFill>
                  <a:srgbClr val="8A857C"/>
                </a:solidFill>
                <a:latin typeface="Cambria"/>
                <a:cs typeface="Cambria"/>
              </a:rPr>
              <a:t>check_version.py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330" name="object 330"/>
          <p:cNvGrpSpPr/>
          <p:nvPr/>
        </p:nvGrpSpPr>
        <p:grpSpPr>
          <a:xfrm>
            <a:off x="5618196" y="7585912"/>
            <a:ext cx="214629" cy="122555"/>
            <a:chOff x="5618196" y="7585912"/>
            <a:chExt cx="214629" cy="122555"/>
          </a:xfrm>
        </p:grpSpPr>
        <p:pic>
          <p:nvPicPr>
            <p:cNvPr id="331" name="object 331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5618196" y="7585912"/>
              <a:ext cx="86650" cy="122555"/>
            </a:xfrm>
            <a:prstGeom prst="rect">
              <a:avLst/>
            </a:prstGeom>
          </p:spPr>
        </p:pic>
        <p:pic>
          <p:nvPicPr>
            <p:cNvPr id="332" name="object 332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5729482" y="7585912"/>
              <a:ext cx="103342" cy="122555"/>
            </a:xfrm>
            <a:prstGeom prst="rect">
              <a:avLst/>
            </a:prstGeom>
          </p:spPr>
        </p:pic>
      </p:grpSp>
      <p:grpSp>
        <p:nvGrpSpPr>
          <p:cNvPr id="333" name="object 333"/>
          <p:cNvGrpSpPr/>
          <p:nvPr/>
        </p:nvGrpSpPr>
        <p:grpSpPr>
          <a:xfrm>
            <a:off x="5913810" y="7530160"/>
            <a:ext cx="410845" cy="221615"/>
            <a:chOff x="5913810" y="7530160"/>
            <a:chExt cx="410845" cy="221615"/>
          </a:xfrm>
        </p:grpSpPr>
        <p:pic>
          <p:nvPicPr>
            <p:cNvPr id="334" name="object 334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5913810" y="7530160"/>
              <a:ext cx="285859" cy="221284"/>
            </a:xfrm>
            <a:prstGeom prst="rect">
              <a:avLst/>
            </a:prstGeom>
          </p:spPr>
        </p:pic>
        <p:pic>
          <p:nvPicPr>
            <p:cNvPr id="335" name="object 335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6221206" y="7585913"/>
              <a:ext cx="103342" cy="122555"/>
            </a:xfrm>
            <a:prstGeom prst="rect">
              <a:avLst/>
            </a:prstGeom>
          </p:spPr>
        </p:pic>
      </p:grpSp>
      <p:grpSp>
        <p:nvGrpSpPr>
          <p:cNvPr id="336" name="object 336"/>
          <p:cNvGrpSpPr/>
          <p:nvPr/>
        </p:nvGrpSpPr>
        <p:grpSpPr>
          <a:xfrm>
            <a:off x="6393712" y="7585912"/>
            <a:ext cx="735965" cy="122555"/>
            <a:chOff x="6393712" y="7585912"/>
            <a:chExt cx="735965" cy="122555"/>
          </a:xfrm>
        </p:grpSpPr>
        <p:pic>
          <p:nvPicPr>
            <p:cNvPr id="337" name="object 337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6393712" y="7585912"/>
              <a:ext cx="86649" cy="122555"/>
            </a:xfrm>
            <a:prstGeom prst="rect">
              <a:avLst/>
            </a:prstGeom>
          </p:spPr>
        </p:pic>
        <p:pic>
          <p:nvPicPr>
            <p:cNvPr id="338" name="object 33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505438" y="7585912"/>
              <a:ext cx="100168" cy="122555"/>
            </a:xfrm>
            <a:prstGeom prst="rect">
              <a:avLst/>
            </a:prstGeom>
          </p:spPr>
        </p:pic>
        <p:pic>
          <p:nvPicPr>
            <p:cNvPr id="339" name="object 339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6638716" y="7585912"/>
              <a:ext cx="283077" cy="122555"/>
            </a:xfrm>
            <a:prstGeom prst="rect">
              <a:avLst/>
            </a:prstGeom>
          </p:spPr>
        </p:pic>
        <p:pic>
          <p:nvPicPr>
            <p:cNvPr id="340" name="object 340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6954904" y="7585912"/>
              <a:ext cx="174725" cy="122555"/>
            </a:xfrm>
            <a:prstGeom prst="rect">
              <a:avLst/>
            </a:prstGeom>
          </p:spPr>
        </p:pic>
      </p:grpSp>
      <p:grpSp>
        <p:nvGrpSpPr>
          <p:cNvPr id="341" name="object 341"/>
          <p:cNvGrpSpPr/>
          <p:nvPr/>
        </p:nvGrpSpPr>
        <p:grpSpPr>
          <a:xfrm>
            <a:off x="7210616" y="7585912"/>
            <a:ext cx="222885" cy="122555"/>
            <a:chOff x="7210616" y="7585912"/>
            <a:chExt cx="222885" cy="122555"/>
          </a:xfrm>
        </p:grpSpPr>
        <p:pic>
          <p:nvPicPr>
            <p:cNvPr id="342" name="object 342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7210616" y="7585912"/>
              <a:ext cx="87946" cy="119811"/>
            </a:xfrm>
            <a:prstGeom prst="rect">
              <a:avLst/>
            </a:prstGeom>
          </p:spPr>
        </p:pic>
        <p:pic>
          <p:nvPicPr>
            <p:cNvPr id="343" name="object 343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7329752" y="7585912"/>
              <a:ext cx="103341" cy="122555"/>
            </a:xfrm>
            <a:prstGeom prst="rect">
              <a:avLst/>
            </a:prstGeom>
          </p:spPr>
        </p:pic>
      </p:grpSp>
      <p:grpSp>
        <p:nvGrpSpPr>
          <p:cNvPr id="344" name="object 344"/>
          <p:cNvGrpSpPr/>
          <p:nvPr/>
        </p:nvGrpSpPr>
        <p:grpSpPr>
          <a:xfrm>
            <a:off x="7514080" y="7531303"/>
            <a:ext cx="613410" cy="177165"/>
            <a:chOff x="7514080" y="7531303"/>
            <a:chExt cx="613410" cy="177165"/>
          </a:xfrm>
        </p:grpSpPr>
        <p:pic>
          <p:nvPicPr>
            <p:cNvPr id="345" name="object 345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514080" y="7585913"/>
              <a:ext cx="87946" cy="119811"/>
            </a:xfrm>
            <a:prstGeom prst="rect">
              <a:avLst/>
            </a:prstGeom>
          </p:spPr>
        </p:pic>
        <p:pic>
          <p:nvPicPr>
            <p:cNvPr id="346" name="object 346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7633549" y="7531303"/>
              <a:ext cx="317698" cy="177165"/>
            </a:xfrm>
            <a:prstGeom prst="rect">
              <a:avLst/>
            </a:prstGeom>
          </p:spPr>
        </p:pic>
        <p:sp>
          <p:nvSpPr>
            <p:cNvPr id="347" name="object 347"/>
            <p:cNvSpPr/>
            <p:nvPr/>
          </p:nvSpPr>
          <p:spPr>
            <a:xfrm>
              <a:off x="7983138" y="7538161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40">
                  <a:moveTo>
                    <a:pt x="12077" y="0"/>
                  </a:moveTo>
                  <a:lnTo>
                    <a:pt x="5788" y="0"/>
                  </a:lnTo>
                  <a:lnTo>
                    <a:pt x="3533" y="774"/>
                  </a:lnTo>
                  <a:lnTo>
                    <a:pt x="706" y="3872"/>
                  </a:lnTo>
                  <a:lnTo>
                    <a:pt x="0" y="5815"/>
                  </a:lnTo>
                  <a:lnTo>
                    <a:pt x="0" y="12926"/>
                  </a:lnTo>
                  <a:lnTo>
                    <a:pt x="706" y="14869"/>
                  </a:lnTo>
                  <a:lnTo>
                    <a:pt x="3533" y="17966"/>
                  </a:lnTo>
                  <a:lnTo>
                    <a:pt x="5788" y="18741"/>
                  </a:lnTo>
                  <a:lnTo>
                    <a:pt x="12077" y="18741"/>
                  </a:lnTo>
                  <a:lnTo>
                    <a:pt x="14356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5"/>
                  </a:lnTo>
                  <a:lnTo>
                    <a:pt x="17090" y="3872"/>
                  </a:lnTo>
                  <a:lnTo>
                    <a:pt x="14356" y="774"/>
                  </a:lnTo>
                  <a:lnTo>
                    <a:pt x="12077" y="0"/>
                  </a:lnTo>
                  <a:close/>
                </a:path>
                <a:path w="17779" h="167640">
                  <a:moveTo>
                    <a:pt x="15452" y="50495"/>
                  </a:moveTo>
                  <a:lnTo>
                    <a:pt x="2410" y="50495"/>
                  </a:lnTo>
                  <a:lnTo>
                    <a:pt x="2410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8" name="object 348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039422" y="7588656"/>
              <a:ext cx="87943" cy="119811"/>
            </a:xfrm>
            <a:prstGeom prst="rect">
              <a:avLst/>
            </a:prstGeom>
          </p:spPr>
        </p:pic>
      </p:grpSp>
      <p:grpSp>
        <p:nvGrpSpPr>
          <p:cNvPr id="349" name="object 349"/>
          <p:cNvGrpSpPr/>
          <p:nvPr/>
        </p:nvGrpSpPr>
        <p:grpSpPr>
          <a:xfrm>
            <a:off x="8207261" y="7538161"/>
            <a:ext cx="636905" cy="199390"/>
            <a:chOff x="8207261" y="7538161"/>
            <a:chExt cx="636905" cy="199390"/>
          </a:xfrm>
        </p:grpSpPr>
        <p:pic>
          <p:nvPicPr>
            <p:cNvPr id="350" name="object 350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8207261" y="7585913"/>
              <a:ext cx="214792" cy="122555"/>
            </a:xfrm>
            <a:prstGeom prst="rect">
              <a:avLst/>
            </a:prstGeom>
          </p:spPr>
        </p:pic>
        <p:pic>
          <p:nvPicPr>
            <p:cNvPr id="351" name="object 351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8455164" y="7588656"/>
              <a:ext cx="157119" cy="117068"/>
            </a:xfrm>
            <a:prstGeom prst="rect">
              <a:avLst/>
            </a:prstGeom>
          </p:spPr>
        </p:pic>
        <p:sp>
          <p:nvSpPr>
            <p:cNvPr id="352" name="object 352"/>
            <p:cNvSpPr/>
            <p:nvPr/>
          </p:nvSpPr>
          <p:spPr>
            <a:xfrm>
              <a:off x="8637559" y="7538161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40">
                  <a:moveTo>
                    <a:pt x="12077" y="0"/>
                  </a:moveTo>
                  <a:lnTo>
                    <a:pt x="5788" y="0"/>
                  </a:lnTo>
                  <a:lnTo>
                    <a:pt x="3533" y="774"/>
                  </a:lnTo>
                  <a:lnTo>
                    <a:pt x="707" y="3872"/>
                  </a:lnTo>
                  <a:lnTo>
                    <a:pt x="0" y="5815"/>
                  </a:lnTo>
                  <a:lnTo>
                    <a:pt x="0" y="12926"/>
                  </a:lnTo>
                  <a:lnTo>
                    <a:pt x="707" y="14869"/>
                  </a:lnTo>
                  <a:lnTo>
                    <a:pt x="3533" y="17966"/>
                  </a:lnTo>
                  <a:lnTo>
                    <a:pt x="5788" y="18741"/>
                  </a:lnTo>
                  <a:lnTo>
                    <a:pt x="12077" y="18741"/>
                  </a:lnTo>
                  <a:lnTo>
                    <a:pt x="14357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5"/>
                  </a:lnTo>
                  <a:lnTo>
                    <a:pt x="17090" y="3872"/>
                  </a:lnTo>
                  <a:lnTo>
                    <a:pt x="14357" y="774"/>
                  </a:lnTo>
                  <a:lnTo>
                    <a:pt x="12077" y="0"/>
                  </a:lnTo>
                  <a:close/>
                </a:path>
                <a:path w="17779" h="167640">
                  <a:moveTo>
                    <a:pt x="15452" y="50495"/>
                  </a:moveTo>
                  <a:lnTo>
                    <a:pt x="2411" y="50495"/>
                  </a:lnTo>
                  <a:lnTo>
                    <a:pt x="2411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3" name="object 353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693844" y="7588656"/>
              <a:ext cx="87943" cy="119811"/>
            </a:xfrm>
            <a:prstGeom prst="rect">
              <a:avLst/>
            </a:prstGeom>
          </p:spPr>
        </p:pic>
        <p:sp>
          <p:nvSpPr>
            <p:cNvPr id="354" name="object 354"/>
            <p:cNvSpPr/>
            <p:nvPr/>
          </p:nvSpPr>
          <p:spPr>
            <a:xfrm>
              <a:off x="8812980" y="7684672"/>
              <a:ext cx="31115" cy="52705"/>
            </a:xfrm>
            <a:custGeom>
              <a:avLst/>
              <a:gdLst/>
              <a:ahLst/>
              <a:cxnLst/>
              <a:rect l="l" t="t" r="r" b="b"/>
              <a:pathLst>
                <a:path w="31115" h="52704">
                  <a:moveTo>
                    <a:pt x="23580" y="0"/>
                  </a:moveTo>
                  <a:lnTo>
                    <a:pt x="19770" y="0"/>
                  </a:lnTo>
                  <a:lnTo>
                    <a:pt x="15996" y="0"/>
                  </a:lnTo>
                  <a:lnTo>
                    <a:pt x="13218" y="990"/>
                  </a:lnTo>
                  <a:lnTo>
                    <a:pt x="9653" y="4952"/>
                  </a:lnTo>
                  <a:lnTo>
                    <a:pt x="8761" y="7479"/>
                  </a:lnTo>
                  <a:lnTo>
                    <a:pt x="8761" y="15703"/>
                  </a:lnTo>
                  <a:lnTo>
                    <a:pt x="9411" y="17760"/>
                  </a:lnTo>
                  <a:lnTo>
                    <a:pt x="12012" y="21197"/>
                  </a:lnTo>
                  <a:lnTo>
                    <a:pt x="14127" y="22288"/>
                  </a:lnTo>
                  <a:lnTo>
                    <a:pt x="17056" y="22752"/>
                  </a:lnTo>
                  <a:lnTo>
                    <a:pt x="16134" y="27672"/>
                  </a:lnTo>
                  <a:lnTo>
                    <a:pt x="14323" y="32585"/>
                  </a:lnTo>
                  <a:lnTo>
                    <a:pt x="8920" y="42398"/>
                  </a:lnTo>
                  <a:lnTo>
                    <a:pt x="5045" y="47468"/>
                  </a:lnTo>
                  <a:lnTo>
                    <a:pt x="0" y="52702"/>
                  </a:lnTo>
                  <a:lnTo>
                    <a:pt x="11045" y="52702"/>
                  </a:lnTo>
                  <a:lnTo>
                    <a:pt x="16945" y="47478"/>
                  </a:lnTo>
                  <a:lnTo>
                    <a:pt x="21680" y="41189"/>
                  </a:lnTo>
                  <a:lnTo>
                    <a:pt x="28818" y="26483"/>
                  </a:lnTo>
                  <a:lnTo>
                    <a:pt x="30604" y="19728"/>
                  </a:lnTo>
                  <a:lnTo>
                    <a:pt x="30604" y="7479"/>
                  </a:lnTo>
                  <a:lnTo>
                    <a:pt x="29751" y="4952"/>
                  </a:lnTo>
                  <a:lnTo>
                    <a:pt x="26338" y="990"/>
                  </a:lnTo>
                  <a:lnTo>
                    <a:pt x="2358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5" name="object 355"/>
          <p:cNvSpPr txBox="1"/>
          <p:nvPr/>
        </p:nvSpPr>
        <p:spPr>
          <a:xfrm>
            <a:off x="8903593" y="7464425"/>
            <a:ext cx="2228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65" dirty="0">
                <a:solidFill>
                  <a:srgbClr val="8A857C"/>
                </a:solidFill>
                <a:latin typeface="Cambria"/>
                <a:cs typeface="Cambria"/>
              </a:rPr>
              <a:t>win-</a:t>
            </a:r>
            <a:r>
              <a:rPr sz="1800" spc="290" dirty="0">
                <a:solidFill>
                  <a:srgbClr val="8A857C"/>
                </a:solidFill>
                <a:latin typeface="Cambria"/>
                <a:cs typeface="Cambria"/>
              </a:rPr>
              <a:t>installer.py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356" name="object 356"/>
          <p:cNvGrpSpPr/>
          <p:nvPr/>
        </p:nvGrpSpPr>
        <p:grpSpPr>
          <a:xfrm>
            <a:off x="11181689" y="7538161"/>
            <a:ext cx="573405" cy="170815"/>
            <a:chOff x="11181689" y="7538161"/>
            <a:chExt cx="573405" cy="170815"/>
          </a:xfrm>
        </p:grpSpPr>
        <p:pic>
          <p:nvPicPr>
            <p:cNvPr id="357" name="object 357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1181689" y="7555878"/>
              <a:ext cx="165362" cy="152590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1368590" y="7585913"/>
              <a:ext cx="211335" cy="122555"/>
            </a:xfrm>
            <a:prstGeom prst="rect">
              <a:avLst/>
            </a:prstGeom>
          </p:spPr>
        </p:pic>
        <p:sp>
          <p:nvSpPr>
            <p:cNvPr id="359" name="object 359"/>
            <p:cNvSpPr/>
            <p:nvPr/>
          </p:nvSpPr>
          <p:spPr>
            <a:xfrm>
              <a:off x="11603462" y="7538161"/>
              <a:ext cx="17780" cy="167640"/>
            </a:xfrm>
            <a:custGeom>
              <a:avLst/>
              <a:gdLst/>
              <a:ahLst/>
              <a:cxnLst/>
              <a:rect l="l" t="t" r="r" b="b"/>
              <a:pathLst>
                <a:path w="17779" h="167640">
                  <a:moveTo>
                    <a:pt x="12077" y="0"/>
                  </a:moveTo>
                  <a:lnTo>
                    <a:pt x="5788" y="0"/>
                  </a:lnTo>
                  <a:lnTo>
                    <a:pt x="3533" y="774"/>
                  </a:lnTo>
                  <a:lnTo>
                    <a:pt x="707" y="3872"/>
                  </a:lnTo>
                  <a:lnTo>
                    <a:pt x="0" y="5815"/>
                  </a:lnTo>
                  <a:lnTo>
                    <a:pt x="0" y="12926"/>
                  </a:lnTo>
                  <a:lnTo>
                    <a:pt x="707" y="14869"/>
                  </a:lnTo>
                  <a:lnTo>
                    <a:pt x="3533" y="17966"/>
                  </a:lnTo>
                  <a:lnTo>
                    <a:pt x="5788" y="18741"/>
                  </a:lnTo>
                  <a:lnTo>
                    <a:pt x="12077" y="18741"/>
                  </a:lnTo>
                  <a:lnTo>
                    <a:pt x="14357" y="17966"/>
                  </a:lnTo>
                  <a:lnTo>
                    <a:pt x="17090" y="14869"/>
                  </a:lnTo>
                  <a:lnTo>
                    <a:pt x="17773" y="12926"/>
                  </a:lnTo>
                  <a:lnTo>
                    <a:pt x="17773" y="5815"/>
                  </a:lnTo>
                  <a:lnTo>
                    <a:pt x="17090" y="3872"/>
                  </a:lnTo>
                  <a:lnTo>
                    <a:pt x="14357" y="774"/>
                  </a:lnTo>
                  <a:lnTo>
                    <a:pt x="12077" y="0"/>
                  </a:lnTo>
                  <a:close/>
                </a:path>
                <a:path w="17779" h="167640">
                  <a:moveTo>
                    <a:pt x="15452" y="50495"/>
                  </a:moveTo>
                  <a:lnTo>
                    <a:pt x="2411" y="50495"/>
                  </a:lnTo>
                  <a:lnTo>
                    <a:pt x="2411" y="167563"/>
                  </a:lnTo>
                  <a:lnTo>
                    <a:pt x="15452" y="167563"/>
                  </a:lnTo>
                  <a:lnTo>
                    <a:pt x="15452" y="5049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0" name="object 360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1651693" y="7585913"/>
              <a:ext cx="103341" cy="122555"/>
            </a:xfrm>
            <a:prstGeom prst="rect">
              <a:avLst/>
            </a:prstGeom>
          </p:spPr>
        </p:pic>
      </p:grpSp>
      <p:grpSp>
        <p:nvGrpSpPr>
          <p:cNvPr id="361" name="object 361"/>
          <p:cNvGrpSpPr/>
          <p:nvPr/>
        </p:nvGrpSpPr>
        <p:grpSpPr>
          <a:xfrm>
            <a:off x="11833556" y="7585912"/>
            <a:ext cx="427355" cy="122555"/>
            <a:chOff x="11833556" y="7585912"/>
            <a:chExt cx="427355" cy="122555"/>
          </a:xfrm>
        </p:grpSpPr>
        <p:sp>
          <p:nvSpPr>
            <p:cNvPr id="362" name="object 362"/>
            <p:cNvSpPr/>
            <p:nvPr/>
          </p:nvSpPr>
          <p:spPr>
            <a:xfrm>
              <a:off x="11833556" y="7684671"/>
              <a:ext cx="22225" cy="23495"/>
            </a:xfrm>
            <a:custGeom>
              <a:avLst/>
              <a:gdLst/>
              <a:ahLst/>
              <a:cxnLst/>
              <a:rect l="l" t="t" r="r" b="b"/>
              <a:pathLst>
                <a:path w="22225" h="23495">
                  <a:moveTo>
                    <a:pt x="14730" y="0"/>
                  </a:moveTo>
                  <a:lnTo>
                    <a:pt x="7265" y="0"/>
                  </a:lnTo>
                  <a:lnTo>
                    <a:pt x="4530" y="937"/>
                  </a:lnTo>
                  <a:lnTo>
                    <a:pt x="906" y="4687"/>
                  </a:lnTo>
                  <a:lnTo>
                    <a:pt x="0" y="7190"/>
                  </a:lnTo>
                  <a:lnTo>
                    <a:pt x="0" y="15890"/>
                  </a:lnTo>
                  <a:lnTo>
                    <a:pt x="906" y="18370"/>
                  </a:lnTo>
                  <a:lnTo>
                    <a:pt x="4530" y="22213"/>
                  </a:lnTo>
                  <a:lnTo>
                    <a:pt x="7265" y="23173"/>
                  </a:lnTo>
                  <a:lnTo>
                    <a:pt x="10923" y="23173"/>
                  </a:lnTo>
                  <a:lnTo>
                    <a:pt x="14730" y="23173"/>
                  </a:lnTo>
                  <a:lnTo>
                    <a:pt x="17501" y="22213"/>
                  </a:lnTo>
                  <a:lnTo>
                    <a:pt x="20974" y="18370"/>
                  </a:lnTo>
                  <a:lnTo>
                    <a:pt x="21842" y="15890"/>
                  </a:lnTo>
                  <a:lnTo>
                    <a:pt x="21842" y="7190"/>
                  </a:lnTo>
                  <a:lnTo>
                    <a:pt x="20974" y="4687"/>
                  </a:lnTo>
                  <a:lnTo>
                    <a:pt x="17501" y="937"/>
                  </a:lnTo>
                  <a:lnTo>
                    <a:pt x="1473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3" name="object 363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1881643" y="7585912"/>
              <a:ext cx="331724" cy="122555"/>
            </a:xfrm>
            <a:prstGeom prst="rect">
              <a:avLst/>
            </a:prstGeom>
          </p:spPr>
        </p:pic>
        <p:sp>
          <p:nvSpPr>
            <p:cNvPr id="364" name="object 364"/>
            <p:cNvSpPr/>
            <p:nvPr/>
          </p:nvSpPr>
          <p:spPr>
            <a:xfrm>
              <a:off x="12238996" y="7684671"/>
              <a:ext cx="22225" cy="23495"/>
            </a:xfrm>
            <a:custGeom>
              <a:avLst/>
              <a:gdLst/>
              <a:ahLst/>
              <a:cxnLst/>
              <a:rect l="l" t="t" r="r" b="b"/>
              <a:pathLst>
                <a:path w="22225" h="23495">
                  <a:moveTo>
                    <a:pt x="14729" y="0"/>
                  </a:moveTo>
                  <a:lnTo>
                    <a:pt x="7264" y="0"/>
                  </a:lnTo>
                  <a:lnTo>
                    <a:pt x="4530" y="937"/>
                  </a:lnTo>
                  <a:lnTo>
                    <a:pt x="905" y="4687"/>
                  </a:lnTo>
                  <a:lnTo>
                    <a:pt x="0" y="7190"/>
                  </a:lnTo>
                  <a:lnTo>
                    <a:pt x="0" y="15890"/>
                  </a:lnTo>
                  <a:lnTo>
                    <a:pt x="905" y="18370"/>
                  </a:lnTo>
                  <a:lnTo>
                    <a:pt x="4530" y="22213"/>
                  </a:lnTo>
                  <a:lnTo>
                    <a:pt x="7264" y="23173"/>
                  </a:lnTo>
                  <a:lnTo>
                    <a:pt x="10922" y="23173"/>
                  </a:lnTo>
                  <a:lnTo>
                    <a:pt x="14729" y="23173"/>
                  </a:lnTo>
                  <a:lnTo>
                    <a:pt x="17501" y="22213"/>
                  </a:lnTo>
                  <a:lnTo>
                    <a:pt x="20974" y="18370"/>
                  </a:lnTo>
                  <a:lnTo>
                    <a:pt x="21841" y="15890"/>
                  </a:lnTo>
                  <a:lnTo>
                    <a:pt x="21841" y="7190"/>
                  </a:lnTo>
                  <a:lnTo>
                    <a:pt x="20974" y="4687"/>
                  </a:lnTo>
                  <a:lnTo>
                    <a:pt x="17501" y="937"/>
                  </a:lnTo>
                  <a:lnTo>
                    <a:pt x="1472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5" name="object 365"/>
          <p:cNvSpPr txBox="1"/>
          <p:nvPr/>
        </p:nvSpPr>
        <p:spPr>
          <a:xfrm>
            <a:off x="939800" y="8169275"/>
            <a:ext cx="821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4683A"/>
                </a:solidFill>
                <a:latin typeface="Courier New"/>
                <a:cs typeface="Courier New"/>
              </a:rPr>
              <a:t>+</a:t>
            </a:r>
            <a:r>
              <a:rPr sz="1800" spc="43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800" spc="114" dirty="0">
                <a:solidFill>
                  <a:srgbClr val="C4683A"/>
                </a:solidFill>
                <a:latin typeface="Courier New"/>
                <a:cs typeface="Courier New"/>
              </a:rPr>
              <a:t>QOL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66" name="object 366"/>
          <p:cNvGrpSpPr/>
          <p:nvPr/>
        </p:nvGrpSpPr>
        <p:grpSpPr>
          <a:xfrm>
            <a:off x="3377603" y="8221218"/>
            <a:ext cx="427355" cy="193040"/>
            <a:chOff x="3377603" y="8221218"/>
            <a:chExt cx="427355" cy="193040"/>
          </a:xfrm>
        </p:grpSpPr>
        <p:sp>
          <p:nvSpPr>
            <p:cNvPr id="367" name="object 367"/>
            <p:cNvSpPr/>
            <p:nvPr/>
          </p:nvSpPr>
          <p:spPr>
            <a:xfrm>
              <a:off x="3377603" y="8224520"/>
              <a:ext cx="111125" cy="186690"/>
            </a:xfrm>
            <a:custGeom>
              <a:avLst/>
              <a:gdLst/>
              <a:ahLst/>
              <a:cxnLst/>
              <a:rect l="l" t="t" r="r" b="b"/>
              <a:pathLst>
                <a:path w="111125" h="186690">
                  <a:moveTo>
                    <a:pt x="110947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82550"/>
                  </a:lnTo>
                  <a:lnTo>
                    <a:pt x="0" y="101600"/>
                  </a:lnTo>
                  <a:lnTo>
                    <a:pt x="0" y="186690"/>
                  </a:lnTo>
                  <a:lnTo>
                    <a:pt x="22402" y="186690"/>
                  </a:lnTo>
                  <a:lnTo>
                    <a:pt x="22402" y="101600"/>
                  </a:lnTo>
                  <a:lnTo>
                    <a:pt x="103212" y="101600"/>
                  </a:lnTo>
                  <a:lnTo>
                    <a:pt x="103212" y="82550"/>
                  </a:lnTo>
                  <a:lnTo>
                    <a:pt x="22402" y="82550"/>
                  </a:lnTo>
                  <a:lnTo>
                    <a:pt x="22402" y="19050"/>
                  </a:lnTo>
                  <a:lnTo>
                    <a:pt x="110947" y="19050"/>
                  </a:lnTo>
                  <a:lnTo>
                    <a:pt x="110947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8" name="object 368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3526688" y="8224418"/>
              <a:ext cx="126149" cy="186156"/>
            </a:xfrm>
            <a:prstGeom prst="rect">
              <a:avLst/>
            </a:prstGeom>
          </p:spPr>
        </p:pic>
        <p:pic>
          <p:nvPicPr>
            <p:cNvPr id="369" name="object 369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3674706" y="8221218"/>
              <a:ext cx="129882" cy="192557"/>
            </a:xfrm>
            <a:prstGeom prst="rect">
              <a:avLst/>
            </a:prstGeom>
          </p:spPr>
        </p:pic>
      </p:grpSp>
      <p:grpSp>
        <p:nvGrpSpPr>
          <p:cNvPr id="370" name="object 370"/>
          <p:cNvGrpSpPr/>
          <p:nvPr/>
        </p:nvGrpSpPr>
        <p:grpSpPr>
          <a:xfrm>
            <a:off x="3893934" y="8269757"/>
            <a:ext cx="398780" cy="144145"/>
            <a:chOff x="3893934" y="8269757"/>
            <a:chExt cx="398780" cy="144145"/>
          </a:xfrm>
        </p:grpSpPr>
        <p:pic>
          <p:nvPicPr>
            <p:cNvPr id="371" name="object 371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3893934" y="8269757"/>
              <a:ext cx="256832" cy="144018"/>
            </a:xfrm>
            <a:prstGeom prst="rect">
              <a:avLst/>
            </a:prstGeom>
          </p:spPr>
        </p:pic>
        <p:pic>
          <p:nvPicPr>
            <p:cNvPr id="372" name="object 37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184636" y="8272957"/>
              <a:ext cx="107480" cy="140817"/>
            </a:xfrm>
            <a:prstGeom prst="rect">
              <a:avLst/>
            </a:prstGeom>
          </p:spPr>
        </p:pic>
      </p:grpSp>
      <p:grpSp>
        <p:nvGrpSpPr>
          <p:cNvPr id="373" name="object 373"/>
          <p:cNvGrpSpPr/>
          <p:nvPr/>
        </p:nvGrpSpPr>
        <p:grpSpPr>
          <a:xfrm>
            <a:off x="4337455" y="8234819"/>
            <a:ext cx="497205" cy="211454"/>
            <a:chOff x="4337455" y="8234819"/>
            <a:chExt cx="497205" cy="211454"/>
          </a:xfrm>
        </p:grpSpPr>
        <p:pic>
          <p:nvPicPr>
            <p:cNvPr id="374" name="object 37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337455" y="8269757"/>
              <a:ext cx="107480" cy="140817"/>
            </a:xfrm>
            <a:prstGeom prst="rect">
              <a:avLst/>
            </a:prstGeom>
          </p:spPr>
        </p:pic>
        <p:pic>
          <p:nvPicPr>
            <p:cNvPr id="375" name="object 375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4474005" y="8234819"/>
              <a:ext cx="74142" cy="175755"/>
            </a:xfrm>
            <a:prstGeom prst="rect">
              <a:avLst/>
            </a:prstGeom>
          </p:spPr>
        </p:pic>
        <p:pic>
          <p:nvPicPr>
            <p:cNvPr id="376" name="object 37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571350" y="8269757"/>
              <a:ext cx="121348" cy="144018"/>
            </a:xfrm>
            <a:prstGeom prst="rect">
              <a:avLst/>
            </a:prstGeom>
          </p:spPr>
        </p:pic>
        <p:pic>
          <p:nvPicPr>
            <p:cNvPr id="377" name="object 377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4727903" y="8272957"/>
              <a:ext cx="106413" cy="173088"/>
            </a:xfrm>
            <a:prstGeom prst="rect">
              <a:avLst/>
            </a:prstGeom>
          </p:spPr>
        </p:pic>
      </p:grpSp>
      <p:grpSp>
        <p:nvGrpSpPr>
          <p:cNvPr id="378" name="object 378"/>
          <p:cNvGrpSpPr/>
          <p:nvPr/>
        </p:nvGrpSpPr>
        <p:grpSpPr>
          <a:xfrm>
            <a:off x="4930595" y="8213217"/>
            <a:ext cx="732790" cy="254000"/>
            <a:chOff x="4930595" y="8213217"/>
            <a:chExt cx="732790" cy="254000"/>
          </a:xfrm>
        </p:grpSpPr>
        <p:pic>
          <p:nvPicPr>
            <p:cNvPr id="379" name="object 379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930595" y="8213217"/>
              <a:ext cx="118681" cy="200558"/>
            </a:xfrm>
            <a:prstGeom prst="rect">
              <a:avLst/>
            </a:prstGeom>
          </p:spPr>
        </p:pic>
        <p:pic>
          <p:nvPicPr>
            <p:cNvPr id="380" name="object 38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084481" y="8269757"/>
              <a:ext cx="121348" cy="144018"/>
            </a:xfrm>
            <a:prstGeom prst="rect">
              <a:avLst/>
            </a:prstGeom>
          </p:spPr>
        </p:pic>
        <p:pic>
          <p:nvPicPr>
            <p:cNvPr id="381" name="object 38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241034" y="8213217"/>
              <a:ext cx="118681" cy="200558"/>
            </a:xfrm>
            <a:prstGeom prst="rect">
              <a:avLst/>
            </a:prstGeom>
          </p:spPr>
        </p:pic>
        <p:pic>
          <p:nvPicPr>
            <p:cNvPr id="382" name="object 38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394387" y="8272958"/>
              <a:ext cx="107480" cy="140817"/>
            </a:xfrm>
            <a:prstGeom prst="rect">
              <a:avLst/>
            </a:prstGeom>
          </p:spPr>
        </p:pic>
        <p:pic>
          <p:nvPicPr>
            <p:cNvPr id="383" name="object 383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5536004" y="8254289"/>
              <a:ext cx="127215" cy="212826"/>
            </a:xfrm>
            <a:prstGeom prst="rect">
              <a:avLst/>
            </a:prstGeom>
          </p:spPr>
        </p:pic>
      </p:grpSp>
      <p:grpSp>
        <p:nvGrpSpPr>
          <p:cNvPr id="384" name="object 384"/>
          <p:cNvGrpSpPr/>
          <p:nvPr/>
        </p:nvGrpSpPr>
        <p:grpSpPr>
          <a:xfrm>
            <a:off x="5740830" y="8213217"/>
            <a:ext cx="892810" cy="250825"/>
            <a:chOff x="5740830" y="8213217"/>
            <a:chExt cx="892810" cy="250825"/>
          </a:xfrm>
        </p:grpSpPr>
        <p:pic>
          <p:nvPicPr>
            <p:cNvPr id="385" name="object 385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5740830" y="8269757"/>
              <a:ext cx="397648" cy="144018"/>
            </a:xfrm>
            <a:prstGeom prst="rect">
              <a:avLst/>
            </a:prstGeom>
          </p:spPr>
        </p:pic>
        <p:pic>
          <p:nvPicPr>
            <p:cNvPr id="386" name="object 38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173683" y="8272958"/>
              <a:ext cx="70675" cy="137617"/>
            </a:xfrm>
            <a:prstGeom prst="rect">
              <a:avLst/>
            </a:prstGeom>
          </p:spPr>
        </p:pic>
        <p:sp>
          <p:nvSpPr>
            <p:cNvPr id="387" name="object 387"/>
            <p:cNvSpPr/>
            <p:nvPr/>
          </p:nvSpPr>
          <p:spPr>
            <a:xfrm>
              <a:off x="6271562" y="8213217"/>
              <a:ext cx="41910" cy="197485"/>
            </a:xfrm>
            <a:custGeom>
              <a:avLst/>
              <a:gdLst/>
              <a:ahLst/>
              <a:cxnLst/>
              <a:rect l="l" t="t" r="r" b="b"/>
              <a:pathLst>
                <a:path w="41910" h="197484">
                  <a:moveTo>
                    <a:pt x="21336" y="0"/>
                  </a:moveTo>
                  <a:lnTo>
                    <a:pt x="0" y="0"/>
                  </a:lnTo>
                  <a:lnTo>
                    <a:pt x="0" y="181622"/>
                  </a:lnTo>
                  <a:lnTo>
                    <a:pt x="1955" y="186912"/>
                  </a:lnTo>
                  <a:lnTo>
                    <a:pt x="9778" y="195268"/>
                  </a:lnTo>
                  <a:lnTo>
                    <a:pt x="15379" y="197357"/>
                  </a:lnTo>
                  <a:lnTo>
                    <a:pt x="41605" y="197357"/>
                  </a:lnTo>
                  <a:lnTo>
                    <a:pt x="41605" y="178688"/>
                  </a:lnTo>
                  <a:lnTo>
                    <a:pt x="21336" y="178688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8" name="object 388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6333170" y="8269757"/>
              <a:ext cx="300304" cy="194157"/>
            </a:xfrm>
            <a:prstGeom prst="rect">
              <a:avLst/>
            </a:prstGeom>
          </p:spPr>
        </p:pic>
      </p:grpSp>
      <p:grpSp>
        <p:nvGrpSpPr>
          <p:cNvPr id="389" name="object 389"/>
          <p:cNvGrpSpPr/>
          <p:nvPr/>
        </p:nvGrpSpPr>
        <p:grpSpPr>
          <a:xfrm>
            <a:off x="6721218" y="8202815"/>
            <a:ext cx="848994" cy="211454"/>
            <a:chOff x="6721218" y="8202815"/>
            <a:chExt cx="848994" cy="211454"/>
          </a:xfrm>
        </p:grpSpPr>
        <p:pic>
          <p:nvPicPr>
            <p:cNvPr id="390" name="object 39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721218" y="8272957"/>
              <a:ext cx="121615" cy="137617"/>
            </a:xfrm>
            <a:prstGeom prst="rect">
              <a:avLst/>
            </a:prstGeom>
          </p:spPr>
        </p:pic>
        <p:sp>
          <p:nvSpPr>
            <p:cNvPr id="391" name="object 391"/>
            <p:cNvSpPr/>
            <p:nvPr/>
          </p:nvSpPr>
          <p:spPr>
            <a:xfrm>
              <a:off x="6870303" y="8213216"/>
              <a:ext cx="41910" cy="197485"/>
            </a:xfrm>
            <a:custGeom>
              <a:avLst/>
              <a:gdLst/>
              <a:ahLst/>
              <a:cxnLst/>
              <a:rect l="l" t="t" r="r" b="b"/>
              <a:pathLst>
                <a:path w="41909" h="197484">
                  <a:moveTo>
                    <a:pt x="21336" y="0"/>
                  </a:moveTo>
                  <a:lnTo>
                    <a:pt x="0" y="0"/>
                  </a:lnTo>
                  <a:lnTo>
                    <a:pt x="0" y="181622"/>
                  </a:lnTo>
                  <a:lnTo>
                    <a:pt x="1955" y="186912"/>
                  </a:lnTo>
                  <a:lnTo>
                    <a:pt x="9778" y="195268"/>
                  </a:lnTo>
                  <a:lnTo>
                    <a:pt x="15379" y="197357"/>
                  </a:lnTo>
                  <a:lnTo>
                    <a:pt x="41605" y="197357"/>
                  </a:lnTo>
                  <a:lnTo>
                    <a:pt x="41605" y="178688"/>
                  </a:lnTo>
                  <a:lnTo>
                    <a:pt x="21336" y="178688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2" name="object 392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6931911" y="8269757"/>
              <a:ext cx="245630" cy="144018"/>
            </a:xfrm>
            <a:prstGeom prst="rect">
              <a:avLst/>
            </a:prstGeom>
          </p:spPr>
        </p:pic>
        <p:pic>
          <p:nvPicPr>
            <p:cNvPr id="393" name="object 393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7198344" y="8234819"/>
              <a:ext cx="74142" cy="175755"/>
            </a:xfrm>
            <a:prstGeom prst="rect">
              <a:avLst/>
            </a:prstGeom>
          </p:spPr>
        </p:pic>
        <p:pic>
          <p:nvPicPr>
            <p:cNvPr id="394" name="object 39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306891" y="8269757"/>
              <a:ext cx="107480" cy="140817"/>
            </a:xfrm>
            <a:prstGeom prst="rect">
              <a:avLst/>
            </a:prstGeom>
          </p:spPr>
        </p:pic>
        <p:pic>
          <p:nvPicPr>
            <p:cNvPr id="395" name="object 395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7448242" y="8202815"/>
              <a:ext cx="121348" cy="210959"/>
            </a:xfrm>
            <a:prstGeom prst="rect">
              <a:avLst/>
            </a:prstGeom>
          </p:spPr>
        </p:pic>
      </p:grpSp>
      <p:grpSp>
        <p:nvGrpSpPr>
          <p:cNvPr id="396" name="object 396"/>
          <p:cNvGrpSpPr/>
          <p:nvPr/>
        </p:nvGrpSpPr>
        <p:grpSpPr>
          <a:xfrm>
            <a:off x="7667736" y="8213217"/>
            <a:ext cx="1034415" cy="250825"/>
            <a:chOff x="7667736" y="8213217"/>
            <a:chExt cx="1034415" cy="250825"/>
          </a:xfrm>
        </p:grpSpPr>
        <p:pic>
          <p:nvPicPr>
            <p:cNvPr id="397" name="object 397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7667736" y="8213217"/>
              <a:ext cx="386980" cy="250697"/>
            </a:xfrm>
            <a:prstGeom prst="rect">
              <a:avLst/>
            </a:prstGeom>
          </p:spPr>
        </p:pic>
        <p:pic>
          <p:nvPicPr>
            <p:cNvPr id="398" name="object 39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081920" y="8213217"/>
              <a:ext cx="118681" cy="200558"/>
            </a:xfrm>
            <a:prstGeom prst="rect">
              <a:avLst/>
            </a:prstGeom>
          </p:spPr>
        </p:pic>
        <p:sp>
          <p:nvSpPr>
            <p:cNvPr id="399" name="object 399"/>
            <p:cNvSpPr/>
            <p:nvPr/>
          </p:nvSpPr>
          <p:spPr>
            <a:xfrm>
              <a:off x="8234206" y="8213217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70" h="197484">
                  <a:moveTo>
                    <a:pt x="17691" y="0"/>
                  </a:moveTo>
                  <a:lnTo>
                    <a:pt x="8623" y="0"/>
                  </a:lnTo>
                  <a:lnTo>
                    <a:pt x="5333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3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24" y="26358"/>
                  </a:lnTo>
                  <a:lnTo>
                    <a:pt x="25114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14" y="5556"/>
                  </a:lnTo>
                  <a:lnTo>
                    <a:pt x="21024" y="1111"/>
                  </a:lnTo>
                  <a:lnTo>
                    <a:pt x="17691" y="0"/>
                  </a:lnTo>
                  <a:close/>
                </a:path>
                <a:path w="26670" h="197484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7"/>
                  </a:lnTo>
                  <a:lnTo>
                    <a:pt x="23736" y="197357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0" name="object 40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303282" y="8269757"/>
              <a:ext cx="107480" cy="140817"/>
            </a:xfrm>
            <a:prstGeom prst="rect">
              <a:avLst/>
            </a:prstGeom>
          </p:spPr>
        </p:pic>
        <p:pic>
          <p:nvPicPr>
            <p:cNvPr id="401" name="object 401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8445432" y="8213217"/>
              <a:ext cx="118681" cy="200558"/>
            </a:xfrm>
            <a:prstGeom prst="rect">
              <a:avLst/>
            </a:prstGeom>
          </p:spPr>
        </p:pic>
        <p:pic>
          <p:nvPicPr>
            <p:cNvPr id="402" name="object 40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596384" y="8269757"/>
              <a:ext cx="105346" cy="144018"/>
            </a:xfrm>
            <a:prstGeom prst="rect">
              <a:avLst/>
            </a:prstGeom>
          </p:spPr>
        </p:pic>
      </p:grpSp>
      <p:grpSp>
        <p:nvGrpSpPr>
          <p:cNvPr id="403" name="object 403"/>
          <p:cNvGrpSpPr/>
          <p:nvPr/>
        </p:nvGrpSpPr>
        <p:grpSpPr>
          <a:xfrm>
            <a:off x="3374010" y="8584310"/>
            <a:ext cx="517525" cy="172085"/>
            <a:chOff x="3374010" y="8584310"/>
            <a:chExt cx="517525" cy="172085"/>
          </a:xfrm>
        </p:grpSpPr>
        <p:pic>
          <p:nvPicPr>
            <p:cNvPr id="404" name="object 404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3374010" y="8584310"/>
              <a:ext cx="87946" cy="169163"/>
            </a:xfrm>
            <a:prstGeom prst="rect">
              <a:avLst/>
            </a:prstGeom>
          </p:spPr>
        </p:pic>
        <p:pic>
          <p:nvPicPr>
            <p:cNvPr id="405" name="object 405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3493477" y="8633663"/>
              <a:ext cx="102434" cy="122554"/>
            </a:xfrm>
            <a:prstGeom prst="rect">
              <a:avLst/>
            </a:prstGeom>
          </p:spPr>
        </p:pic>
        <p:pic>
          <p:nvPicPr>
            <p:cNvPr id="406" name="object 40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3620132" y="8584310"/>
              <a:ext cx="97723" cy="171907"/>
            </a:xfrm>
            <a:prstGeom prst="rect">
              <a:avLst/>
            </a:prstGeom>
          </p:spPr>
        </p:pic>
        <p:sp>
          <p:nvSpPr>
            <p:cNvPr id="407" name="object 407"/>
            <p:cNvSpPr/>
            <p:nvPr/>
          </p:nvSpPr>
          <p:spPr>
            <a:xfrm>
              <a:off x="3757866" y="8584310"/>
              <a:ext cx="133985" cy="169545"/>
            </a:xfrm>
            <a:custGeom>
              <a:avLst/>
              <a:gdLst/>
              <a:ahLst/>
              <a:cxnLst/>
              <a:rect l="l" t="t" r="r" b="b"/>
              <a:pathLst>
                <a:path w="133985" h="169545">
                  <a:moveTo>
                    <a:pt x="15443" y="52108"/>
                  </a:moveTo>
                  <a:lnTo>
                    <a:pt x="2400" y="52108"/>
                  </a:lnTo>
                  <a:lnTo>
                    <a:pt x="2400" y="169164"/>
                  </a:lnTo>
                  <a:lnTo>
                    <a:pt x="15443" y="169164"/>
                  </a:lnTo>
                  <a:lnTo>
                    <a:pt x="15443" y="52108"/>
                  </a:lnTo>
                  <a:close/>
                </a:path>
                <a:path w="133985" h="169545">
                  <a:moveTo>
                    <a:pt x="17767" y="7416"/>
                  </a:moveTo>
                  <a:lnTo>
                    <a:pt x="17081" y="5473"/>
                  </a:lnTo>
                  <a:lnTo>
                    <a:pt x="14351" y="2374"/>
                  </a:lnTo>
                  <a:lnTo>
                    <a:pt x="12077" y="1600"/>
                  </a:lnTo>
                  <a:lnTo>
                    <a:pt x="5778" y="1600"/>
                  </a:lnTo>
                  <a:lnTo>
                    <a:pt x="3530" y="2374"/>
                  </a:lnTo>
                  <a:lnTo>
                    <a:pt x="698" y="5473"/>
                  </a:lnTo>
                  <a:lnTo>
                    <a:pt x="0" y="7416"/>
                  </a:lnTo>
                  <a:lnTo>
                    <a:pt x="0" y="14528"/>
                  </a:lnTo>
                  <a:lnTo>
                    <a:pt x="698" y="16471"/>
                  </a:lnTo>
                  <a:lnTo>
                    <a:pt x="3530" y="19570"/>
                  </a:lnTo>
                  <a:lnTo>
                    <a:pt x="5778" y="20345"/>
                  </a:lnTo>
                  <a:lnTo>
                    <a:pt x="12077" y="20345"/>
                  </a:lnTo>
                  <a:lnTo>
                    <a:pt x="14351" y="19570"/>
                  </a:lnTo>
                  <a:lnTo>
                    <a:pt x="17081" y="16471"/>
                  </a:lnTo>
                  <a:lnTo>
                    <a:pt x="17767" y="14528"/>
                  </a:lnTo>
                  <a:lnTo>
                    <a:pt x="17767" y="7416"/>
                  </a:lnTo>
                  <a:close/>
                </a:path>
                <a:path w="133985" h="169545">
                  <a:moveTo>
                    <a:pt x="89077" y="157708"/>
                  </a:moveTo>
                  <a:lnTo>
                    <a:pt x="70904" y="157708"/>
                  </a:lnTo>
                  <a:lnTo>
                    <a:pt x="70904" y="0"/>
                  </a:lnTo>
                  <a:lnTo>
                    <a:pt x="57861" y="0"/>
                  </a:lnTo>
                  <a:lnTo>
                    <a:pt x="57861" y="159245"/>
                  </a:lnTo>
                  <a:lnTo>
                    <a:pt x="59093" y="162661"/>
                  </a:lnTo>
                  <a:lnTo>
                    <a:pt x="64020" y="167868"/>
                  </a:lnTo>
                  <a:lnTo>
                    <a:pt x="67602" y="169164"/>
                  </a:lnTo>
                  <a:lnTo>
                    <a:pt x="89077" y="169164"/>
                  </a:lnTo>
                  <a:lnTo>
                    <a:pt x="89077" y="157708"/>
                  </a:lnTo>
                  <a:close/>
                </a:path>
                <a:path w="133985" h="169545">
                  <a:moveTo>
                    <a:pt x="131216" y="52108"/>
                  </a:moveTo>
                  <a:lnTo>
                    <a:pt x="118173" y="52108"/>
                  </a:lnTo>
                  <a:lnTo>
                    <a:pt x="118173" y="169164"/>
                  </a:lnTo>
                  <a:lnTo>
                    <a:pt x="131216" y="169164"/>
                  </a:lnTo>
                  <a:lnTo>
                    <a:pt x="131216" y="52108"/>
                  </a:lnTo>
                  <a:close/>
                </a:path>
                <a:path w="133985" h="169545">
                  <a:moveTo>
                    <a:pt x="133540" y="7416"/>
                  </a:moveTo>
                  <a:lnTo>
                    <a:pt x="132854" y="5473"/>
                  </a:lnTo>
                  <a:lnTo>
                    <a:pt x="130124" y="2374"/>
                  </a:lnTo>
                  <a:lnTo>
                    <a:pt x="127838" y="1600"/>
                  </a:lnTo>
                  <a:lnTo>
                    <a:pt x="121551" y="1600"/>
                  </a:lnTo>
                  <a:lnTo>
                    <a:pt x="119303" y="2374"/>
                  </a:lnTo>
                  <a:lnTo>
                    <a:pt x="116471" y="5473"/>
                  </a:lnTo>
                  <a:lnTo>
                    <a:pt x="115760" y="7416"/>
                  </a:lnTo>
                  <a:lnTo>
                    <a:pt x="115760" y="14528"/>
                  </a:lnTo>
                  <a:lnTo>
                    <a:pt x="116471" y="16471"/>
                  </a:lnTo>
                  <a:lnTo>
                    <a:pt x="119303" y="19570"/>
                  </a:lnTo>
                  <a:lnTo>
                    <a:pt x="121551" y="20345"/>
                  </a:lnTo>
                  <a:lnTo>
                    <a:pt x="127838" y="20345"/>
                  </a:lnTo>
                  <a:lnTo>
                    <a:pt x="130124" y="19570"/>
                  </a:lnTo>
                  <a:lnTo>
                    <a:pt x="132854" y="16471"/>
                  </a:lnTo>
                  <a:lnTo>
                    <a:pt x="133540" y="14528"/>
                  </a:lnTo>
                  <a:lnTo>
                    <a:pt x="133540" y="741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8" name="object 408"/>
          <p:cNvGrpSpPr/>
          <p:nvPr/>
        </p:nvGrpSpPr>
        <p:grpSpPr>
          <a:xfrm>
            <a:off x="3973634" y="8633662"/>
            <a:ext cx="214629" cy="122555"/>
            <a:chOff x="3973634" y="8633662"/>
            <a:chExt cx="214629" cy="122555"/>
          </a:xfrm>
        </p:grpSpPr>
        <p:pic>
          <p:nvPicPr>
            <p:cNvPr id="409" name="object 409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3973634" y="8633662"/>
              <a:ext cx="86649" cy="122554"/>
            </a:xfrm>
            <a:prstGeom prst="rect">
              <a:avLst/>
            </a:prstGeom>
          </p:spPr>
        </p:pic>
        <p:pic>
          <p:nvPicPr>
            <p:cNvPr id="410" name="object 410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4084920" y="8633662"/>
              <a:ext cx="103341" cy="122554"/>
            </a:xfrm>
            <a:prstGeom prst="rect">
              <a:avLst/>
            </a:prstGeom>
          </p:spPr>
        </p:pic>
      </p:grpSp>
      <p:grpSp>
        <p:nvGrpSpPr>
          <p:cNvPr id="411" name="object 411"/>
          <p:cNvGrpSpPr/>
          <p:nvPr/>
        </p:nvGrpSpPr>
        <p:grpSpPr>
          <a:xfrm>
            <a:off x="4269248" y="8577910"/>
            <a:ext cx="408940" cy="178435"/>
            <a:chOff x="4269248" y="8577910"/>
            <a:chExt cx="408940" cy="178435"/>
          </a:xfrm>
        </p:grpSpPr>
        <p:pic>
          <p:nvPicPr>
            <p:cNvPr id="412" name="object 412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4269248" y="8633663"/>
              <a:ext cx="87946" cy="119811"/>
            </a:xfrm>
            <a:prstGeom prst="rect">
              <a:avLst/>
            </a:prstGeom>
          </p:spPr>
        </p:pic>
        <p:pic>
          <p:nvPicPr>
            <p:cNvPr id="413" name="object 413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4388473" y="8577910"/>
              <a:ext cx="103327" cy="178308"/>
            </a:xfrm>
            <a:prstGeom prst="rect">
              <a:avLst/>
            </a:prstGeom>
          </p:spPr>
        </p:pic>
        <p:pic>
          <p:nvPicPr>
            <p:cNvPr id="414" name="object 414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4518762" y="8633663"/>
              <a:ext cx="159270" cy="119811"/>
            </a:xfrm>
            <a:prstGeom prst="rect">
              <a:avLst/>
            </a:prstGeom>
          </p:spPr>
        </p:pic>
      </p:grpSp>
      <p:grpSp>
        <p:nvGrpSpPr>
          <p:cNvPr id="415" name="object 415"/>
          <p:cNvGrpSpPr/>
          <p:nvPr/>
        </p:nvGrpSpPr>
        <p:grpSpPr>
          <a:xfrm>
            <a:off x="4772813" y="8585911"/>
            <a:ext cx="228600" cy="213360"/>
            <a:chOff x="4772813" y="8585911"/>
            <a:chExt cx="228600" cy="213360"/>
          </a:xfrm>
        </p:grpSpPr>
        <p:pic>
          <p:nvPicPr>
            <p:cNvPr id="416" name="object 416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4772813" y="8633663"/>
              <a:ext cx="97722" cy="165531"/>
            </a:xfrm>
            <a:prstGeom prst="rect">
              <a:avLst/>
            </a:prstGeom>
          </p:spPr>
        </p:pic>
        <p:sp>
          <p:nvSpPr>
            <p:cNvPr id="417" name="object 417"/>
            <p:cNvSpPr/>
            <p:nvPr/>
          </p:nvSpPr>
          <p:spPr>
            <a:xfrm>
              <a:off x="4904067" y="8585911"/>
              <a:ext cx="97155" cy="167640"/>
            </a:xfrm>
            <a:custGeom>
              <a:avLst/>
              <a:gdLst/>
              <a:ahLst/>
              <a:cxnLst/>
              <a:rect l="l" t="t" r="r" b="b"/>
              <a:pathLst>
                <a:path w="97154" h="167640">
                  <a:moveTo>
                    <a:pt x="56832" y="50507"/>
                  </a:moveTo>
                  <a:lnTo>
                    <a:pt x="42227" y="50507"/>
                  </a:lnTo>
                  <a:lnTo>
                    <a:pt x="36588" y="51485"/>
                  </a:lnTo>
                  <a:lnTo>
                    <a:pt x="13995" y="71501"/>
                  </a:lnTo>
                  <a:lnTo>
                    <a:pt x="13030" y="71501"/>
                  </a:lnTo>
                  <a:lnTo>
                    <a:pt x="13030" y="50507"/>
                  </a:lnTo>
                  <a:lnTo>
                    <a:pt x="0" y="50507"/>
                  </a:lnTo>
                  <a:lnTo>
                    <a:pt x="0" y="167563"/>
                  </a:lnTo>
                  <a:lnTo>
                    <a:pt x="13030" y="167563"/>
                  </a:lnTo>
                  <a:lnTo>
                    <a:pt x="13030" y="82537"/>
                  </a:lnTo>
                  <a:lnTo>
                    <a:pt x="14465" y="78181"/>
                  </a:lnTo>
                  <a:lnTo>
                    <a:pt x="20218" y="71031"/>
                  </a:lnTo>
                  <a:lnTo>
                    <a:pt x="24155" y="68262"/>
                  </a:lnTo>
                  <a:lnTo>
                    <a:pt x="34201" y="64338"/>
                  </a:lnTo>
                  <a:lnTo>
                    <a:pt x="39928" y="63360"/>
                  </a:lnTo>
                  <a:lnTo>
                    <a:pt x="56832" y="63360"/>
                  </a:lnTo>
                  <a:lnTo>
                    <a:pt x="56832" y="50507"/>
                  </a:lnTo>
                  <a:close/>
                </a:path>
                <a:path w="97154" h="167640">
                  <a:moveTo>
                    <a:pt x="94615" y="50507"/>
                  </a:moveTo>
                  <a:lnTo>
                    <a:pt x="81572" y="50507"/>
                  </a:lnTo>
                  <a:lnTo>
                    <a:pt x="81572" y="167563"/>
                  </a:lnTo>
                  <a:lnTo>
                    <a:pt x="94615" y="167563"/>
                  </a:lnTo>
                  <a:lnTo>
                    <a:pt x="94615" y="50507"/>
                  </a:lnTo>
                  <a:close/>
                </a:path>
                <a:path w="97154" h="167640">
                  <a:moveTo>
                    <a:pt x="96939" y="5816"/>
                  </a:moveTo>
                  <a:lnTo>
                    <a:pt x="96253" y="3873"/>
                  </a:lnTo>
                  <a:lnTo>
                    <a:pt x="93522" y="774"/>
                  </a:lnTo>
                  <a:lnTo>
                    <a:pt x="91249" y="0"/>
                  </a:lnTo>
                  <a:lnTo>
                    <a:pt x="84950" y="0"/>
                  </a:lnTo>
                  <a:lnTo>
                    <a:pt x="82702" y="774"/>
                  </a:lnTo>
                  <a:lnTo>
                    <a:pt x="79870" y="3873"/>
                  </a:lnTo>
                  <a:lnTo>
                    <a:pt x="79171" y="5816"/>
                  </a:lnTo>
                  <a:lnTo>
                    <a:pt x="79171" y="12928"/>
                  </a:lnTo>
                  <a:lnTo>
                    <a:pt x="79870" y="14871"/>
                  </a:lnTo>
                  <a:lnTo>
                    <a:pt x="82702" y="17970"/>
                  </a:lnTo>
                  <a:lnTo>
                    <a:pt x="84950" y="18745"/>
                  </a:lnTo>
                  <a:lnTo>
                    <a:pt x="91249" y="18745"/>
                  </a:lnTo>
                  <a:lnTo>
                    <a:pt x="93522" y="17970"/>
                  </a:lnTo>
                  <a:lnTo>
                    <a:pt x="96253" y="14871"/>
                  </a:lnTo>
                  <a:lnTo>
                    <a:pt x="96939" y="12928"/>
                  </a:lnTo>
                  <a:lnTo>
                    <a:pt x="96939" y="581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18" name="object 418"/>
          <p:cNvPicPr/>
          <p:nvPr/>
        </p:nvPicPr>
        <p:blipFill>
          <a:blip r:embed="rId163" cstate="print"/>
          <a:stretch>
            <a:fillRect/>
          </a:stretch>
        </p:blipFill>
        <p:spPr>
          <a:xfrm>
            <a:off x="5085751" y="8577910"/>
            <a:ext cx="1241633" cy="221284"/>
          </a:xfrm>
          <a:prstGeom prst="rect">
            <a:avLst/>
          </a:prstGeom>
        </p:spPr>
      </p:pic>
      <p:pic>
        <p:nvPicPr>
          <p:cNvPr id="419" name="object 419"/>
          <p:cNvPicPr/>
          <p:nvPr/>
        </p:nvPicPr>
        <p:blipFill>
          <a:blip r:embed="rId164" cstate="print"/>
          <a:stretch>
            <a:fillRect/>
          </a:stretch>
        </p:blipFill>
        <p:spPr>
          <a:xfrm>
            <a:off x="6404957" y="8584310"/>
            <a:ext cx="1405930" cy="214883"/>
          </a:xfrm>
          <a:prstGeom prst="rect">
            <a:avLst/>
          </a:prstGeom>
        </p:spPr>
      </p:pic>
      <p:pic>
        <p:nvPicPr>
          <p:cNvPr id="420" name="object 420"/>
          <p:cNvPicPr/>
          <p:nvPr/>
        </p:nvPicPr>
        <p:blipFill>
          <a:blip r:embed="rId165" cstate="print"/>
          <a:stretch>
            <a:fillRect/>
          </a:stretch>
        </p:blipFill>
        <p:spPr>
          <a:xfrm>
            <a:off x="952499" y="590550"/>
            <a:ext cx="95250" cy="95250"/>
          </a:xfrm>
          <a:prstGeom prst="rect">
            <a:avLst/>
          </a:prstGeom>
        </p:spPr>
      </p:pic>
      <p:sp>
        <p:nvSpPr>
          <p:cNvPr id="421" name="object 421"/>
          <p:cNvSpPr txBox="1"/>
          <p:nvPr/>
        </p:nvSpPr>
        <p:spPr>
          <a:xfrm>
            <a:off x="1149350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09</a:t>
            </a:r>
            <a:r>
              <a:rPr sz="1800" spc="16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35" dirty="0">
                <a:solidFill>
                  <a:srgbClr val="8A857C"/>
                </a:solidFill>
                <a:latin typeface="Courier New"/>
                <a:cs typeface="Courier New"/>
              </a:rPr>
              <a:t>DELTA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22" name="object 422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23" name="object 423"/>
          <p:cNvSpPr txBox="1"/>
          <p:nvPr/>
        </p:nvSpPr>
        <p:spPr>
          <a:xfrm>
            <a:off x="939800" y="96361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09</a:t>
            </a:r>
            <a:r>
              <a:rPr sz="1800" spc="16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35" dirty="0">
                <a:solidFill>
                  <a:srgbClr val="8A857C"/>
                </a:solidFill>
                <a:latin typeface="Courier New"/>
                <a:cs typeface="Courier New"/>
              </a:rPr>
              <a:t>DELTA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24" name="object 424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26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EFEA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9800" y="863600"/>
            <a:ext cx="125145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Vyše</a:t>
            </a:r>
            <a:r>
              <a:rPr spc="-185" dirty="0"/>
              <a:t> </a:t>
            </a:r>
            <a:r>
              <a:rPr spc="114" dirty="0"/>
              <a:t>tridsať</a:t>
            </a:r>
            <a:r>
              <a:rPr spc="-180" dirty="0"/>
              <a:t> </a:t>
            </a:r>
            <a:r>
              <a:rPr spc="120" dirty="0"/>
              <a:t>nástrojov</a:t>
            </a:r>
            <a:r>
              <a:rPr spc="-185" dirty="0"/>
              <a:t> </a:t>
            </a:r>
            <a:r>
              <a:rPr spc="250" dirty="0"/>
              <a:t>v</a:t>
            </a:r>
            <a:r>
              <a:rPr spc="-180" dirty="0"/>
              <a:t> </a:t>
            </a:r>
            <a:r>
              <a:rPr spc="185" dirty="0"/>
              <a:t>štyroch</a:t>
            </a:r>
            <a:r>
              <a:rPr spc="-185" dirty="0"/>
              <a:t> </a:t>
            </a:r>
            <a:r>
              <a:rPr spc="140" dirty="0"/>
              <a:t>rodinách.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52500" y="2657475"/>
            <a:ext cx="1104900" cy="552450"/>
            <a:chOff x="952500" y="2657475"/>
            <a:chExt cx="1104900" cy="552450"/>
          </a:xfrm>
        </p:grpSpPr>
        <p:sp>
          <p:nvSpPr>
            <p:cNvPr id="5" name="object 5"/>
            <p:cNvSpPr/>
            <p:nvPr/>
          </p:nvSpPr>
          <p:spPr>
            <a:xfrm>
              <a:off x="957262" y="2662237"/>
              <a:ext cx="1095375" cy="542925"/>
            </a:xfrm>
            <a:custGeom>
              <a:avLst/>
              <a:gdLst/>
              <a:ahLst/>
              <a:cxnLst/>
              <a:rect l="l" t="t" r="r" b="b"/>
              <a:pathLst>
                <a:path w="1095375" h="542925">
                  <a:moveTo>
                    <a:pt x="830576" y="87"/>
                  </a:moveTo>
                  <a:lnTo>
                    <a:pt x="271462" y="0"/>
                  </a:lnTo>
                  <a:lnTo>
                    <a:pt x="231630" y="2943"/>
                  </a:lnTo>
                  <a:lnTo>
                    <a:pt x="192661" y="11691"/>
                  </a:lnTo>
                  <a:lnTo>
                    <a:pt x="155397" y="26060"/>
                  </a:lnTo>
                  <a:lnTo>
                    <a:pt x="120645" y="45755"/>
                  </a:lnTo>
                  <a:lnTo>
                    <a:pt x="89159" y="70332"/>
                  </a:lnTo>
                  <a:lnTo>
                    <a:pt x="61619" y="99249"/>
                  </a:lnTo>
                  <a:lnTo>
                    <a:pt x="38621" y="131893"/>
                  </a:lnTo>
                  <a:lnTo>
                    <a:pt x="20663" y="167561"/>
                  </a:lnTo>
                  <a:lnTo>
                    <a:pt x="8135" y="205496"/>
                  </a:lnTo>
                  <a:lnTo>
                    <a:pt x="1307" y="244850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6" y="317860"/>
                  </a:lnTo>
                  <a:lnTo>
                    <a:pt x="13701" y="356603"/>
                  </a:lnTo>
                  <a:lnTo>
                    <a:pt x="28984" y="393501"/>
                  </a:lnTo>
                  <a:lnTo>
                    <a:pt x="49519" y="427765"/>
                  </a:lnTo>
                  <a:lnTo>
                    <a:pt x="74855" y="458647"/>
                  </a:lnTo>
                  <a:lnTo>
                    <a:pt x="104451" y="485464"/>
                  </a:lnTo>
                  <a:lnTo>
                    <a:pt x="137657" y="507650"/>
                  </a:lnTo>
                  <a:lnTo>
                    <a:pt x="173766" y="524723"/>
                  </a:lnTo>
                  <a:lnTo>
                    <a:pt x="211982" y="536323"/>
                  </a:lnTo>
                  <a:lnTo>
                    <a:pt x="251494" y="542191"/>
                  </a:lnTo>
                  <a:lnTo>
                    <a:pt x="830576" y="542843"/>
                  </a:lnTo>
                  <a:lnTo>
                    <a:pt x="843880" y="542191"/>
                  </a:lnTo>
                  <a:lnTo>
                    <a:pt x="883391" y="536323"/>
                  </a:lnTo>
                  <a:lnTo>
                    <a:pt x="921608" y="524723"/>
                  </a:lnTo>
                  <a:lnTo>
                    <a:pt x="957717" y="507650"/>
                  </a:lnTo>
                  <a:lnTo>
                    <a:pt x="990923" y="485464"/>
                  </a:lnTo>
                  <a:lnTo>
                    <a:pt x="1020519" y="458647"/>
                  </a:lnTo>
                  <a:lnTo>
                    <a:pt x="1045854" y="427765"/>
                  </a:lnTo>
                  <a:lnTo>
                    <a:pt x="1066390" y="393501"/>
                  </a:lnTo>
                  <a:lnTo>
                    <a:pt x="1081673" y="356603"/>
                  </a:lnTo>
                  <a:lnTo>
                    <a:pt x="1091379" y="317860"/>
                  </a:lnTo>
                  <a:lnTo>
                    <a:pt x="1095293" y="278128"/>
                  </a:lnTo>
                  <a:lnTo>
                    <a:pt x="1095293" y="264796"/>
                  </a:lnTo>
                  <a:lnTo>
                    <a:pt x="1091379" y="225052"/>
                  </a:lnTo>
                  <a:lnTo>
                    <a:pt x="1081673" y="186293"/>
                  </a:lnTo>
                  <a:lnTo>
                    <a:pt x="1066390" y="149407"/>
                  </a:lnTo>
                  <a:lnTo>
                    <a:pt x="1045854" y="115143"/>
                  </a:lnTo>
                  <a:lnTo>
                    <a:pt x="1020519" y="84287"/>
                  </a:lnTo>
                  <a:lnTo>
                    <a:pt x="990923" y="57464"/>
                  </a:lnTo>
                  <a:lnTo>
                    <a:pt x="957717" y="35277"/>
                  </a:lnTo>
                  <a:lnTo>
                    <a:pt x="921608" y="18189"/>
                  </a:lnTo>
                  <a:lnTo>
                    <a:pt x="883391" y="6601"/>
                  </a:lnTo>
                  <a:lnTo>
                    <a:pt x="843880" y="743"/>
                  </a:lnTo>
                  <a:lnTo>
                    <a:pt x="830576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7262" y="2662237"/>
              <a:ext cx="1095375" cy="542925"/>
            </a:xfrm>
            <a:custGeom>
              <a:avLst/>
              <a:gdLst/>
              <a:ahLst/>
              <a:cxnLst/>
              <a:rect l="l" t="t" r="r" b="b"/>
              <a:pathLst>
                <a:path w="1095375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9" y="120681"/>
                  </a:lnTo>
                  <a:lnTo>
                    <a:pt x="70322" y="89177"/>
                  </a:lnTo>
                  <a:lnTo>
                    <a:pt x="99248" y="61626"/>
                  </a:lnTo>
                  <a:lnTo>
                    <a:pt x="131902" y="38659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14"/>
                  </a:lnTo>
                  <a:lnTo>
                    <a:pt x="271462" y="0"/>
                  </a:lnTo>
                  <a:lnTo>
                    <a:pt x="823912" y="0"/>
                  </a:lnTo>
                  <a:lnTo>
                    <a:pt x="863744" y="2947"/>
                  </a:lnTo>
                  <a:lnTo>
                    <a:pt x="902713" y="11715"/>
                  </a:lnTo>
                  <a:lnTo>
                    <a:pt x="939977" y="26098"/>
                  </a:lnTo>
                  <a:lnTo>
                    <a:pt x="974728" y="45719"/>
                  </a:lnTo>
                  <a:lnTo>
                    <a:pt x="1006215" y="70330"/>
                  </a:lnTo>
                  <a:lnTo>
                    <a:pt x="1033755" y="99250"/>
                  </a:lnTo>
                  <a:lnTo>
                    <a:pt x="1056754" y="131897"/>
                  </a:lnTo>
                  <a:lnTo>
                    <a:pt x="1074711" y="167544"/>
                  </a:lnTo>
                  <a:lnTo>
                    <a:pt x="1087240" y="205489"/>
                  </a:lnTo>
                  <a:lnTo>
                    <a:pt x="1094068" y="244887"/>
                  </a:lnTo>
                  <a:lnTo>
                    <a:pt x="1095375" y="271462"/>
                  </a:lnTo>
                  <a:lnTo>
                    <a:pt x="1095293" y="278119"/>
                  </a:lnTo>
                  <a:lnTo>
                    <a:pt x="1091379" y="317847"/>
                  </a:lnTo>
                  <a:lnTo>
                    <a:pt x="1081673" y="356614"/>
                  </a:lnTo>
                  <a:lnTo>
                    <a:pt x="1066390" y="393489"/>
                  </a:lnTo>
                  <a:lnTo>
                    <a:pt x="1045855" y="427761"/>
                  </a:lnTo>
                  <a:lnTo>
                    <a:pt x="1020519" y="458622"/>
                  </a:lnTo>
                  <a:lnTo>
                    <a:pt x="990923" y="485457"/>
                  </a:lnTo>
                  <a:lnTo>
                    <a:pt x="957717" y="507612"/>
                  </a:lnTo>
                  <a:lnTo>
                    <a:pt x="921608" y="524739"/>
                  </a:lnTo>
                  <a:lnTo>
                    <a:pt x="883392" y="536312"/>
                  </a:lnTo>
                  <a:lnTo>
                    <a:pt x="843880" y="542161"/>
                  </a:lnTo>
                  <a:lnTo>
                    <a:pt x="82391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26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39800" y="2178050"/>
            <a:ext cx="1973580" cy="899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solidFill>
                  <a:srgbClr val="8A857C"/>
                </a:solidFill>
                <a:latin typeface="Courier New"/>
                <a:cs typeface="Courier New"/>
              </a:rPr>
              <a:t>BODY</a:t>
            </a:r>
            <a:r>
              <a:rPr sz="1800" spc="43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434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ČIARY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800">
              <a:latin typeface="Courier New"/>
              <a:cs typeface="Courier New"/>
            </a:endParaRPr>
          </a:p>
          <a:p>
            <a:pPr marL="212725">
              <a:lnSpc>
                <a:spcPct val="100000"/>
              </a:lnSpc>
            </a:pP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Point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52500" y="3343275"/>
            <a:ext cx="2524125" cy="552450"/>
            <a:chOff x="952500" y="3343275"/>
            <a:chExt cx="2524125" cy="552450"/>
          </a:xfrm>
        </p:grpSpPr>
        <p:sp>
          <p:nvSpPr>
            <p:cNvPr id="9" name="object 9"/>
            <p:cNvSpPr/>
            <p:nvPr/>
          </p:nvSpPr>
          <p:spPr>
            <a:xfrm>
              <a:off x="957262" y="3348037"/>
              <a:ext cx="2514600" cy="542925"/>
            </a:xfrm>
            <a:custGeom>
              <a:avLst/>
              <a:gdLst/>
              <a:ahLst/>
              <a:cxnLst/>
              <a:rect l="l" t="t" r="r" b="b"/>
              <a:pathLst>
                <a:path w="2514600" h="542925">
                  <a:moveTo>
                    <a:pt x="2249801" y="87"/>
                  </a:moveTo>
                  <a:lnTo>
                    <a:pt x="271462" y="0"/>
                  </a:lnTo>
                  <a:lnTo>
                    <a:pt x="231630" y="2942"/>
                  </a:lnTo>
                  <a:lnTo>
                    <a:pt x="192661" y="11682"/>
                  </a:lnTo>
                  <a:lnTo>
                    <a:pt x="155397" y="26057"/>
                  </a:lnTo>
                  <a:lnTo>
                    <a:pt x="120645" y="45736"/>
                  </a:lnTo>
                  <a:lnTo>
                    <a:pt x="89159" y="70314"/>
                  </a:lnTo>
                  <a:lnTo>
                    <a:pt x="61619" y="99240"/>
                  </a:lnTo>
                  <a:lnTo>
                    <a:pt x="38621" y="131884"/>
                  </a:lnTo>
                  <a:lnTo>
                    <a:pt x="20663" y="167561"/>
                  </a:lnTo>
                  <a:lnTo>
                    <a:pt x="8135" y="205485"/>
                  </a:lnTo>
                  <a:lnTo>
                    <a:pt x="1307" y="244858"/>
                  </a:lnTo>
                  <a:lnTo>
                    <a:pt x="0" y="271462"/>
                  </a:lnTo>
                  <a:lnTo>
                    <a:pt x="81" y="278131"/>
                  </a:lnTo>
                  <a:lnTo>
                    <a:pt x="3996" y="317868"/>
                  </a:lnTo>
                  <a:lnTo>
                    <a:pt x="13701" y="356611"/>
                  </a:lnTo>
                  <a:lnTo>
                    <a:pt x="28984" y="393505"/>
                  </a:lnTo>
                  <a:lnTo>
                    <a:pt x="49519" y="427768"/>
                  </a:lnTo>
                  <a:lnTo>
                    <a:pt x="74855" y="458647"/>
                  </a:lnTo>
                  <a:lnTo>
                    <a:pt x="104451" y="485477"/>
                  </a:lnTo>
                  <a:lnTo>
                    <a:pt x="137657" y="507650"/>
                  </a:lnTo>
                  <a:lnTo>
                    <a:pt x="173766" y="524728"/>
                  </a:lnTo>
                  <a:lnTo>
                    <a:pt x="211982" y="536328"/>
                  </a:lnTo>
                  <a:lnTo>
                    <a:pt x="251494" y="542187"/>
                  </a:lnTo>
                  <a:lnTo>
                    <a:pt x="264798" y="542843"/>
                  </a:lnTo>
                  <a:lnTo>
                    <a:pt x="2249801" y="542843"/>
                  </a:lnTo>
                  <a:lnTo>
                    <a:pt x="2289544" y="538929"/>
                  </a:lnTo>
                  <a:lnTo>
                    <a:pt x="2328291" y="529225"/>
                  </a:lnTo>
                  <a:lnTo>
                    <a:pt x="2365188" y="513932"/>
                  </a:lnTo>
                  <a:lnTo>
                    <a:pt x="2399449" y="493405"/>
                  </a:lnTo>
                  <a:lnTo>
                    <a:pt x="2430320" y="468073"/>
                  </a:lnTo>
                  <a:lnTo>
                    <a:pt x="2457145" y="438471"/>
                  </a:lnTo>
                  <a:lnTo>
                    <a:pt x="2479331" y="405265"/>
                  </a:lnTo>
                  <a:lnTo>
                    <a:pt x="2496410" y="369148"/>
                  </a:lnTo>
                  <a:lnTo>
                    <a:pt x="2508003" y="330934"/>
                  </a:lnTo>
                  <a:lnTo>
                    <a:pt x="2513864" y="291436"/>
                  </a:lnTo>
                  <a:lnTo>
                    <a:pt x="2514518" y="278131"/>
                  </a:lnTo>
                  <a:lnTo>
                    <a:pt x="2514518" y="264798"/>
                  </a:lnTo>
                  <a:lnTo>
                    <a:pt x="2510603" y="225045"/>
                  </a:lnTo>
                  <a:lnTo>
                    <a:pt x="2500898" y="186293"/>
                  </a:lnTo>
                  <a:lnTo>
                    <a:pt x="2485614" y="149399"/>
                  </a:lnTo>
                  <a:lnTo>
                    <a:pt x="2465079" y="115138"/>
                  </a:lnTo>
                  <a:lnTo>
                    <a:pt x="2439744" y="84268"/>
                  </a:lnTo>
                  <a:lnTo>
                    <a:pt x="2410148" y="57451"/>
                  </a:lnTo>
                  <a:lnTo>
                    <a:pt x="2376942" y="35259"/>
                  </a:lnTo>
                  <a:lnTo>
                    <a:pt x="2340832" y="18179"/>
                  </a:lnTo>
                  <a:lnTo>
                    <a:pt x="2302617" y="6592"/>
                  </a:lnTo>
                  <a:lnTo>
                    <a:pt x="2263105" y="743"/>
                  </a:lnTo>
                  <a:lnTo>
                    <a:pt x="2249801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7262" y="3348037"/>
              <a:ext cx="2514600" cy="542925"/>
            </a:xfrm>
            <a:custGeom>
              <a:avLst/>
              <a:gdLst/>
              <a:ahLst/>
              <a:cxnLst/>
              <a:rect l="l" t="t" r="r" b="b"/>
              <a:pathLst>
                <a:path w="2514600" h="542925">
                  <a:moveTo>
                    <a:pt x="0" y="271462"/>
                  </a:moveTo>
                  <a:lnTo>
                    <a:pt x="2937" y="231624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9" y="120586"/>
                  </a:lnTo>
                  <a:lnTo>
                    <a:pt x="70322" y="89177"/>
                  </a:lnTo>
                  <a:lnTo>
                    <a:pt x="99248" y="61626"/>
                  </a:lnTo>
                  <a:lnTo>
                    <a:pt x="131902" y="38576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2243137" y="0"/>
                  </a:lnTo>
                  <a:lnTo>
                    <a:pt x="2282969" y="2964"/>
                  </a:lnTo>
                  <a:lnTo>
                    <a:pt x="2321938" y="11715"/>
                  </a:lnTo>
                  <a:lnTo>
                    <a:pt x="2359202" y="26050"/>
                  </a:lnTo>
                  <a:lnTo>
                    <a:pt x="2393953" y="45719"/>
                  </a:lnTo>
                  <a:lnTo>
                    <a:pt x="2425440" y="70330"/>
                  </a:lnTo>
                  <a:lnTo>
                    <a:pt x="2452980" y="99250"/>
                  </a:lnTo>
                  <a:lnTo>
                    <a:pt x="2475978" y="131885"/>
                  </a:lnTo>
                  <a:lnTo>
                    <a:pt x="2493935" y="167544"/>
                  </a:lnTo>
                  <a:lnTo>
                    <a:pt x="2506464" y="205489"/>
                  </a:lnTo>
                  <a:lnTo>
                    <a:pt x="2513293" y="244887"/>
                  </a:lnTo>
                  <a:lnTo>
                    <a:pt x="2514600" y="271462"/>
                  </a:lnTo>
                  <a:lnTo>
                    <a:pt x="2514518" y="278119"/>
                  </a:lnTo>
                  <a:lnTo>
                    <a:pt x="2510604" y="317847"/>
                  </a:lnTo>
                  <a:lnTo>
                    <a:pt x="2500897" y="356614"/>
                  </a:lnTo>
                  <a:lnTo>
                    <a:pt x="2485614" y="393489"/>
                  </a:lnTo>
                  <a:lnTo>
                    <a:pt x="2465080" y="427761"/>
                  </a:lnTo>
                  <a:lnTo>
                    <a:pt x="2439744" y="458622"/>
                  </a:lnTo>
                  <a:lnTo>
                    <a:pt x="2410148" y="485457"/>
                  </a:lnTo>
                  <a:lnTo>
                    <a:pt x="2376942" y="507612"/>
                  </a:lnTo>
                  <a:lnTo>
                    <a:pt x="2340833" y="524739"/>
                  </a:lnTo>
                  <a:lnTo>
                    <a:pt x="2302617" y="536312"/>
                  </a:lnTo>
                  <a:lnTo>
                    <a:pt x="2263105" y="542161"/>
                  </a:lnTo>
                  <a:lnTo>
                    <a:pt x="2243137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26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4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52500" y="4029075"/>
            <a:ext cx="1676400" cy="552450"/>
            <a:chOff x="952500" y="4029075"/>
            <a:chExt cx="1676400" cy="552450"/>
          </a:xfrm>
        </p:grpSpPr>
        <p:sp>
          <p:nvSpPr>
            <p:cNvPr id="12" name="object 12"/>
            <p:cNvSpPr/>
            <p:nvPr/>
          </p:nvSpPr>
          <p:spPr>
            <a:xfrm>
              <a:off x="957262" y="4033837"/>
              <a:ext cx="1666875" cy="542925"/>
            </a:xfrm>
            <a:custGeom>
              <a:avLst/>
              <a:gdLst/>
              <a:ahLst/>
              <a:cxnLst/>
              <a:rect l="l" t="t" r="r" b="b"/>
              <a:pathLst>
                <a:path w="1666875" h="542925">
                  <a:moveTo>
                    <a:pt x="1402076" y="87"/>
                  </a:moveTo>
                  <a:lnTo>
                    <a:pt x="271462" y="0"/>
                  </a:lnTo>
                  <a:lnTo>
                    <a:pt x="231630" y="2935"/>
                  </a:lnTo>
                  <a:lnTo>
                    <a:pt x="192661" y="11691"/>
                  </a:lnTo>
                  <a:lnTo>
                    <a:pt x="155397" y="26055"/>
                  </a:lnTo>
                  <a:lnTo>
                    <a:pt x="120645" y="45736"/>
                  </a:lnTo>
                  <a:lnTo>
                    <a:pt x="89159" y="70321"/>
                  </a:lnTo>
                  <a:lnTo>
                    <a:pt x="61619" y="99240"/>
                  </a:lnTo>
                  <a:lnTo>
                    <a:pt x="38621" y="131889"/>
                  </a:lnTo>
                  <a:lnTo>
                    <a:pt x="20663" y="167561"/>
                  </a:lnTo>
                  <a:lnTo>
                    <a:pt x="8135" y="205496"/>
                  </a:lnTo>
                  <a:lnTo>
                    <a:pt x="1307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6" y="317868"/>
                  </a:lnTo>
                  <a:lnTo>
                    <a:pt x="13701" y="356603"/>
                  </a:lnTo>
                  <a:lnTo>
                    <a:pt x="28984" y="393510"/>
                  </a:lnTo>
                  <a:lnTo>
                    <a:pt x="49519" y="427774"/>
                  </a:lnTo>
                  <a:lnTo>
                    <a:pt x="74855" y="458647"/>
                  </a:lnTo>
                  <a:lnTo>
                    <a:pt x="104451" y="485462"/>
                  </a:lnTo>
                  <a:lnTo>
                    <a:pt x="137657" y="507653"/>
                  </a:lnTo>
                  <a:lnTo>
                    <a:pt x="173766" y="524733"/>
                  </a:lnTo>
                  <a:lnTo>
                    <a:pt x="211982" y="536319"/>
                  </a:lnTo>
                  <a:lnTo>
                    <a:pt x="251494" y="542191"/>
                  </a:lnTo>
                  <a:lnTo>
                    <a:pt x="264798" y="542843"/>
                  </a:lnTo>
                  <a:lnTo>
                    <a:pt x="1402076" y="542843"/>
                  </a:lnTo>
                  <a:lnTo>
                    <a:pt x="1441819" y="538921"/>
                  </a:lnTo>
                  <a:lnTo>
                    <a:pt x="1480566" y="529222"/>
                  </a:lnTo>
                  <a:lnTo>
                    <a:pt x="1517463" y="513942"/>
                  </a:lnTo>
                  <a:lnTo>
                    <a:pt x="1551724" y="493391"/>
                  </a:lnTo>
                  <a:lnTo>
                    <a:pt x="1582595" y="468068"/>
                  </a:lnTo>
                  <a:lnTo>
                    <a:pt x="1609420" y="438476"/>
                  </a:lnTo>
                  <a:lnTo>
                    <a:pt x="1631606" y="405263"/>
                  </a:lnTo>
                  <a:lnTo>
                    <a:pt x="1648685" y="369148"/>
                  </a:lnTo>
                  <a:lnTo>
                    <a:pt x="1660278" y="330934"/>
                  </a:lnTo>
                  <a:lnTo>
                    <a:pt x="1666139" y="291434"/>
                  </a:lnTo>
                  <a:lnTo>
                    <a:pt x="1666793" y="278128"/>
                  </a:lnTo>
                  <a:lnTo>
                    <a:pt x="1666793" y="264801"/>
                  </a:lnTo>
                  <a:lnTo>
                    <a:pt x="1662878" y="225054"/>
                  </a:lnTo>
                  <a:lnTo>
                    <a:pt x="1653173" y="186293"/>
                  </a:lnTo>
                  <a:lnTo>
                    <a:pt x="1637889" y="149403"/>
                  </a:lnTo>
                  <a:lnTo>
                    <a:pt x="1617354" y="115147"/>
                  </a:lnTo>
                  <a:lnTo>
                    <a:pt x="1592019" y="84277"/>
                  </a:lnTo>
                  <a:lnTo>
                    <a:pt x="1562422" y="57454"/>
                  </a:lnTo>
                  <a:lnTo>
                    <a:pt x="1529217" y="35268"/>
                  </a:lnTo>
                  <a:lnTo>
                    <a:pt x="1493108" y="18180"/>
                  </a:lnTo>
                  <a:lnTo>
                    <a:pt x="1454892" y="6593"/>
                  </a:lnTo>
                  <a:lnTo>
                    <a:pt x="1415380" y="743"/>
                  </a:lnTo>
                  <a:lnTo>
                    <a:pt x="1402076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57262" y="4033837"/>
              <a:ext cx="1666875" cy="542925"/>
            </a:xfrm>
            <a:custGeom>
              <a:avLst/>
              <a:gdLst/>
              <a:ahLst/>
              <a:cxnLst/>
              <a:rect l="l" t="t" r="r" b="b"/>
              <a:pathLst>
                <a:path w="1666875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9" y="120586"/>
                  </a:lnTo>
                  <a:lnTo>
                    <a:pt x="70322" y="89177"/>
                  </a:lnTo>
                  <a:lnTo>
                    <a:pt x="99248" y="61626"/>
                  </a:lnTo>
                  <a:lnTo>
                    <a:pt x="131902" y="38623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1395412" y="0"/>
                  </a:lnTo>
                  <a:lnTo>
                    <a:pt x="1435244" y="2964"/>
                  </a:lnTo>
                  <a:lnTo>
                    <a:pt x="1474213" y="11715"/>
                  </a:lnTo>
                  <a:lnTo>
                    <a:pt x="1511477" y="26062"/>
                  </a:lnTo>
                  <a:lnTo>
                    <a:pt x="1546228" y="45719"/>
                  </a:lnTo>
                  <a:lnTo>
                    <a:pt x="1577715" y="70330"/>
                  </a:lnTo>
                  <a:lnTo>
                    <a:pt x="1605255" y="99250"/>
                  </a:lnTo>
                  <a:lnTo>
                    <a:pt x="1628253" y="131885"/>
                  </a:lnTo>
                  <a:lnTo>
                    <a:pt x="1646211" y="167544"/>
                  </a:lnTo>
                  <a:lnTo>
                    <a:pt x="1658740" y="205489"/>
                  </a:lnTo>
                  <a:lnTo>
                    <a:pt x="1665568" y="244887"/>
                  </a:lnTo>
                  <a:lnTo>
                    <a:pt x="1666875" y="271462"/>
                  </a:lnTo>
                  <a:lnTo>
                    <a:pt x="1666793" y="278119"/>
                  </a:lnTo>
                  <a:lnTo>
                    <a:pt x="1662879" y="317847"/>
                  </a:lnTo>
                  <a:lnTo>
                    <a:pt x="1653173" y="356614"/>
                  </a:lnTo>
                  <a:lnTo>
                    <a:pt x="1637889" y="393489"/>
                  </a:lnTo>
                  <a:lnTo>
                    <a:pt x="1617355" y="427761"/>
                  </a:lnTo>
                  <a:lnTo>
                    <a:pt x="1592019" y="458622"/>
                  </a:lnTo>
                  <a:lnTo>
                    <a:pt x="1562423" y="485457"/>
                  </a:lnTo>
                  <a:lnTo>
                    <a:pt x="1529217" y="507612"/>
                  </a:lnTo>
                  <a:lnTo>
                    <a:pt x="1493108" y="524739"/>
                  </a:lnTo>
                  <a:lnTo>
                    <a:pt x="1454892" y="536312"/>
                  </a:lnTo>
                  <a:lnTo>
                    <a:pt x="1415380" y="542161"/>
                  </a:lnTo>
                  <a:lnTo>
                    <a:pt x="139541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62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762250" y="4029075"/>
            <a:ext cx="1533525" cy="552450"/>
            <a:chOff x="2762250" y="4029075"/>
            <a:chExt cx="1533525" cy="552450"/>
          </a:xfrm>
        </p:grpSpPr>
        <p:sp>
          <p:nvSpPr>
            <p:cNvPr id="15" name="object 15"/>
            <p:cNvSpPr/>
            <p:nvPr/>
          </p:nvSpPr>
          <p:spPr>
            <a:xfrm>
              <a:off x="2767012" y="4033837"/>
              <a:ext cx="1524000" cy="542925"/>
            </a:xfrm>
            <a:custGeom>
              <a:avLst/>
              <a:gdLst/>
              <a:ahLst/>
              <a:cxnLst/>
              <a:rect l="l" t="t" r="r" b="b"/>
              <a:pathLst>
                <a:path w="1524000" h="542925">
                  <a:moveTo>
                    <a:pt x="1259201" y="87"/>
                  </a:moveTo>
                  <a:lnTo>
                    <a:pt x="271462" y="0"/>
                  </a:lnTo>
                  <a:lnTo>
                    <a:pt x="231630" y="2935"/>
                  </a:lnTo>
                  <a:lnTo>
                    <a:pt x="192660" y="11691"/>
                  </a:lnTo>
                  <a:lnTo>
                    <a:pt x="155396" y="26055"/>
                  </a:lnTo>
                  <a:lnTo>
                    <a:pt x="120646" y="45736"/>
                  </a:lnTo>
                  <a:lnTo>
                    <a:pt x="89159" y="70321"/>
                  </a:lnTo>
                  <a:lnTo>
                    <a:pt x="61619" y="99240"/>
                  </a:lnTo>
                  <a:lnTo>
                    <a:pt x="38620" y="131889"/>
                  </a:lnTo>
                  <a:lnTo>
                    <a:pt x="20662" y="167561"/>
                  </a:lnTo>
                  <a:lnTo>
                    <a:pt x="8134" y="205496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8"/>
                  </a:lnTo>
                  <a:lnTo>
                    <a:pt x="13701" y="356603"/>
                  </a:lnTo>
                  <a:lnTo>
                    <a:pt x="28984" y="393510"/>
                  </a:lnTo>
                  <a:lnTo>
                    <a:pt x="49519" y="427774"/>
                  </a:lnTo>
                  <a:lnTo>
                    <a:pt x="74855" y="458647"/>
                  </a:lnTo>
                  <a:lnTo>
                    <a:pt x="104451" y="485462"/>
                  </a:lnTo>
                  <a:lnTo>
                    <a:pt x="137657" y="507653"/>
                  </a:lnTo>
                  <a:lnTo>
                    <a:pt x="173765" y="524733"/>
                  </a:lnTo>
                  <a:lnTo>
                    <a:pt x="211982" y="536319"/>
                  </a:lnTo>
                  <a:lnTo>
                    <a:pt x="251494" y="542191"/>
                  </a:lnTo>
                  <a:lnTo>
                    <a:pt x="264798" y="542843"/>
                  </a:lnTo>
                  <a:lnTo>
                    <a:pt x="1259201" y="542843"/>
                  </a:lnTo>
                  <a:lnTo>
                    <a:pt x="1298945" y="538921"/>
                  </a:lnTo>
                  <a:lnTo>
                    <a:pt x="1337691" y="529222"/>
                  </a:lnTo>
                  <a:lnTo>
                    <a:pt x="1374588" y="513942"/>
                  </a:lnTo>
                  <a:lnTo>
                    <a:pt x="1408849" y="493391"/>
                  </a:lnTo>
                  <a:lnTo>
                    <a:pt x="1439720" y="468068"/>
                  </a:lnTo>
                  <a:lnTo>
                    <a:pt x="1466545" y="438476"/>
                  </a:lnTo>
                  <a:lnTo>
                    <a:pt x="1488732" y="405263"/>
                  </a:lnTo>
                  <a:lnTo>
                    <a:pt x="1505810" y="369148"/>
                  </a:lnTo>
                  <a:lnTo>
                    <a:pt x="1517403" y="330934"/>
                  </a:lnTo>
                  <a:lnTo>
                    <a:pt x="1523264" y="291434"/>
                  </a:lnTo>
                  <a:lnTo>
                    <a:pt x="1523918" y="278128"/>
                  </a:lnTo>
                  <a:lnTo>
                    <a:pt x="1523918" y="264801"/>
                  </a:lnTo>
                  <a:lnTo>
                    <a:pt x="1520004" y="225054"/>
                  </a:lnTo>
                  <a:lnTo>
                    <a:pt x="1510298" y="186293"/>
                  </a:lnTo>
                  <a:lnTo>
                    <a:pt x="1495015" y="149403"/>
                  </a:lnTo>
                  <a:lnTo>
                    <a:pt x="1474479" y="115147"/>
                  </a:lnTo>
                  <a:lnTo>
                    <a:pt x="1449144" y="84277"/>
                  </a:lnTo>
                  <a:lnTo>
                    <a:pt x="1419547" y="57454"/>
                  </a:lnTo>
                  <a:lnTo>
                    <a:pt x="1386342" y="35268"/>
                  </a:lnTo>
                  <a:lnTo>
                    <a:pt x="1350233" y="18180"/>
                  </a:lnTo>
                  <a:lnTo>
                    <a:pt x="1312017" y="6593"/>
                  </a:lnTo>
                  <a:lnTo>
                    <a:pt x="1272505" y="743"/>
                  </a:lnTo>
                  <a:lnTo>
                    <a:pt x="1259201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67012" y="4033837"/>
              <a:ext cx="1524000" cy="542925"/>
            </a:xfrm>
            <a:custGeom>
              <a:avLst/>
              <a:gdLst/>
              <a:ahLst/>
              <a:cxnLst/>
              <a:rect l="l" t="t" r="r" b="b"/>
              <a:pathLst>
                <a:path w="1524000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9" y="120586"/>
                  </a:lnTo>
                  <a:lnTo>
                    <a:pt x="70321" y="89177"/>
                  </a:lnTo>
                  <a:lnTo>
                    <a:pt x="99248" y="61626"/>
                  </a:lnTo>
                  <a:lnTo>
                    <a:pt x="131902" y="38623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1252537" y="0"/>
                  </a:lnTo>
                  <a:lnTo>
                    <a:pt x="1292369" y="2964"/>
                  </a:lnTo>
                  <a:lnTo>
                    <a:pt x="1331338" y="11715"/>
                  </a:lnTo>
                  <a:lnTo>
                    <a:pt x="1368602" y="26062"/>
                  </a:lnTo>
                  <a:lnTo>
                    <a:pt x="1403353" y="45719"/>
                  </a:lnTo>
                  <a:lnTo>
                    <a:pt x="1434840" y="70330"/>
                  </a:lnTo>
                  <a:lnTo>
                    <a:pt x="1462380" y="99250"/>
                  </a:lnTo>
                  <a:lnTo>
                    <a:pt x="1485378" y="131885"/>
                  </a:lnTo>
                  <a:lnTo>
                    <a:pt x="1503335" y="167544"/>
                  </a:lnTo>
                  <a:lnTo>
                    <a:pt x="1515865" y="205489"/>
                  </a:lnTo>
                  <a:lnTo>
                    <a:pt x="1522693" y="244887"/>
                  </a:lnTo>
                  <a:lnTo>
                    <a:pt x="1524000" y="271462"/>
                  </a:lnTo>
                  <a:lnTo>
                    <a:pt x="1523918" y="278119"/>
                  </a:lnTo>
                  <a:lnTo>
                    <a:pt x="1520004" y="317847"/>
                  </a:lnTo>
                  <a:lnTo>
                    <a:pt x="1510298" y="356614"/>
                  </a:lnTo>
                  <a:lnTo>
                    <a:pt x="1495015" y="393489"/>
                  </a:lnTo>
                  <a:lnTo>
                    <a:pt x="1474480" y="427761"/>
                  </a:lnTo>
                  <a:lnTo>
                    <a:pt x="1449144" y="458622"/>
                  </a:lnTo>
                  <a:lnTo>
                    <a:pt x="1419548" y="485457"/>
                  </a:lnTo>
                  <a:lnTo>
                    <a:pt x="1386342" y="507612"/>
                  </a:lnTo>
                  <a:lnTo>
                    <a:pt x="1350233" y="524739"/>
                  </a:lnTo>
                  <a:lnTo>
                    <a:pt x="1312017" y="536312"/>
                  </a:lnTo>
                  <a:lnTo>
                    <a:pt x="1272505" y="542161"/>
                  </a:lnTo>
                  <a:lnTo>
                    <a:pt x="1252537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62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952500" y="4714875"/>
            <a:ext cx="1390650" cy="552450"/>
            <a:chOff x="952500" y="4714875"/>
            <a:chExt cx="1390650" cy="552450"/>
          </a:xfrm>
        </p:grpSpPr>
        <p:sp>
          <p:nvSpPr>
            <p:cNvPr id="18" name="object 18"/>
            <p:cNvSpPr/>
            <p:nvPr/>
          </p:nvSpPr>
          <p:spPr>
            <a:xfrm>
              <a:off x="957262" y="4719637"/>
              <a:ext cx="1381125" cy="542925"/>
            </a:xfrm>
            <a:custGeom>
              <a:avLst/>
              <a:gdLst/>
              <a:ahLst/>
              <a:cxnLst/>
              <a:rect l="l" t="t" r="r" b="b"/>
              <a:pathLst>
                <a:path w="1381125" h="542925">
                  <a:moveTo>
                    <a:pt x="1116326" y="82"/>
                  </a:moveTo>
                  <a:lnTo>
                    <a:pt x="271462" y="0"/>
                  </a:lnTo>
                  <a:lnTo>
                    <a:pt x="231630" y="2944"/>
                  </a:lnTo>
                  <a:lnTo>
                    <a:pt x="192661" y="11682"/>
                  </a:lnTo>
                  <a:lnTo>
                    <a:pt x="155397" y="26050"/>
                  </a:lnTo>
                  <a:lnTo>
                    <a:pt x="120645" y="45736"/>
                  </a:lnTo>
                  <a:lnTo>
                    <a:pt x="89159" y="70321"/>
                  </a:lnTo>
                  <a:lnTo>
                    <a:pt x="61619" y="99249"/>
                  </a:lnTo>
                  <a:lnTo>
                    <a:pt x="38621" y="131893"/>
                  </a:lnTo>
                  <a:lnTo>
                    <a:pt x="20663" y="167561"/>
                  </a:lnTo>
                  <a:lnTo>
                    <a:pt x="8135" y="205493"/>
                  </a:lnTo>
                  <a:lnTo>
                    <a:pt x="1307" y="244858"/>
                  </a:lnTo>
                  <a:lnTo>
                    <a:pt x="0" y="271462"/>
                  </a:lnTo>
                  <a:lnTo>
                    <a:pt x="81" y="278126"/>
                  </a:lnTo>
                  <a:lnTo>
                    <a:pt x="3996" y="317859"/>
                  </a:lnTo>
                  <a:lnTo>
                    <a:pt x="13701" y="356606"/>
                  </a:lnTo>
                  <a:lnTo>
                    <a:pt x="28984" y="393501"/>
                  </a:lnTo>
                  <a:lnTo>
                    <a:pt x="49519" y="427751"/>
                  </a:lnTo>
                  <a:lnTo>
                    <a:pt x="74855" y="458637"/>
                  </a:lnTo>
                  <a:lnTo>
                    <a:pt x="104451" y="485462"/>
                  </a:lnTo>
                  <a:lnTo>
                    <a:pt x="137657" y="507641"/>
                  </a:lnTo>
                  <a:lnTo>
                    <a:pt x="173766" y="524728"/>
                  </a:lnTo>
                  <a:lnTo>
                    <a:pt x="211982" y="536319"/>
                  </a:lnTo>
                  <a:lnTo>
                    <a:pt x="251494" y="542187"/>
                  </a:lnTo>
                  <a:lnTo>
                    <a:pt x="264798" y="542843"/>
                  </a:lnTo>
                  <a:lnTo>
                    <a:pt x="1116326" y="542843"/>
                  </a:lnTo>
                  <a:lnTo>
                    <a:pt x="1156069" y="538920"/>
                  </a:lnTo>
                  <a:lnTo>
                    <a:pt x="1194816" y="529213"/>
                  </a:lnTo>
                  <a:lnTo>
                    <a:pt x="1231713" y="513923"/>
                  </a:lnTo>
                  <a:lnTo>
                    <a:pt x="1265974" y="493391"/>
                  </a:lnTo>
                  <a:lnTo>
                    <a:pt x="1296845" y="468058"/>
                  </a:lnTo>
                  <a:lnTo>
                    <a:pt x="1323670" y="438461"/>
                  </a:lnTo>
                  <a:lnTo>
                    <a:pt x="1345857" y="405256"/>
                  </a:lnTo>
                  <a:lnTo>
                    <a:pt x="1362935" y="369139"/>
                  </a:lnTo>
                  <a:lnTo>
                    <a:pt x="1374528" y="330930"/>
                  </a:lnTo>
                  <a:lnTo>
                    <a:pt x="1380389" y="291427"/>
                  </a:lnTo>
                  <a:lnTo>
                    <a:pt x="1381043" y="278126"/>
                  </a:lnTo>
                  <a:lnTo>
                    <a:pt x="1381043" y="264801"/>
                  </a:lnTo>
                  <a:lnTo>
                    <a:pt x="1377129" y="225054"/>
                  </a:lnTo>
                  <a:lnTo>
                    <a:pt x="1367423" y="186300"/>
                  </a:lnTo>
                  <a:lnTo>
                    <a:pt x="1352140" y="149395"/>
                  </a:lnTo>
                  <a:lnTo>
                    <a:pt x="1331604" y="115134"/>
                  </a:lnTo>
                  <a:lnTo>
                    <a:pt x="1306269" y="84272"/>
                  </a:lnTo>
                  <a:lnTo>
                    <a:pt x="1276673" y="57446"/>
                  </a:lnTo>
                  <a:lnTo>
                    <a:pt x="1243467" y="35259"/>
                  </a:lnTo>
                  <a:lnTo>
                    <a:pt x="1207358" y="18178"/>
                  </a:lnTo>
                  <a:lnTo>
                    <a:pt x="1169141" y="6596"/>
                  </a:lnTo>
                  <a:lnTo>
                    <a:pt x="1129630" y="741"/>
                  </a:lnTo>
                  <a:lnTo>
                    <a:pt x="1116326" y="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57262" y="4719637"/>
              <a:ext cx="1381125" cy="542925"/>
            </a:xfrm>
            <a:custGeom>
              <a:avLst/>
              <a:gdLst/>
              <a:ahLst/>
              <a:cxnLst/>
              <a:rect l="l" t="t" r="r" b="b"/>
              <a:pathLst>
                <a:path w="1381125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9" y="120681"/>
                  </a:lnTo>
                  <a:lnTo>
                    <a:pt x="70322" y="89177"/>
                  </a:lnTo>
                  <a:lnTo>
                    <a:pt x="99248" y="61626"/>
                  </a:lnTo>
                  <a:lnTo>
                    <a:pt x="131902" y="38576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1109662" y="0"/>
                  </a:lnTo>
                  <a:lnTo>
                    <a:pt x="1149494" y="2964"/>
                  </a:lnTo>
                  <a:lnTo>
                    <a:pt x="1188463" y="11715"/>
                  </a:lnTo>
                  <a:lnTo>
                    <a:pt x="1225727" y="26050"/>
                  </a:lnTo>
                  <a:lnTo>
                    <a:pt x="1260478" y="45719"/>
                  </a:lnTo>
                  <a:lnTo>
                    <a:pt x="1291965" y="70330"/>
                  </a:lnTo>
                  <a:lnTo>
                    <a:pt x="1319505" y="99250"/>
                  </a:lnTo>
                  <a:lnTo>
                    <a:pt x="1342504" y="131873"/>
                  </a:lnTo>
                  <a:lnTo>
                    <a:pt x="1360461" y="167544"/>
                  </a:lnTo>
                  <a:lnTo>
                    <a:pt x="1372990" y="205489"/>
                  </a:lnTo>
                  <a:lnTo>
                    <a:pt x="1379818" y="244887"/>
                  </a:lnTo>
                  <a:lnTo>
                    <a:pt x="1381125" y="271462"/>
                  </a:lnTo>
                  <a:lnTo>
                    <a:pt x="1381043" y="278106"/>
                  </a:lnTo>
                  <a:lnTo>
                    <a:pt x="1377129" y="317847"/>
                  </a:lnTo>
                  <a:lnTo>
                    <a:pt x="1367423" y="356613"/>
                  </a:lnTo>
                  <a:lnTo>
                    <a:pt x="1352140" y="393488"/>
                  </a:lnTo>
                  <a:lnTo>
                    <a:pt x="1331605" y="427761"/>
                  </a:lnTo>
                  <a:lnTo>
                    <a:pt x="1306269" y="458622"/>
                  </a:lnTo>
                  <a:lnTo>
                    <a:pt x="1276673" y="485457"/>
                  </a:lnTo>
                  <a:lnTo>
                    <a:pt x="1243467" y="507612"/>
                  </a:lnTo>
                  <a:lnTo>
                    <a:pt x="1207358" y="524739"/>
                  </a:lnTo>
                  <a:lnTo>
                    <a:pt x="1169142" y="536312"/>
                  </a:lnTo>
                  <a:lnTo>
                    <a:pt x="1129630" y="542161"/>
                  </a:lnTo>
                  <a:lnTo>
                    <a:pt x="110966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26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284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476500" y="4714875"/>
            <a:ext cx="1962150" cy="552450"/>
            <a:chOff x="2476500" y="4714875"/>
            <a:chExt cx="1962150" cy="552450"/>
          </a:xfrm>
        </p:grpSpPr>
        <p:sp>
          <p:nvSpPr>
            <p:cNvPr id="21" name="object 21"/>
            <p:cNvSpPr/>
            <p:nvPr/>
          </p:nvSpPr>
          <p:spPr>
            <a:xfrm>
              <a:off x="2481262" y="4719637"/>
              <a:ext cx="1952625" cy="542925"/>
            </a:xfrm>
            <a:custGeom>
              <a:avLst/>
              <a:gdLst/>
              <a:ahLst/>
              <a:cxnLst/>
              <a:rect l="l" t="t" r="r" b="b"/>
              <a:pathLst>
                <a:path w="1952625" h="542925">
                  <a:moveTo>
                    <a:pt x="1687826" y="82"/>
                  </a:moveTo>
                  <a:lnTo>
                    <a:pt x="271462" y="0"/>
                  </a:lnTo>
                  <a:lnTo>
                    <a:pt x="231630" y="2944"/>
                  </a:lnTo>
                  <a:lnTo>
                    <a:pt x="192660" y="11682"/>
                  </a:lnTo>
                  <a:lnTo>
                    <a:pt x="155397" y="26050"/>
                  </a:lnTo>
                  <a:lnTo>
                    <a:pt x="120644" y="45736"/>
                  </a:lnTo>
                  <a:lnTo>
                    <a:pt x="89158" y="70321"/>
                  </a:lnTo>
                  <a:lnTo>
                    <a:pt x="61619" y="99249"/>
                  </a:lnTo>
                  <a:lnTo>
                    <a:pt x="38620" y="131893"/>
                  </a:lnTo>
                  <a:lnTo>
                    <a:pt x="20662" y="167561"/>
                  </a:lnTo>
                  <a:lnTo>
                    <a:pt x="8135" y="205493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6"/>
                  </a:lnTo>
                  <a:lnTo>
                    <a:pt x="3995" y="317859"/>
                  </a:lnTo>
                  <a:lnTo>
                    <a:pt x="13701" y="356606"/>
                  </a:lnTo>
                  <a:lnTo>
                    <a:pt x="28984" y="393501"/>
                  </a:lnTo>
                  <a:lnTo>
                    <a:pt x="49519" y="427751"/>
                  </a:lnTo>
                  <a:lnTo>
                    <a:pt x="74854" y="458637"/>
                  </a:lnTo>
                  <a:lnTo>
                    <a:pt x="104451" y="485462"/>
                  </a:lnTo>
                  <a:lnTo>
                    <a:pt x="137657" y="507641"/>
                  </a:lnTo>
                  <a:lnTo>
                    <a:pt x="173765" y="524728"/>
                  </a:lnTo>
                  <a:lnTo>
                    <a:pt x="211982" y="536319"/>
                  </a:lnTo>
                  <a:lnTo>
                    <a:pt x="251494" y="542187"/>
                  </a:lnTo>
                  <a:lnTo>
                    <a:pt x="264798" y="542843"/>
                  </a:lnTo>
                  <a:lnTo>
                    <a:pt x="1687826" y="542843"/>
                  </a:lnTo>
                  <a:lnTo>
                    <a:pt x="1727570" y="538920"/>
                  </a:lnTo>
                  <a:lnTo>
                    <a:pt x="1766316" y="529213"/>
                  </a:lnTo>
                  <a:lnTo>
                    <a:pt x="1803213" y="513923"/>
                  </a:lnTo>
                  <a:lnTo>
                    <a:pt x="1837473" y="493391"/>
                  </a:lnTo>
                  <a:lnTo>
                    <a:pt x="1868345" y="468058"/>
                  </a:lnTo>
                  <a:lnTo>
                    <a:pt x="1895170" y="438461"/>
                  </a:lnTo>
                  <a:lnTo>
                    <a:pt x="1917356" y="405256"/>
                  </a:lnTo>
                  <a:lnTo>
                    <a:pt x="1934435" y="369139"/>
                  </a:lnTo>
                  <a:lnTo>
                    <a:pt x="1946028" y="330930"/>
                  </a:lnTo>
                  <a:lnTo>
                    <a:pt x="1951889" y="291427"/>
                  </a:lnTo>
                  <a:lnTo>
                    <a:pt x="1952543" y="278126"/>
                  </a:lnTo>
                  <a:lnTo>
                    <a:pt x="1952543" y="264801"/>
                  </a:lnTo>
                  <a:lnTo>
                    <a:pt x="1948628" y="225054"/>
                  </a:lnTo>
                  <a:lnTo>
                    <a:pt x="1938923" y="186300"/>
                  </a:lnTo>
                  <a:lnTo>
                    <a:pt x="1923639" y="149395"/>
                  </a:lnTo>
                  <a:lnTo>
                    <a:pt x="1903104" y="115134"/>
                  </a:lnTo>
                  <a:lnTo>
                    <a:pt x="1877769" y="84272"/>
                  </a:lnTo>
                  <a:lnTo>
                    <a:pt x="1848172" y="57446"/>
                  </a:lnTo>
                  <a:lnTo>
                    <a:pt x="1814967" y="35259"/>
                  </a:lnTo>
                  <a:lnTo>
                    <a:pt x="1778858" y="18178"/>
                  </a:lnTo>
                  <a:lnTo>
                    <a:pt x="1740642" y="6596"/>
                  </a:lnTo>
                  <a:lnTo>
                    <a:pt x="1701130" y="741"/>
                  </a:lnTo>
                  <a:lnTo>
                    <a:pt x="1687826" y="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81262" y="4719637"/>
              <a:ext cx="1952625" cy="542925"/>
            </a:xfrm>
            <a:custGeom>
              <a:avLst/>
              <a:gdLst/>
              <a:ahLst/>
              <a:cxnLst/>
              <a:rect l="l" t="t" r="r" b="b"/>
              <a:pathLst>
                <a:path w="1952625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9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576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1681162" y="0"/>
                  </a:lnTo>
                  <a:lnTo>
                    <a:pt x="1720994" y="2964"/>
                  </a:lnTo>
                  <a:lnTo>
                    <a:pt x="1759963" y="11715"/>
                  </a:lnTo>
                  <a:lnTo>
                    <a:pt x="1797227" y="26050"/>
                  </a:lnTo>
                  <a:lnTo>
                    <a:pt x="1831978" y="45719"/>
                  </a:lnTo>
                  <a:lnTo>
                    <a:pt x="1863465" y="70330"/>
                  </a:lnTo>
                  <a:lnTo>
                    <a:pt x="1891005" y="99250"/>
                  </a:lnTo>
                  <a:lnTo>
                    <a:pt x="1914003" y="131873"/>
                  </a:lnTo>
                  <a:lnTo>
                    <a:pt x="1931960" y="167544"/>
                  </a:lnTo>
                  <a:lnTo>
                    <a:pt x="1944490" y="205489"/>
                  </a:lnTo>
                  <a:lnTo>
                    <a:pt x="1951318" y="244887"/>
                  </a:lnTo>
                  <a:lnTo>
                    <a:pt x="1952625" y="271462"/>
                  </a:lnTo>
                  <a:lnTo>
                    <a:pt x="1952543" y="278106"/>
                  </a:lnTo>
                  <a:lnTo>
                    <a:pt x="1948629" y="317847"/>
                  </a:lnTo>
                  <a:lnTo>
                    <a:pt x="1938923" y="356613"/>
                  </a:lnTo>
                  <a:lnTo>
                    <a:pt x="1923639" y="393488"/>
                  </a:lnTo>
                  <a:lnTo>
                    <a:pt x="1903104" y="427761"/>
                  </a:lnTo>
                  <a:lnTo>
                    <a:pt x="1877769" y="458622"/>
                  </a:lnTo>
                  <a:lnTo>
                    <a:pt x="1848172" y="485457"/>
                  </a:lnTo>
                  <a:lnTo>
                    <a:pt x="1814967" y="507612"/>
                  </a:lnTo>
                  <a:lnTo>
                    <a:pt x="1778858" y="524739"/>
                  </a:lnTo>
                  <a:lnTo>
                    <a:pt x="1740642" y="536312"/>
                  </a:lnTo>
                  <a:lnTo>
                    <a:pt x="1701130" y="542161"/>
                  </a:lnTo>
                  <a:lnTo>
                    <a:pt x="168116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26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284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52500" y="5400675"/>
            <a:ext cx="971550" cy="552450"/>
            <a:chOff x="952500" y="5400675"/>
            <a:chExt cx="971550" cy="552450"/>
          </a:xfrm>
        </p:grpSpPr>
        <p:sp>
          <p:nvSpPr>
            <p:cNvPr id="24" name="object 24"/>
            <p:cNvSpPr/>
            <p:nvPr/>
          </p:nvSpPr>
          <p:spPr>
            <a:xfrm>
              <a:off x="957262" y="5405437"/>
              <a:ext cx="962025" cy="542925"/>
            </a:xfrm>
            <a:custGeom>
              <a:avLst/>
              <a:gdLst/>
              <a:ahLst/>
              <a:cxnLst/>
              <a:rect l="l" t="t" r="r" b="b"/>
              <a:pathLst>
                <a:path w="962025" h="542925">
                  <a:moveTo>
                    <a:pt x="697226" y="87"/>
                  </a:moveTo>
                  <a:lnTo>
                    <a:pt x="271462" y="0"/>
                  </a:lnTo>
                  <a:lnTo>
                    <a:pt x="231630" y="2943"/>
                  </a:lnTo>
                  <a:lnTo>
                    <a:pt x="192661" y="11691"/>
                  </a:lnTo>
                  <a:lnTo>
                    <a:pt x="155397" y="26046"/>
                  </a:lnTo>
                  <a:lnTo>
                    <a:pt x="120645" y="45736"/>
                  </a:lnTo>
                  <a:lnTo>
                    <a:pt x="89159" y="70321"/>
                  </a:lnTo>
                  <a:lnTo>
                    <a:pt x="61619" y="99240"/>
                  </a:lnTo>
                  <a:lnTo>
                    <a:pt x="38621" y="131893"/>
                  </a:lnTo>
                  <a:lnTo>
                    <a:pt x="20663" y="167561"/>
                  </a:lnTo>
                  <a:lnTo>
                    <a:pt x="8135" y="205501"/>
                  </a:lnTo>
                  <a:lnTo>
                    <a:pt x="1307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6" y="317868"/>
                  </a:lnTo>
                  <a:lnTo>
                    <a:pt x="13701" y="356613"/>
                  </a:lnTo>
                  <a:lnTo>
                    <a:pt x="28984" y="393509"/>
                  </a:lnTo>
                  <a:lnTo>
                    <a:pt x="49519" y="427770"/>
                  </a:lnTo>
                  <a:lnTo>
                    <a:pt x="74855" y="458648"/>
                  </a:lnTo>
                  <a:lnTo>
                    <a:pt x="104451" y="485464"/>
                  </a:lnTo>
                  <a:lnTo>
                    <a:pt x="137657" y="507654"/>
                  </a:lnTo>
                  <a:lnTo>
                    <a:pt x="173766" y="524733"/>
                  </a:lnTo>
                  <a:lnTo>
                    <a:pt x="211982" y="536319"/>
                  </a:lnTo>
                  <a:lnTo>
                    <a:pt x="251494" y="542187"/>
                  </a:lnTo>
                  <a:lnTo>
                    <a:pt x="264798" y="542843"/>
                  </a:lnTo>
                  <a:lnTo>
                    <a:pt x="697226" y="542843"/>
                  </a:lnTo>
                  <a:lnTo>
                    <a:pt x="736969" y="538920"/>
                  </a:lnTo>
                  <a:lnTo>
                    <a:pt x="775716" y="529222"/>
                  </a:lnTo>
                  <a:lnTo>
                    <a:pt x="812613" y="513942"/>
                  </a:lnTo>
                  <a:lnTo>
                    <a:pt x="846874" y="493399"/>
                  </a:lnTo>
                  <a:lnTo>
                    <a:pt x="877745" y="468068"/>
                  </a:lnTo>
                  <a:lnTo>
                    <a:pt x="904570" y="438478"/>
                  </a:lnTo>
                  <a:lnTo>
                    <a:pt x="926756" y="405265"/>
                  </a:lnTo>
                  <a:lnTo>
                    <a:pt x="943835" y="369152"/>
                  </a:lnTo>
                  <a:lnTo>
                    <a:pt x="955428" y="330934"/>
                  </a:lnTo>
                  <a:lnTo>
                    <a:pt x="961289" y="291434"/>
                  </a:lnTo>
                  <a:lnTo>
                    <a:pt x="961943" y="278128"/>
                  </a:lnTo>
                  <a:lnTo>
                    <a:pt x="961943" y="264798"/>
                  </a:lnTo>
                  <a:lnTo>
                    <a:pt x="958028" y="225057"/>
                  </a:lnTo>
                  <a:lnTo>
                    <a:pt x="948322" y="186300"/>
                  </a:lnTo>
                  <a:lnTo>
                    <a:pt x="933039" y="149403"/>
                  </a:lnTo>
                  <a:lnTo>
                    <a:pt x="912504" y="115134"/>
                  </a:lnTo>
                  <a:lnTo>
                    <a:pt x="887169" y="84272"/>
                  </a:lnTo>
                  <a:lnTo>
                    <a:pt x="857572" y="57454"/>
                  </a:lnTo>
                  <a:lnTo>
                    <a:pt x="824367" y="35259"/>
                  </a:lnTo>
                  <a:lnTo>
                    <a:pt x="788258" y="18180"/>
                  </a:lnTo>
                  <a:lnTo>
                    <a:pt x="750041" y="6601"/>
                  </a:lnTo>
                  <a:lnTo>
                    <a:pt x="710530" y="743"/>
                  </a:lnTo>
                  <a:lnTo>
                    <a:pt x="697226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57262" y="5405437"/>
              <a:ext cx="962025" cy="542925"/>
            </a:xfrm>
            <a:custGeom>
              <a:avLst/>
              <a:gdLst/>
              <a:ahLst/>
              <a:cxnLst/>
              <a:rect l="l" t="t" r="r" b="b"/>
              <a:pathLst>
                <a:path w="962025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9" y="120681"/>
                  </a:lnTo>
                  <a:lnTo>
                    <a:pt x="70322" y="89177"/>
                  </a:lnTo>
                  <a:lnTo>
                    <a:pt x="99248" y="61626"/>
                  </a:lnTo>
                  <a:lnTo>
                    <a:pt x="131902" y="38576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690562" y="0"/>
                  </a:lnTo>
                  <a:lnTo>
                    <a:pt x="730394" y="2964"/>
                  </a:lnTo>
                  <a:lnTo>
                    <a:pt x="769363" y="11715"/>
                  </a:lnTo>
                  <a:lnTo>
                    <a:pt x="806627" y="26015"/>
                  </a:lnTo>
                  <a:lnTo>
                    <a:pt x="841378" y="45719"/>
                  </a:lnTo>
                  <a:lnTo>
                    <a:pt x="872865" y="70330"/>
                  </a:lnTo>
                  <a:lnTo>
                    <a:pt x="900405" y="99250"/>
                  </a:lnTo>
                  <a:lnTo>
                    <a:pt x="923403" y="131873"/>
                  </a:lnTo>
                  <a:lnTo>
                    <a:pt x="941360" y="167544"/>
                  </a:lnTo>
                  <a:lnTo>
                    <a:pt x="953889" y="205489"/>
                  </a:lnTo>
                  <a:lnTo>
                    <a:pt x="960718" y="244887"/>
                  </a:lnTo>
                  <a:lnTo>
                    <a:pt x="962025" y="271462"/>
                  </a:lnTo>
                  <a:lnTo>
                    <a:pt x="961943" y="278119"/>
                  </a:lnTo>
                  <a:lnTo>
                    <a:pt x="958028" y="317847"/>
                  </a:lnTo>
                  <a:lnTo>
                    <a:pt x="948322" y="356614"/>
                  </a:lnTo>
                  <a:lnTo>
                    <a:pt x="933039" y="393489"/>
                  </a:lnTo>
                  <a:lnTo>
                    <a:pt x="912505" y="427761"/>
                  </a:lnTo>
                  <a:lnTo>
                    <a:pt x="887169" y="458622"/>
                  </a:lnTo>
                  <a:lnTo>
                    <a:pt x="857573" y="485457"/>
                  </a:lnTo>
                  <a:lnTo>
                    <a:pt x="824367" y="507612"/>
                  </a:lnTo>
                  <a:lnTo>
                    <a:pt x="788258" y="524739"/>
                  </a:lnTo>
                  <a:lnTo>
                    <a:pt x="750041" y="536312"/>
                  </a:lnTo>
                  <a:lnTo>
                    <a:pt x="710530" y="542161"/>
                  </a:lnTo>
                  <a:lnTo>
                    <a:pt x="69056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62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2057400" y="5400675"/>
            <a:ext cx="819150" cy="552450"/>
            <a:chOff x="2057400" y="5400675"/>
            <a:chExt cx="819150" cy="552450"/>
          </a:xfrm>
        </p:grpSpPr>
        <p:sp>
          <p:nvSpPr>
            <p:cNvPr id="27" name="object 27"/>
            <p:cNvSpPr/>
            <p:nvPr/>
          </p:nvSpPr>
          <p:spPr>
            <a:xfrm>
              <a:off x="2062162" y="5405437"/>
              <a:ext cx="809625" cy="542925"/>
            </a:xfrm>
            <a:custGeom>
              <a:avLst/>
              <a:gdLst/>
              <a:ahLst/>
              <a:cxnLst/>
              <a:rect l="l" t="t" r="r" b="b"/>
              <a:pathLst>
                <a:path w="809625" h="542925">
                  <a:moveTo>
                    <a:pt x="544826" y="87"/>
                  </a:moveTo>
                  <a:lnTo>
                    <a:pt x="271462" y="0"/>
                  </a:lnTo>
                  <a:lnTo>
                    <a:pt x="231630" y="2943"/>
                  </a:lnTo>
                  <a:lnTo>
                    <a:pt x="192661" y="11691"/>
                  </a:lnTo>
                  <a:lnTo>
                    <a:pt x="155397" y="26046"/>
                  </a:lnTo>
                  <a:lnTo>
                    <a:pt x="120646" y="45736"/>
                  </a:lnTo>
                  <a:lnTo>
                    <a:pt x="89159" y="70321"/>
                  </a:lnTo>
                  <a:lnTo>
                    <a:pt x="61619" y="99240"/>
                  </a:lnTo>
                  <a:lnTo>
                    <a:pt x="38620" y="131893"/>
                  </a:lnTo>
                  <a:lnTo>
                    <a:pt x="20662" y="167561"/>
                  </a:lnTo>
                  <a:lnTo>
                    <a:pt x="8135" y="205501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8"/>
                  </a:lnTo>
                  <a:lnTo>
                    <a:pt x="13701" y="356613"/>
                  </a:lnTo>
                  <a:lnTo>
                    <a:pt x="28984" y="393509"/>
                  </a:lnTo>
                  <a:lnTo>
                    <a:pt x="49519" y="427770"/>
                  </a:lnTo>
                  <a:lnTo>
                    <a:pt x="74855" y="458648"/>
                  </a:lnTo>
                  <a:lnTo>
                    <a:pt x="104451" y="485464"/>
                  </a:lnTo>
                  <a:lnTo>
                    <a:pt x="137657" y="507654"/>
                  </a:lnTo>
                  <a:lnTo>
                    <a:pt x="173765" y="524733"/>
                  </a:lnTo>
                  <a:lnTo>
                    <a:pt x="211982" y="536319"/>
                  </a:lnTo>
                  <a:lnTo>
                    <a:pt x="251494" y="542187"/>
                  </a:lnTo>
                  <a:lnTo>
                    <a:pt x="264798" y="542843"/>
                  </a:lnTo>
                  <a:lnTo>
                    <a:pt x="544826" y="542843"/>
                  </a:lnTo>
                  <a:lnTo>
                    <a:pt x="584569" y="538920"/>
                  </a:lnTo>
                  <a:lnTo>
                    <a:pt x="623316" y="529222"/>
                  </a:lnTo>
                  <a:lnTo>
                    <a:pt x="660213" y="513942"/>
                  </a:lnTo>
                  <a:lnTo>
                    <a:pt x="694474" y="493399"/>
                  </a:lnTo>
                  <a:lnTo>
                    <a:pt x="725345" y="468068"/>
                  </a:lnTo>
                  <a:lnTo>
                    <a:pt x="752170" y="438478"/>
                  </a:lnTo>
                  <a:lnTo>
                    <a:pt x="774356" y="405265"/>
                  </a:lnTo>
                  <a:lnTo>
                    <a:pt x="791435" y="369152"/>
                  </a:lnTo>
                  <a:lnTo>
                    <a:pt x="803028" y="330934"/>
                  </a:lnTo>
                  <a:lnTo>
                    <a:pt x="808889" y="291434"/>
                  </a:lnTo>
                  <a:lnTo>
                    <a:pt x="809543" y="278128"/>
                  </a:lnTo>
                  <a:lnTo>
                    <a:pt x="809543" y="264798"/>
                  </a:lnTo>
                  <a:lnTo>
                    <a:pt x="805628" y="225057"/>
                  </a:lnTo>
                  <a:lnTo>
                    <a:pt x="795922" y="186300"/>
                  </a:lnTo>
                  <a:lnTo>
                    <a:pt x="780639" y="149403"/>
                  </a:lnTo>
                  <a:lnTo>
                    <a:pt x="760104" y="115134"/>
                  </a:lnTo>
                  <a:lnTo>
                    <a:pt x="734769" y="84272"/>
                  </a:lnTo>
                  <a:lnTo>
                    <a:pt x="705172" y="57454"/>
                  </a:lnTo>
                  <a:lnTo>
                    <a:pt x="671967" y="35259"/>
                  </a:lnTo>
                  <a:lnTo>
                    <a:pt x="635858" y="18180"/>
                  </a:lnTo>
                  <a:lnTo>
                    <a:pt x="597641" y="6601"/>
                  </a:lnTo>
                  <a:lnTo>
                    <a:pt x="558130" y="743"/>
                  </a:lnTo>
                  <a:lnTo>
                    <a:pt x="544826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62162" y="5405437"/>
              <a:ext cx="809625" cy="542925"/>
            </a:xfrm>
            <a:custGeom>
              <a:avLst/>
              <a:gdLst/>
              <a:ahLst/>
              <a:cxnLst/>
              <a:rect l="l" t="t" r="r" b="b"/>
              <a:pathLst>
                <a:path w="809625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9" y="120681"/>
                  </a:lnTo>
                  <a:lnTo>
                    <a:pt x="70321" y="89177"/>
                  </a:lnTo>
                  <a:lnTo>
                    <a:pt x="99248" y="61626"/>
                  </a:lnTo>
                  <a:lnTo>
                    <a:pt x="131902" y="38576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538162" y="0"/>
                  </a:lnTo>
                  <a:lnTo>
                    <a:pt x="577994" y="2964"/>
                  </a:lnTo>
                  <a:lnTo>
                    <a:pt x="616963" y="11715"/>
                  </a:lnTo>
                  <a:lnTo>
                    <a:pt x="654227" y="26015"/>
                  </a:lnTo>
                  <a:lnTo>
                    <a:pt x="688978" y="45719"/>
                  </a:lnTo>
                  <a:lnTo>
                    <a:pt x="720465" y="70330"/>
                  </a:lnTo>
                  <a:lnTo>
                    <a:pt x="748005" y="99250"/>
                  </a:lnTo>
                  <a:lnTo>
                    <a:pt x="771003" y="131873"/>
                  </a:lnTo>
                  <a:lnTo>
                    <a:pt x="788960" y="167544"/>
                  </a:lnTo>
                  <a:lnTo>
                    <a:pt x="801489" y="205489"/>
                  </a:lnTo>
                  <a:lnTo>
                    <a:pt x="808318" y="244887"/>
                  </a:lnTo>
                  <a:lnTo>
                    <a:pt x="809625" y="271462"/>
                  </a:lnTo>
                  <a:lnTo>
                    <a:pt x="809543" y="278119"/>
                  </a:lnTo>
                  <a:lnTo>
                    <a:pt x="805628" y="317847"/>
                  </a:lnTo>
                  <a:lnTo>
                    <a:pt x="795922" y="356614"/>
                  </a:lnTo>
                  <a:lnTo>
                    <a:pt x="780639" y="393489"/>
                  </a:lnTo>
                  <a:lnTo>
                    <a:pt x="760104" y="427761"/>
                  </a:lnTo>
                  <a:lnTo>
                    <a:pt x="734769" y="458622"/>
                  </a:lnTo>
                  <a:lnTo>
                    <a:pt x="705173" y="485457"/>
                  </a:lnTo>
                  <a:lnTo>
                    <a:pt x="671967" y="507612"/>
                  </a:lnTo>
                  <a:lnTo>
                    <a:pt x="635858" y="524739"/>
                  </a:lnTo>
                  <a:lnTo>
                    <a:pt x="597642" y="536312"/>
                  </a:lnTo>
                  <a:lnTo>
                    <a:pt x="558130" y="542161"/>
                  </a:lnTo>
                  <a:lnTo>
                    <a:pt x="53816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62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1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3009900" y="5400675"/>
            <a:ext cx="1533525" cy="552450"/>
            <a:chOff x="3009900" y="5400675"/>
            <a:chExt cx="1533525" cy="552450"/>
          </a:xfrm>
        </p:grpSpPr>
        <p:sp>
          <p:nvSpPr>
            <p:cNvPr id="30" name="object 30"/>
            <p:cNvSpPr/>
            <p:nvPr/>
          </p:nvSpPr>
          <p:spPr>
            <a:xfrm>
              <a:off x="3014662" y="5405437"/>
              <a:ext cx="1524000" cy="542925"/>
            </a:xfrm>
            <a:custGeom>
              <a:avLst/>
              <a:gdLst/>
              <a:ahLst/>
              <a:cxnLst/>
              <a:rect l="l" t="t" r="r" b="b"/>
              <a:pathLst>
                <a:path w="1524000" h="542925">
                  <a:moveTo>
                    <a:pt x="1259201" y="87"/>
                  </a:moveTo>
                  <a:lnTo>
                    <a:pt x="271462" y="0"/>
                  </a:lnTo>
                  <a:lnTo>
                    <a:pt x="231630" y="2943"/>
                  </a:lnTo>
                  <a:lnTo>
                    <a:pt x="192660" y="11691"/>
                  </a:lnTo>
                  <a:lnTo>
                    <a:pt x="155396" y="26046"/>
                  </a:lnTo>
                  <a:lnTo>
                    <a:pt x="120646" y="45736"/>
                  </a:lnTo>
                  <a:lnTo>
                    <a:pt x="89159" y="70321"/>
                  </a:lnTo>
                  <a:lnTo>
                    <a:pt x="61619" y="99240"/>
                  </a:lnTo>
                  <a:lnTo>
                    <a:pt x="38620" y="131893"/>
                  </a:lnTo>
                  <a:lnTo>
                    <a:pt x="20662" y="167561"/>
                  </a:lnTo>
                  <a:lnTo>
                    <a:pt x="8135" y="205501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8"/>
                  </a:lnTo>
                  <a:lnTo>
                    <a:pt x="13701" y="356613"/>
                  </a:lnTo>
                  <a:lnTo>
                    <a:pt x="28984" y="393509"/>
                  </a:lnTo>
                  <a:lnTo>
                    <a:pt x="49519" y="427770"/>
                  </a:lnTo>
                  <a:lnTo>
                    <a:pt x="74855" y="458648"/>
                  </a:lnTo>
                  <a:lnTo>
                    <a:pt x="104451" y="485464"/>
                  </a:lnTo>
                  <a:lnTo>
                    <a:pt x="137657" y="507654"/>
                  </a:lnTo>
                  <a:lnTo>
                    <a:pt x="173765" y="524733"/>
                  </a:lnTo>
                  <a:lnTo>
                    <a:pt x="211982" y="536319"/>
                  </a:lnTo>
                  <a:lnTo>
                    <a:pt x="251494" y="542187"/>
                  </a:lnTo>
                  <a:lnTo>
                    <a:pt x="264798" y="542843"/>
                  </a:lnTo>
                  <a:lnTo>
                    <a:pt x="1259201" y="542843"/>
                  </a:lnTo>
                  <a:lnTo>
                    <a:pt x="1298945" y="538920"/>
                  </a:lnTo>
                  <a:lnTo>
                    <a:pt x="1337691" y="529222"/>
                  </a:lnTo>
                  <a:lnTo>
                    <a:pt x="1374588" y="513942"/>
                  </a:lnTo>
                  <a:lnTo>
                    <a:pt x="1408849" y="493399"/>
                  </a:lnTo>
                  <a:lnTo>
                    <a:pt x="1439720" y="468068"/>
                  </a:lnTo>
                  <a:lnTo>
                    <a:pt x="1466545" y="438478"/>
                  </a:lnTo>
                  <a:lnTo>
                    <a:pt x="1488731" y="405265"/>
                  </a:lnTo>
                  <a:lnTo>
                    <a:pt x="1505810" y="369152"/>
                  </a:lnTo>
                  <a:lnTo>
                    <a:pt x="1517403" y="330934"/>
                  </a:lnTo>
                  <a:lnTo>
                    <a:pt x="1523264" y="291434"/>
                  </a:lnTo>
                  <a:lnTo>
                    <a:pt x="1523918" y="278128"/>
                  </a:lnTo>
                  <a:lnTo>
                    <a:pt x="1523918" y="264798"/>
                  </a:lnTo>
                  <a:lnTo>
                    <a:pt x="1520003" y="225057"/>
                  </a:lnTo>
                  <a:lnTo>
                    <a:pt x="1510298" y="186300"/>
                  </a:lnTo>
                  <a:lnTo>
                    <a:pt x="1495014" y="149403"/>
                  </a:lnTo>
                  <a:lnTo>
                    <a:pt x="1474479" y="115134"/>
                  </a:lnTo>
                  <a:lnTo>
                    <a:pt x="1449144" y="84272"/>
                  </a:lnTo>
                  <a:lnTo>
                    <a:pt x="1419547" y="57454"/>
                  </a:lnTo>
                  <a:lnTo>
                    <a:pt x="1386342" y="35259"/>
                  </a:lnTo>
                  <a:lnTo>
                    <a:pt x="1350234" y="18180"/>
                  </a:lnTo>
                  <a:lnTo>
                    <a:pt x="1312017" y="6601"/>
                  </a:lnTo>
                  <a:lnTo>
                    <a:pt x="1272505" y="743"/>
                  </a:lnTo>
                  <a:lnTo>
                    <a:pt x="1259201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14662" y="5405437"/>
              <a:ext cx="1524000" cy="542925"/>
            </a:xfrm>
            <a:custGeom>
              <a:avLst/>
              <a:gdLst/>
              <a:ahLst/>
              <a:cxnLst/>
              <a:rect l="l" t="t" r="r" b="b"/>
              <a:pathLst>
                <a:path w="1524000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9" y="120681"/>
                  </a:lnTo>
                  <a:lnTo>
                    <a:pt x="70321" y="89177"/>
                  </a:lnTo>
                  <a:lnTo>
                    <a:pt x="99248" y="61626"/>
                  </a:lnTo>
                  <a:lnTo>
                    <a:pt x="131902" y="38576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1252537" y="0"/>
                  </a:lnTo>
                  <a:lnTo>
                    <a:pt x="1292369" y="2964"/>
                  </a:lnTo>
                  <a:lnTo>
                    <a:pt x="1331339" y="11715"/>
                  </a:lnTo>
                  <a:lnTo>
                    <a:pt x="1368602" y="26015"/>
                  </a:lnTo>
                  <a:lnTo>
                    <a:pt x="1403353" y="45719"/>
                  </a:lnTo>
                  <a:lnTo>
                    <a:pt x="1434840" y="70330"/>
                  </a:lnTo>
                  <a:lnTo>
                    <a:pt x="1462380" y="99250"/>
                  </a:lnTo>
                  <a:lnTo>
                    <a:pt x="1485378" y="131873"/>
                  </a:lnTo>
                  <a:lnTo>
                    <a:pt x="1503335" y="167544"/>
                  </a:lnTo>
                  <a:lnTo>
                    <a:pt x="1515864" y="205489"/>
                  </a:lnTo>
                  <a:lnTo>
                    <a:pt x="1522693" y="244887"/>
                  </a:lnTo>
                  <a:lnTo>
                    <a:pt x="1524000" y="271462"/>
                  </a:lnTo>
                  <a:lnTo>
                    <a:pt x="1523918" y="278119"/>
                  </a:lnTo>
                  <a:lnTo>
                    <a:pt x="1520003" y="317847"/>
                  </a:lnTo>
                  <a:lnTo>
                    <a:pt x="1510297" y="356614"/>
                  </a:lnTo>
                  <a:lnTo>
                    <a:pt x="1495014" y="393489"/>
                  </a:lnTo>
                  <a:lnTo>
                    <a:pt x="1474479" y="427761"/>
                  </a:lnTo>
                  <a:lnTo>
                    <a:pt x="1449144" y="458622"/>
                  </a:lnTo>
                  <a:lnTo>
                    <a:pt x="1419548" y="485457"/>
                  </a:lnTo>
                  <a:lnTo>
                    <a:pt x="1386342" y="507612"/>
                  </a:lnTo>
                  <a:lnTo>
                    <a:pt x="1350233" y="524739"/>
                  </a:lnTo>
                  <a:lnTo>
                    <a:pt x="1312017" y="536312"/>
                  </a:lnTo>
                  <a:lnTo>
                    <a:pt x="1272505" y="542161"/>
                  </a:lnTo>
                  <a:lnTo>
                    <a:pt x="1252537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0" y="531209"/>
                  </a:lnTo>
                  <a:lnTo>
                    <a:pt x="155397" y="516862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952500" y="6086475"/>
            <a:ext cx="1247775" cy="552450"/>
            <a:chOff x="952500" y="6086475"/>
            <a:chExt cx="1247775" cy="552450"/>
          </a:xfrm>
        </p:grpSpPr>
        <p:sp>
          <p:nvSpPr>
            <p:cNvPr id="33" name="object 33"/>
            <p:cNvSpPr/>
            <p:nvPr/>
          </p:nvSpPr>
          <p:spPr>
            <a:xfrm>
              <a:off x="957262" y="6091237"/>
              <a:ext cx="1238250" cy="542925"/>
            </a:xfrm>
            <a:custGeom>
              <a:avLst/>
              <a:gdLst/>
              <a:ahLst/>
              <a:cxnLst/>
              <a:rect l="l" t="t" r="r" b="b"/>
              <a:pathLst>
                <a:path w="1238250" h="542925">
                  <a:moveTo>
                    <a:pt x="973451" y="87"/>
                  </a:moveTo>
                  <a:lnTo>
                    <a:pt x="271462" y="0"/>
                  </a:lnTo>
                  <a:lnTo>
                    <a:pt x="231630" y="2943"/>
                  </a:lnTo>
                  <a:lnTo>
                    <a:pt x="192661" y="11682"/>
                  </a:lnTo>
                  <a:lnTo>
                    <a:pt x="155397" y="26060"/>
                  </a:lnTo>
                  <a:lnTo>
                    <a:pt x="120645" y="45745"/>
                  </a:lnTo>
                  <a:lnTo>
                    <a:pt x="89159" y="70323"/>
                  </a:lnTo>
                  <a:lnTo>
                    <a:pt x="61619" y="99249"/>
                  </a:lnTo>
                  <a:lnTo>
                    <a:pt x="38621" y="131893"/>
                  </a:lnTo>
                  <a:lnTo>
                    <a:pt x="20663" y="167571"/>
                  </a:lnTo>
                  <a:lnTo>
                    <a:pt x="8135" y="205501"/>
                  </a:lnTo>
                  <a:lnTo>
                    <a:pt x="1307" y="244858"/>
                  </a:lnTo>
                  <a:lnTo>
                    <a:pt x="0" y="271462"/>
                  </a:lnTo>
                  <a:lnTo>
                    <a:pt x="81" y="278131"/>
                  </a:lnTo>
                  <a:lnTo>
                    <a:pt x="3996" y="317868"/>
                  </a:lnTo>
                  <a:lnTo>
                    <a:pt x="13701" y="356611"/>
                  </a:lnTo>
                  <a:lnTo>
                    <a:pt x="28984" y="393518"/>
                  </a:lnTo>
                  <a:lnTo>
                    <a:pt x="49519" y="427768"/>
                  </a:lnTo>
                  <a:lnTo>
                    <a:pt x="74855" y="458647"/>
                  </a:lnTo>
                  <a:lnTo>
                    <a:pt x="104451" y="485471"/>
                  </a:lnTo>
                  <a:lnTo>
                    <a:pt x="137657" y="507654"/>
                  </a:lnTo>
                  <a:lnTo>
                    <a:pt x="173766" y="524737"/>
                  </a:lnTo>
                  <a:lnTo>
                    <a:pt x="211982" y="536328"/>
                  </a:lnTo>
                  <a:lnTo>
                    <a:pt x="251494" y="542191"/>
                  </a:lnTo>
                  <a:lnTo>
                    <a:pt x="264798" y="542843"/>
                  </a:lnTo>
                  <a:lnTo>
                    <a:pt x="973451" y="542843"/>
                  </a:lnTo>
                  <a:lnTo>
                    <a:pt x="1013194" y="538929"/>
                  </a:lnTo>
                  <a:lnTo>
                    <a:pt x="1051941" y="529230"/>
                  </a:lnTo>
                  <a:lnTo>
                    <a:pt x="1088838" y="513934"/>
                  </a:lnTo>
                  <a:lnTo>
                    <a:pt x="1123099" y="493400"/>
                  </a:lnTo>
                  <a:lnTo>
                    <a:pt x="1153970" y="468068"/>
                  </a:lnTo>
                  <a:lnTo>
                    <a:pt x="1180795" y="438471"/>
                  </a:lnTo>
                  <a:lnTo>
                    <a:pt x="1202982" y="405265"/>
                  </a:lnTo>
                  <a:lnTo>
                    <a:pt x="1220060" y="369148"/>
                  </a:lnTo>
                  <a:lnTo>
                    <a:pt x="1231653" y="330940"/>
                  </a:lnTo>
                  <a:lnTo>
                    <a:pt x="1237514" y="291436"/>
                  </a:lnTo>
                  <a:lnTo>
                    <a:pt x="1238168" y="278131"/>
                  </a:lnTo>
                  <a:lnTo>
                    <a:pt x="1238168" y="264798"/>
                  </a:lnTo>
                  <a:lnTo>
                    <a:pt x="1234254" y="225054"/>
                  </a:lnTo>
                  <a:lnTo>
                    <a:pt x="1224548" y="186298"/>
                  </a:lnTo>
                  <a:lnTo>
                    <a:pt x="1209265" y="149405"/>
                  </a:lnTo>
                  <a:lnTo>
                    <a:pt x="1188729" y="115143"/>
                  </a:lnTo>
                  <a:lnTo>
                    <a:pt x="1163394" y="84281"/>
                  </a:lnTo>
                  <a:lnTo>
                    <a:pt x="1133797" y="57455"/>
                  </a:lnTo>
                  <a:lnTo>
                    <a:pt x="1100592" y="35260"/>
                  </a:lnTo>
                  <a:lnTo>
                    <a:pt x="1064483" y="18188"/>
                  </a:lnTo>
                  <a:lnTo>
                    <a:pt x="1026267" y="6592"/>
                  </a:lnTo>
                  <a:lnTo>
                    <a:pt x="986755" y="747"/>
                  </a:lnTo>
                  <a:lnTo>
                    <a:pt x="973451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57262" y="6091237"/>
              <a:ext cx="1238250" cy="542925"/>
            </a:xfrm>
            <a:custGeom>
              <a:avLst/>
              <a:gdLst/>
              <a:ahLst/>
              <a:cxnLst/>
              <a:rect l="l" t="t" r="r" b="b"/>
              <a:pathLst>
                <a:path w="1238250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9" y="120681"/>
                  </a:lnTo>
                  <a:lnTo>
                    <a:pt x="70322" y="89177"/>
                  </a:lnTo>
                  <a:lnTo>
                    <a:pt x="99248" y="61626"/>
                  </a:lnTo>
                  <a:lnTo>
                    <a:pt x="131902" y="38623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966787" y="0"/>
                  </a:lnTo>
                  <a:lnTo>
                    <a:pt x="1006619" y="2964"/>
                  </a:lnTo>
                  <a:lnTo>
                    <a:pt x="1045588" y="11715"/>
                  </a:lnTo>
                  <a:lnTo>
                    <a:pt x="1082852" y="26050"/>
                  </a:lnTo>
                  <a:lnTo>
                    <a:pt x="1117603" y="45719"/>
                  </a:lnTo>
                  <a:lnTo>
                    <a:pt x="1149090" y="70330"/>
                  </a:lnTo>
                  <a:lnTo>
                    <a:pt x="1176630" y="99250"/>
                  </a:lnTo>
                  <a:lnTo>
                    <a:pt x="1199628" y="131885"/>
                  </a:lnTo>
                  <a:lnTo>
                    <a:pt x="1217585" y="167544"/>
                  </a:lnTo>
                  <a:lnTo>
                    <a:pt x="1230114" y="205489"/>
                  </a:lnTo>
                  <a:lnTo>
                    <a:pt x="1236943" y="244887"/>
                  </a:lnTo>
                  <a:lnTo>
                    <a:pt x="1238250" y="271462"/>
                  </a:lnTo>
                  <a:lnTo>
                    <a:pt x="1238168" y="278119"/>
                  </a:lnTo>
                  <a:lnTo>
                    <a:pt x="1234254" y="317847"/>
                  </a:lnTo>
                  <a:lnTo>
                    <a:pt x="1224547" y="356614"/>
                  </a:lnTo>
                  <a:lnTo>
                    <a:pt x="1209265" y="393489"/>
                  </a:lnTo>
                  <a:lnTo>
                    <a:pt x="1188730" y="427761"/>
                  </a:lnTo>
                  <a:lnTo>
                    <a:pt x="1163394" y="458622"/>
                  </a:lnTo>
                  <a:lnTo>
                    <a:pt x="1133798" y="485457"/>
                  </a:lnTo>
                  <a:lnTo>
                    <a:pt x="1100592" y="507612"/>
                  </a:lnTo>
                  <a:lnTo>
                    <a:pt x="1064483" y="524739"/>
                  </a:lnTo>
                  <a:lnTo>
                    <a:pt x="1026267" y="536312"/>
                  </a:lnTo>
                  <a:lnTo>
                    <a:pt x="986755" y="542161"/>
                  </a:lnTo>
                  <a:lnTo>
                    <a:pt x="966787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62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39"/>
                  </a:lnTo>
                  <a:lnTo>
                    <a:pt x="20663" y="375380"/>
                  </a:lnTo>
                  <a:lnTo>
                    <a:pt x="8134" y="337435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71892" y="3187391"/>
            <a:ext cx="3213735" cy="33714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250000"/>
              </a:lnSpc>
              <a:spcBef>
                <a:spcPts val="100"/>
              </a:spcBef>
            </a:pP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Point</a:t>
            </a:r>
            <a:r>
              <a:rPr sz="1800" spc="155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on</a:t>
            </a:r>
            <a:r>
              <a:rPr sz="1800" spc="160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object</a:t>
            </a:r>
            <a:endParaRPr sz="1800" dirty="0">
              <a:latin typeface="Courier New"/>
              <a:cs typeface="Courier New"/>
            </a:endParaRPr>
          </a:p>
          <a:p>
            <a:pPr marL="12700" marR="5080">
              <a:lnSpc>
                <a:spcPct val="250000"/>
              </a:lnSpc>
              <a:tabLst>
                <a:tab pos="1112520" algn="l"/>
                <a:tab pos="1537970" algn="l"/>
                <a:tab pos="1821180" algn="l"/>
                <a:tab pos="2071370" algn="l"/>
              </a:tabLst>
            </a:pP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Intersect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		</a:t>
            </a: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Midpoint Segment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		</a:t>
            </a: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Segment·len </a:t>
            </a:r>
            <a:r>
              <a:rPr sz="1800" spc="-20" dirty="0">
                <a:solidFill>
                  <a:srgbClr val="1A1A1A"/>
                </a:solidFill>
                <a:latin typeface="Courier New"/>
                <a:cs typeface="Courier New"/>
              </a:rPr>
              <a:t>Line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	</a:t>
            </a:r>
            <a:r>
              <a:rPr sz="1800" spc="-25" dirty="0">
                <a:solidFill>
                  <a:srgbClr val="1A1A1A"/>
                </a:solidFill>
                <a:latin typeface="Courier New"/>
                <a:cs typeface="Courier New"/>
              </a:rPr>
              <a:t>Ray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			</a:t>
            </a: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Polyline Vector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960360" y="2178050"/>
            <a:ext cx="9855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5" dirty="0">
                <a:solidFill>
                  <a:srgbClr val="8A857C"/>
                </a:solidFill>
                <a:latin typeface="Courier New"/>
                <a:cs typeface="Courier New"/>
              </a:rPr>
              <a:t>OBLÚKY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162550" y="2657475"/>
            <a:ext cx="1962150" cy="552450"/>
            <a:chOff x="5162550" y="2657475"/>
            <a:chExt cx="1962150" cy="552450"/>
          </a:xfrm>
        </p:grpSpPr>
        <p:sp>
          <p:nvSpPr>
            <p:cNvPr id="38" name="object 38"/>
            <p:cNvSpPr/>
            <p:nvPr/>
          </p:nvSpPr>
          <p:spPr>
            <a:xfrm>
              <a:off x="5167312" y="2662237"/>
              <a:ext cx="1952625" cy="542925"/>
            </a:xfrm>
            <a:custGeom>
              <a:avLst/>
              <a:gdLst/>
              <a:ahLst/>
              <a:cxnLst/>
              <a:rect l="l" t="t" r="r" b="b"/>
              <a:pathLst>
                <a:path w="1952625" h="542925">
                  <a:moveTo>
                    <a:pt x="1687826" y="87"/>
                  </a:moveTo>
                  <a:lnTo>
                    <a:pt x="271462" y="0"/>
                  </a:lnTo>
                  <a:lnTo>
                    <a:pt x="231630" y="2943"/>
                  </a:lnTo>
                  <a:lnTo>
                    <a:pt x="192660" y="11691"/>
                  </a:lnTo>
                  <a:lnTo>
                    <a:pt x="155396" y="26060"/>
                  </a:lnTo>
                  <a:lnTo>
                    <a:pt x="120644" y="45755"/>
                  </a:lnTo>
                  <a:lnTo>
                    <a:pt x="89159" y="70332"/>
                  </a:lnTo>
                  <a:lnTo>
                    <a:pt x="61619" y="99249"/>
                  </a:lnTo>
                  <a:lnTo>
                    <a:pt x="38620" y="131893"/>
                  </a:lnTo>
                  <a:lnTo>
                    <a:pt x="20662" y="167561"/>
                  </a:lnTo>
                  <a:lnTo>
                    <a:pt x="8134" y="205496"/>
                  </a:lnTo>
                  <a:lnTo>
                    <a:pt x="1306" y="244850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0"/>
                  </a:lnTo>
                  <a:lnTo>
                    <a:pt x="13701" y="356603"/>
                  </a:lnTo>
                  <a:lnTo>
                    <a:pt x="28984" y="393501"/>
                  </a:lnTo>
                  <a:lnTo>
                    <a:pt x="49519" y="427765"/>
                  </a:lnTo>
                  <a:lnTo>
                    <a:pt x="74854" y="458647"/>
                  </a:lnTo>
                  <a:lnTo>
                    <a:pt x="104451" y="485464"/>
                  </a:lnTo>
                  <a:lnTo>
                    <a:pt x="137657" y="507650"/>
                  </a:lnTo>
                  <a:lnTo>
                    <a:pt x="173765" y="524723"/>
                  </a:lnTo>
                  <a:lnTo>
                    <a:pt x="211982" y="536323"/>
                  </a:lnTo>
                  <a:lnTo>
                    <a:pt x="251493" y="542191"/>
                  </a:lnTo>
                  <a:lnTo>
                    <a:pt x="1687826" y="542843"/>
                  </a:lnTo>
                  <a:lnTo>
                    <a:pt x="1701130" y="542191"/>
                  </a:lnTo>
                  <a:lnTo>
                    <a:pt x="1740641" y="536323"/>
                  </a:lnTo>
                  <a:lnTo>
                    <a:pt x="1778856" y="524723"/>
                  </a:lnTo>
                  <a:lnTo>
                    <a:pt x="1814966" y="507650"/>
                  </a:lnTo>
                  <a:lnTo>
                    <a:pt x="1848171" y="485464"/>
                  </a:lnTo>
                  <a:lnTo>
                    <a:pt x="1877769" y="458647"/>
                  </a:lnTo>
                  <a:lnTo>
                    <a:pt x="1903103" y="427765"/>
                  </a:lnTo>
                  <a:lnTo>
                    <a:pt x="1923639" y="393501"/>
                  </a:lnTo>
                  <a:lnTo>
                    <a:pt x="1938922" y="356603"/>
                  </a:lnTo>
                  <a:lnTo>
                    <a:pt x="1948628" y="317860"/>
                  </a:lnTo>
                  <a:lnTo>
                    <a:pt x="1952543" y="278128"/>
                  </a:lnTo>
                  <a:lnTo>
                    <a:pt x="1952543" y="264796"/>
                  </a:lnTo>
                  <a:lnTo>
                    <a:pt x="1948628" y="225052"/>
                  </a:lnTo>
                  <a:lnTo>
                    <a:pt x="1938922" y="186293"/>
                  </a:lnTo>
                  <a:lnTo>
                    <a:pt x="1923639" y="149407"/>
                  </a:lnTo>
                  <a:lnTo>
                    <a:pt x="1903104" y="115143"/>
                  </a:lnTo>
                  <a:lnTo>
                    <a:pt x="1877769" y="84287"/>
                  </a:lnTo>
                  <a:lnTo>
                    <a:pt x="1848171" y="57464"/>
                  </a:lnTo>
                  <a:lnTo>
                    <a:pt x="1814966" y="35277"/>
                  </a:lnTo>
                  <a:lnTo>
                    <a:pt x="1778856" y="18189"/>
                  </a:lnTo>
                  <a:lnTo>
                    <a:pt x="1740641" y="6601"/>
                  </a:lnTo>
                  <a:lnTo>
                    <a:pt x="1701130" y="743"/>
                  </a:lnTo>
                  <a:lnTo>
                    <a:pt x="1687826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167312" y="2662237"/>
              <a:ext cx="1952625" cy="542925"/>
            </a:xfrm>
            <a:custGeom>
              <a:avLst/>
              <a:gdLst/>
              <a:ahLst/>
              <a:cxnLst/>
              <a:rect l="l" t="t" r="r" b="b"/>
              <a:pathLst>
                <a:path w="1952625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659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14"/>
                  </a:lnTo>
                  <a:lnTo>
                    <a:pt x="271462" y="0"/>
                  </a:lnTo>
                  <a:lnTo>
                    <a:pt x="1681162" y="0"/>
                  </a:lnTo>
                  <a:lnTo>
                    <a:pt x="1720993" y="2947"/>
                  </a:lnTo>
                  <a:lnTo>
                    <a:pt x="1759962" y="11715"/>
                  </a:lnTo>
                  <a:lnTo>
                    <a:pt x="1797226" y="26098"/>
                  </a:lnTo>
                  <a:lnTo>
                    <a:pt x="1831977" y="45719"/>
                  </a:lnTo>
                  <a:lnTo>
                    <a:pt x="1863464" y="70330"/>
                  </a:lnTo>
                  <a:lnTo>
                    <a:pt x="1891005" y="99250"/>
                  </a:lnTo>
                  <a:lnTo>
                    <a:pt x="1914003" y="131897"/>
                  </a:lnTo>
                  <a:lnTo>
                    <a:pt x="1931959" y="167544"/>
                  </a:lnTo>
                  <a:lnTo>
                    <a:pt x="1944488" y="205489"/>
                  </a:lnTo>
                  <a:lnTo>
                    <a:pt x="1951318" y="244887"/>
                  </a:lnTo>
                  <a:lnTo>
                    <a:pt x="1952625" y="271462"/>
                  </a:lnTo>
                  <a:lnTo>
                    <a:pt x="1952543" y="278119"/>
                  </a:lnTo>
                  <a:lnTo>
                    <a:pt x="1948628" y="317847"/>
                  </a:lnTo>
                  <a:lnTo>
                    <a:pt x="1938922" y="356614"/>
                  </a:lnTo>
                  <a:lnTo>
                    <a:pt x="1923639" y="393489"/>
                  </a:lnTo>
                  <a:lnTo>
                    <a:pt x="1903103" y="427761"/>
                  </a:lnTo>
                  <a:lnTo>
                    <a:pt x="1877769" y="458622"/>
                  </a:lnTo>
                  <a:lnTo>
                    <a:pt x="1848171" y="485457"/>
                  </a:lnTo>
                  <a:lnTo>
                    <a:pt x="1814966" y="507612"/>
                  </a:lnTo>
                  <a:lnTo>
                    <a:pt x="1778857" y="524739"/>
                  </a:lnTo>
                  <a:lnTo>
                    <a:pt x="1740641" y="536312"/>
                  </a:lnTo>
                  <a:lnTo>
                    <a:pt x="1701130" y="542161"/>
                  </a:lnTo>
                  <a:lnTo>
                    <a:pt x="168116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26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162550" y="3343275"/>
            <a:ext cx="1962150" cy="552450"/>
            <a:chOff x="5162550" y="3343275"/>
            <a:chExt cx="1962150" cy="552450"/>
          </a:xfrm>
        </p:grpSpPr>
        <p:sp>
          <p:nvSpPr>
            <p:cNvPr id="41" name="object 41"/>
            <p:cNvSpPr/>
            <p:nvPr/>
          </p:nvSpPr>
          <p:spPr>
            <a:xfrm>
              <a:off x="5167312" y="3348037"/>
              <a:ext cx="1952625" cy="542925"/>
            </a:xfrm>
            <a:custGeom>
              <a:avLst/>
              <a:gdLst/>
              <a:ahLst/>
              <a:cxnLst/>
              <a:rect l="l" t="t" r="r" b="b"/>
              <a:pathLst>
                <a:path w="1952625" h="542925">
                  <a:moveTo>
                    <a:pt x="1687826" y="87"/>
                  </a:moveTo>
                  <a:lnTo>
                    <a:pt x="271462" y="0"/>
                  </a:lnTo>
                  <a:lnTo>
                    <a:pt x="231630" y="2942"/>
                  </a:lnTo>
                  <a:lnTo>
                    <a:pt x="192660" y="11682"/>
                  </a:lnTo>
                  <a:lnTo>
                    <a:pt x="155396" y="26057"/>
                  </a:lnTo>
                  <a:lnTo>
                    <a:pt x="120644" y="45736"/>
                  </a:lnTo>
                  <a:lnTo>
                    <a:pt x="89159" y="70314"/>
                  </a:lnTo>
                  <a:lnTo>
                    <a:pt x="61619" y="99240"/>
                  </a:lnTo>
                  <a:lnTo>
                    <a:pt x="38620" y="131884"/>
                  </a:lnTo>
                  <a:lnTo>
                    <a:pt x="20662" y="167561"/>
                  </a:lnTo>
                  <a:lnTo>
                    <a:pt x="8134" y="205485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31"/>
                  </a:lnTo>
                  <a:lnTo>
                    <a:pt x="3995" y="317868"/>
                  </a:lnTo>
                  <a:lnTo>
                    <a:pt x="13701" y="356611"/>
                  </a:lnTo>
                  <a:lnTo>
                    <a:pt x="28984" y="393505"/>
                  </a:lnTo>
                  <a:lnTo>
                    <a:pt x="49519" y="427768"/>
                  </a:lnTo>
                  <a:lnTo>
                    <a:pt x="74854" y="458647"/>
                  </a:lnTo>
                  <a:lnTo>
                    <a:pt x="104451" y="485477"/>
                  </a:lnTo>
                  <a:lnTo>
                    <a:pt x="137657" y="507650"/>
                  </a:lnTo>
                  <a:lnTo>
                    <a:pt x="173765" y="524728"/>
                  </a:lnTo>
                  <a:lnTo>
                    <a:pt x="211982" y="536328"/>
                  </a:lnTo>
                  <a:lnTo>
                    <a:pt x="251493" y="542187"/>
                  </a:lnTo>
                  <a:lnTo>
                    <a:pt x="264798" y="542843"/>
                  </a:lnTo>
                  <a:lnTo>
                    <a:pt x="1687826" y="542843"/>
                  </a:lnTo>
                  <a:lnTo>
                    <a:pt x="1727569" y="538929"/>
                  </a:lnTo>
                  <a:lnTo>
                    <a:pt x="1766315" y="529225"/>
                  </a:lnTo>
                  <a:lnTo>
                    <a:pt x="1803211" y="513932"/>
                  </a:lnTo>
                  <a:lnTo>
                    <a:pt x="1837472" y="493405"/>
                  </a:lnTo>
                  <a:lnTo>
                    <a:pt x="1868344" y="468073"/>
                  </a:lnTo>
                  <a:lnTo>
                    <a:pt x="1895168" y="438471"/>
                  </a:lnTo>
                  <a:lnTo>
                    <a:pt x="1917356" y="405265"/>
                  </a:lnTo>
                  <a:lnTo>
                    <a:pt x="1934434" y="369148"/>
                  </a:lnTo>
                  <a:lnTo>
                    <a:pt x="1946027" y="330934"/>
                  </a:lnTo>
                  <a:lnTo>
                    <a:pt x="1951889" y="291436"/>
                  </a:lnTo>
                  <a:lnTo>
                    <a:pt x="1952543" y="278131"/>
                  </a:lnTo>
                  <a:lnTo>
                    <a:pt x="1952543" y="264798"/>
                  </a:lnTo>
                  <a:lnTo>
                    <a:pt x="1948628" y="225045"/>
                  </a:lnTo>
                  <a:lnTo>
                    <a:pt x="1938922" y="186293"/>
                  </a:lnTo>
                  <a:lnTo>
                    <a:pt x="1923639" y="149399"/>
                  </a:lnTo>
                  <a:lnTo>
                    <a:pt x="1903104" y="115138"/>
                  </a:lnTo>
                  <a:lnTo>
                    <a:pt x="1877769" y="84268"/>
                  </a:lnTo>
                  <a:lnTo>
                    <a:pt x="1848171" y="57451"/>
                  </a:lnTo>
                  <a:lnTo>
                    <a:pt x="1814966" y="35259"/>
                  </a:lnTo>
                  <a:lnTo>
                    <a:pt x="1778856" y="18179"/>
                  </a:lnTo>
                  <a:lnTo>
                    <a:pt x="1740641" y="6592"/>
                  </a:lnTo>
                  <a:lnTo>
                    <a:pt x="1701130" y="743"/>
                  </a:lnTo>
                  <a:lnTo>
                    <a:pt x="1687826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167312" y="3348037"/>
              <a:ext cx="1952625" cy="542925"/>
            </a:xfrm>
            <a:custGeom>
              <a:avLst/>
              <a:gdLst/>
              <a:ahLst/>
              <a:cxnLst/>
              <a:rect l="l" t="t" r="r" b="b"/>
              <a:pathLst>
                <a:path w="1952625" h="542925">
                  <a:moveTo>
                    <a:pt x="0" y="271462"/>
                  </a:moveTo>
                  <a:lnTo>
                    <a:pt x="2937" y="231624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8" y="120586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576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1681162" y="0"/>
                  </a:lnTo>
                  <a:lnTo>
                    <a:pt x="1720993" y="2964"/>
                  </a:lnTo>
                  <a:lnTo>
                    <a:pt x="1759962" y="11715"/>
                  </a:lnTo>
                  <a:lnTo>
                    <a:pt x="1797226" y="26050"/>
                  </a:lnTo>
                  <a:lnTo>
                    <a:pt x="1831977" y="45719"/>
                  </a:lnTo>
                  <a:lnTo>
                    <a:pt x="1863464" y="70330"/>
                  </a:lnTo>
                  <a:lnTo>
                    <a:pt x="1891005" y="99250"/>
                  </a:lnTo>
                  <a:lnTo>
                    <a:pt x="1914003" y="131885"/>
                  </a:lnTo>
                  <a:lnTo>
                    <a:pt x="1931959" y="167544"/>
                  </a:lnTo>
                  <a:lnTo>
                    <a:pt x="1944488" y="205489"/>
                  </a:lnTo>
                  <a:lnTo>
                    <a:pt x="1951318" y="244887"/>
                  </a:lnTo>
                  <a:lnTo>
                    <a:pt x="1952625" y="271462"/>
                  </a:lnTo>
                  <a:lnTo>
                    <a:pt x="1952543" y="278119"/>
                  </a:lnTo>
                  <a:lnTo>
                    <a:pt x="1948628" y="317847"/>
                  </a:lnTo>
                  <a:lnTo>
                    <a:pt x="1938922" y="356614"/>
                  </a:lnTo>
                  <a:lnTo>
                    <a:pt x="1923639" y="393489"/>
                  </a:lnTo>
                  <a:lnTo>
                    <a:pt x="1903103" y="427761"/>
                  </a:lnTo>
                  <a:lnTo>
                    <a:pt x="1877769" y="458622"/>
                  </a:lnTo>
                  <a:lnTo>
                    <a:pt x="1848171" y="485457"/>
                  </a:lnTo>
                  <a:lnTo>
                    <a:pt x="1814966" y="507612"/>
                  </a:lnTo>
                  <a:lnTo>
                    <a:pt x="1778857" y="524739"/>
                  </a:lnTo>
                  <a:lnTo>
                    <a:pt x="1740641" y="536312"/>
                  </a:lnTo>
                  <a:lnTo>
                    <a:pt x="1701130" y="542161"/>
                  </a:lnTo>
                  <a:lnTo>
                    <a:pt x="168116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26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5162550" y="4029075"/>
            <a:ext cx="1962150" cy="552450"/>
            <a:chOff x="5162550" y="4029075"/>
            <a:chExt cx="1962150" cy="552450"/>
          </a:xfrm>
        </p:grpSpPr>
        <p:sp>
          <p:nvSpPr>
            <p:cNvPr id="44" name="object 44"/>
            <p:cNvSpPr/>
            <p:nvPr/>
          </p:nvSpPr>
          <p:spPr>
            <a:xfrm>
              <a:off x="5167312" y="4033837"/>
              <a:ext cx="1952625" cy="542925"/>
            </a:xfrm>
            <a:custGeom>
              <a:avLst/>
              <a:gdLst/>
              <a:ahLst/>
              <a:cxnLst/>
              <a:rect l="l" t="t" r="r" b="b"/>
              <a:pathLst>
                <a:path w="1952625" h="542925">
                  <a:moveTo>
                    <a:pt x="1687826" y="87"/>
                  </a:moveTo>
                  <a:lnTo>
                    <a:pt x="271462" y="0"/>
                  </a:lnTo>
                  <a:lnTo>
                    <a:pt x="231630" y="2935"/>
                  </a:lnTo>
                  <a:lnTo>
                    <a:pt x="192660" y="11691"/>
                  </a:lnTo>
                  <a:lnTo>
                    <a:pt x="155396" y="26055"/>
                  </a:lnTo>
                  <a:lnTo>
                    <a:pt x="120644" y="45736"/>
                  </a:lnTo>
                  <a:lnTo>
                    <a:pt x="89159" y="70321"/>
                  </a:lnTo>
                  <a:lnTo>
                    <a:pt x="61619" y="99240"/>
                  </a:lnTo>
                  <a:lnTo>
                    <a:pt x="38620" y="131889"/>
                  </a:lnTo>
                  <a:lnTo>
                    <a:pt x="20662" y="167561"/>
                  </a:lnTo>
                  <a:lnTo>
                    <a:pt x="8134" y="205496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8"/>
                  </a:lnTo>
                  <a:lnTo>
                    <a:pt x="13701" y="356603"/>
                  </a:lnTo>
                  <a:lnTo>
                    <a:pt x="28984" y="393510"/>
                  </a:lnTo>
                  <a:lnTo>
                    <a:pt x="49519" y="427774"/>
                  </a:lnTo>
                  <a:lnTo>
                    <a:pt x="74854" y="458647"/>
                  </a:lnTo>
                  <a:lnTo>
                    <a:pt x="104451" y="485462"/>
                  </a:lnTo>
                  <a:lnTo>
                    <a:pt x="137657" y="507653"/>
                  </a:lnTo>
                  <a:lnTo>
                    <a:pt x="173765" y="524733"/>
                  </a:lnTo>
                  <a:lnTo>
                    <a:pt x="211982" y="536319"/>
                  </a:lnTo>
                  <a:lnTo>
                    <a:pt x="251493" y="542191"/>
                  </a:lnTo>
                  <a:lnTo>
                    <a:pt x="264798" y="542843"/>
                  </a:lnTo>
                  <a:lnTo>
                    <a:pt x="1687826" y="542843"/>
                  </a:lnTo>
                  <a:lnTo>
                    <a:pt x="1727569" y="538921"/>
                  </a:lnTo>
                  <a:lnTo>
                    <a:pt x="1766315" y="529222"/>
                  </a:lnTo>
                  <a:lnTo>
                    <a:pt x="1803211" y="513942"/>
                  </a:lnTo>
                  <a:lnTo>
                    <a:pt x="1837472" y="493391"/>
                  </a:lnTo>
                  <a:lnTo>
                    <a:pt x="1868344" y="468068"/>
                  </a:lnTo>
                  <a:lnTo>
                    <a:pt x="1895168" y="438476"/>
                  </a:lnTo>
                  <a:lnTo>
                    <a:pt x="1917356" y="405263"/>
                  </a:lnTo>
                  <a:lnTo>
                    <a:pt x="1934434" y="369148"/>
                  </a:lnTo>
                  <a:lnTo>
                    <a:pt x="1946027" y="330934"/>
                  </a:lnTo>
                  <a:lnTo>
                    <a:pt x="1951889" y="291434"/>
                  </a:lnTo>
                  <a:lnTo>
                    <a:pt x="1952543" y="278128"/>
                  </a:lnTo>
                  <a:lnTo>
                    <a:pt x="1952543" y="264801"/>
                  </a:lnTo>
                  <a:lnTo>
                    <a:pt x="1948628" y="225054"/>
                  </a:lnTo>
                  <a:lnTo>
                    <a:pt x="1938922" y="186293"/>
                  </a:lnTo>
                  <a:lnTo>
                    <a:pt x="1923639" y="149403"/>
                  </a:lnTo>
                  <a:lnTo>
                    <a:pt x="1903104" y="115147"/>
                  </a:lnTo>
                  <a:lnTo>
                    <a:pt x="1877769" y="84277"/>
                  </a:lnTo>
                  <a:lnTo>
                    <a:pt x="1848171" y="57454"/>
                  </a:lnTo>
                  <a:lnTo>
                    <a:pt x="1814966" y="35268"/>
                  </a:lnTo>
                  <a:lnTo>
                    <a:pt x="1778856" y="18180"/>
                  </a:lnTo>
                  <a:lnTo>
                    <a:pt x="1740641" y="6593"/>
                  </a:lnTo>
                  <a:lnTo>
                    <a:pt x="1701130" y="743"/>
                  </a:lnTo>
                  <a:lnTo>
                    <a:pt x="1687826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167312" y="4033837"/>
              <a:ext cx="1952625" cy="542925"/>
            </a:xfrm>
            <a:custGeom>
              <a:avLst/>
              <a:gdLst/>
              <a:ahLst/>
              <a:cxnLst/>
              <a:rect l="l" t="t" r="r" b="b"/>
              <a:pathLst>
                <a:path w="1952625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8" y="120586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623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1681162" y="0"/>
                  </a:lnTo>
                  <a:lnTo>
                    <a:pt x="1720993" y="2964"/>
                  </a:lnTo>
                  <a:lnTo>
                    <a:pt x="1759962" y="11715"/>
                  </a:lnTo>
                  <a:lnTo>
                    <a:pt x="1797226" y="26062"/>
                  </a:lnTo>
                  <a:lnTo>
                    <a:pt x="1831977" y="45719"/>
                  </a:lnTo>
                  <a:lnTo>
                    <a:pt x="1863464" y="70330"/>
                  </a:lnTo>
                  <a:lnTo>
                    <a:pt x="1891005" y="99250"/>
                  </a:lnTo>
                  <a:lnTo>
                    <a:pt x="1914003" y="131885"/>
                  </a:lnTo>
                  <a:lnTo>
                    <a:pt x="1931959" y="167544"/>
                  </a:lnTo>
                  <a:lnTo>
                    <a:pt x="1944488" y="205489"/>
                  </a:lnTo>
                  <a:lnTo>
                    <a:pt x="1951318" y="244887"/>
                  </a:lnTo>
                  <a:lnTo>
                    <a:pt x="1952625" y="271462"/>
                  </a:lnTo>
                  <a:lnTo>
                    <a:pt x="1952543" y="278119"/>
                  </a:lnTo>
                  <a:lnTo>
                    <a:pt x="1948628" y="317847"/>
                  </a:lnTo>
                  <a:lnTo>
                    <a:pt x="1938922" y="356614"/>
                  </a:lnTo>
                  <a:lnTo>
                    <a:pt x="1923639" y="393489"/>
                  </a:lnTo>
                  <a:lnTo>
                    <a:pt x="1903103" y="427761"/>
                  </a:lnTo>
                  <a:lnTo>
                    <a:pt x="1877769" y="458622"/>
                  </a:lnTo>
                  <a:lnTo>
                    <a:pt x="1848171" y="485457"/>
                  </a:lnTo>
                  <a:lnTo>
                    <a:pt x="1814966" y="507612"/>
                  </a:lnTo>
                  <a:lnTo>
                    <a:pt x="1778857" y="524739"/>
                  </a:lnTo>
                  <a:lnTo>
                    <a:pt x="1740641" y="536312"/>
                  </a:lnTo>
                  <a:lnTo>
                    <a:pt x="1701130" y="542161"/>
                  </a:lnTo>
                  <a:lnTo>
                    <a:pt x="168116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62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5162550" y="4714875"/>
            <a:ext cx="1819275" cy="552450"/>
            <a:chOff x="5162550" y="4714875"/>
            <a:chExt cx="1819275" cy="552450"/>
          </a:xfrm>
        </p:grpSpPr>
        <p:sp>
          <p:nvSpPr>
            <p:cNvPr id="47" name="object 47"/>
            <p:cNvSpPr/>
            <p:nvPr/>
          </p:nvSpPr>
          <p:spPr>
            <a:xfrm>
              <a:off x="5167312" y="4719637"/>
              <a:ext cx="1809750" cy="542925"/>
            </a:xfrm>
            <a:custGeom>
              <a:avLst/>
              <a:gdLst/>
              <a:ahLst/>
              <a:cxnLst/>
              <a:rect l="l" t="t" r="r" b="b"/>
              <a:pathLst>
                <a:path w="1809750" h="542925">
                  <a:moveTo>
                    <a:pt x="1544951" y="82"/>
                  </a:moveTo>
                  <a:lnTo>
                    <a:pt x="271462" y="0"/>
                  </a:lnTo>
                  <a:lnTo>
                    <a:pt x="231630" y="2944"/>
                  </a:lnTo>
                  <a:lnTo>
                    <a:pt x="192660" y="11682"/>
                  </a:lnTo>
                  <a:lnTo>
                    <a:pt x="155396" y="26050"/>
                  </a:lnTo>
                  <a:lnTo>
                    <a:pt x="120644" y="45736"/>
                  </a:lnTo>
                  <a:lnTo>
                    <a:pt x="89159" y="70321"/>
                  </a:lnTo>
                  <a:lnTo>
                    <a:pt x="61619" y="99249"/>
                  </a:lnTo>
                  <a:lnTo>
                    <a:pt x="38620" y="131893"/>
                  </a:lnTo>
                  <a:lnTo>
                    <a:pt x="20662" y="167561"/>
                  </a:lnTo>
                  <a:lnTo>
                    <a:pt x="8134" y="205493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6"/>
                  </a:lnTo>
                  <a:lnTo>
                    <a:pt x="3995" y="317859"/>
                  </a:lnTo>
                  <a:lnTo>
                    <a:pt x="13701" y="356606"/>
                  </a:lnTo>
                  <a:lnTo>
                    <a:pt x="28984" y="393501"/>
                  </a:lnTo>
                  <a:lnTo>
                    <a:pt x="49519" y="427751"/>
                  </a:lnTo>
                  <a:lnTo>
                    <a:pt x="74854" y="458637"/>
                  </a:lnTo>
                  <a:lnTo>
                    <a:pt x="104451" y="485462"/>
                  </a:lnTo>
                  <a:lnTo>
                    <a:pt x="137657" y="507641"/>
                  </a:lnTo>
                  <a:lnTo>
                    <a:pt x="173765" y="524728"/>
                  </a:lnTo>
                  <a:lnTo>
                    <a:pt x="211982" y="536319"/>
                  </a:lnTo>
                  <a:lnTo>
                    <a:pt x="251493" y="542187"/>
                  </a:lnTo>
                  <a:lnTo>
                    <a:pt x="264798" y="542843"/>
                  </a:lnTo>
                  <a:lnTo>
                    <a:pt x="1544951" y="542843"/>
                  </a:lnTo>
                  <a:lnTo>
                    <a:pt x="1584694" y="538920"/>
                  </a:lnTo>
                  <a:lnTo>
                    <a:pt x="1623441" y="529213"/>
                  </a:lnTo>
                  <a:lnTo>
                    <a:pt x="1660338" y="513923"/>
                  </a:lnTo>
                  <a:lnTo>
                    <a:pt x="1694599" y="493391"/>
                  </a:lnTo>
                  <a:lnTo>
                    <a:pt x="1725469" y="468058"/>
                  </a:lnTo>
                  <a:lnTo>
                    <a:pt x="1752293" y="438461"/>
                  </a:lnTo>
                  <a:lnTo>
                    <a:pt x="1774481" y="405256"/>
                  </a:lnTo>
                  <a:lnTo>
                    <a:pt x="1791559" y="369139"/>
                  </a:lnTo>
                  <a:lnTo>
                    <a:pt x="1803152" y="330930"/>
                  </a:lnTo>
                  <a:lnTo>
                    <a:pt x="1809013" y="291427"/>
                  </a:lnTo>
                  <a:lnTo>
                    <a:pt x="1809667" y="264801"/>
                  </a:lnTo>
                  <a:lnTo>
                    <a:pt x="1809013" y="251498"/>
                  </a:lnTo>
                  <a:lnTo>
                    <a:pt x="1803152" y="211974"/>
                  </a:lnTo>
                  <a:lnTo>
                    <a:pt x="1791559" y="173751"/>
                  </a:lnTo>
                  <a:lnTo>
                    <a:pt x="1774481" y="137639"/>
                  </a:lnTo>
                  <a:lnTo>
                    <a:pt x="1752293" y="104442"/>
                  </a:lnTo>
                  <a:lnTo>
                    <a:pt x="1725469" y="74852"/>
                  </a:lnTo>
                  <a:lnTo>
                    <a:pt x="1694598" y="49507"/>
                  </a:lnTo>
                  <a:lnTo>
                    <a:pt x="1660338" y="28972"/>
                  </a:lnTo>
                  <a:lnTo>
                    <a:pt x="1623441" y="13693"/>
                  </a:lnTo>
                  <a:lnTo>
                    <a:pt x="1584694" y="4000"/>
                  </a:lnTo>
                  <a:lnTo>
                    <a:pt x="1544951" y="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67312" y="4719637"/>
              <a:ext cx="1809750" cy="542925"/>
            </a:xfrm>
            <a:custGeom>
              <a:avLst/>
              <a:gdLst/>
              <a:ahLst/>
              <a:cxnLst/>
              <a:rect l="l" t="t" r="r" b="b"/>
              <a:pathLst>
                <a:path w="1809750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576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1538287" y="0"/>
                  </a:lnTo>
                  <a:lnTo>
                    <a:pt x="1578119" y="2964"/>
                  </a:lnTo>
                  <a:lnTo>
                    <a:pt x="1617088" y="11715"/>
                  </a:lnTo>
                  <a:lnTo>
                    <a:pt x="1654352" y="26050"/>
                  </a:lnTo>
                  <a:lnTo>
                    <a:pt x="1689103" y="45719"/>
                  </a:lnTo>
                  <a:lnTo>
                    <a:pt x="1720590" y="70330"/>
                  </a:lnTo>
                  <a:lnTo>
                    <a:pt x="1748129" y="99250"/>
                  </a:lnTo>
                  <a:lnTo>
                    <a:pt x="1771128" y="131873"/>
                  </a:lnTo>
                  <a:lnTo>
                    <a:pt x="1789084" y="167544"/>
                  </a:lnTo>
                  <a:lnTo>
                    <a:pt x="1801614" y="205489"/>
                  </a:lnTo>
                  <a:lnTo>
                    <a:pt x="1808442" y="244887"/>
                  </a:lnTo>
                  <a:lnTo>
                    <a:pt x="1809750" y="271462"/>
                  </a:lnTo>
                  <a:lnTo>
                    <a:pt x="1809667" y="278106"/>
                  </a:lnTo>
                  <a:lnTo>
                    <a:pt x="1805753" y="317847"/>
                  </a:lnTo>
                  <a:lnTo>
                    <a:pt x="1796047" y="356613"/>
                  </a:lnTo>
                  <a:lnTo>
                    <a:pt x="1780764" y="393488"/>
                  </a:lnTo>
                  <a:lnTo>
                    <a:pt x="1760229" y="427761"/>
                  </a:lnTo>
                  <a:lnTo>
                    <a:pt x="1734894" y="458622"/>
                  </a:lnTo>
                  <a:lnTo>
                    <a:pt x="1705297" y="485457"/>
                  </a:lnTo>
                  <a:lnTo>
                    <a:pt x="1672092" y="507612"/>
                  </a:lnTo>
                  <a:lnTo>
                    <a:pt x="1635983" y="524739"/>
                  </a:lnTo>
                  <a:lnTo>
                    <a:pt x="1597766" y="536312"/>
                  </a:lnTo>
                  <a:lnTo>
                    <a:pt x="1558255" y="542161"/>
                  </a:lnTo>
                  <a:lnTo>
                    <a:pt x="1538287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26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284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149850" y="2178050"/>
            <a:ext cx="1779905" cy="295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85" dirty="0">
                <a:solidFill>
                  <a:srgbClr val="8A857C"/>
                </a:solidFill>
                <a:latin typeface="Courier New"/>
                <a:cs typeface="Courier New"/>
              </a:rPr>
              <a:t>KRUŽNICE</a:t>
            </a:r>
            <a:r>
              <a:rPr sz="1800" spc="4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endParaRPr sz="1800">
              <a:latin typeface="Courier New"/>
              <a:cs typeface="Courier New"/>
            </a:endParaRPr>
          </a:p>
          <a:p>
            <a:pPr marL="212725" marR="5080" algn="just">
              <a:lnSpc>
                <a:spcPts val="5400"/>
              </a:lnSpc>
            </a:pP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Circle</a:t>
            </a:r>
            <a:r>
              <a:rPr sz="1800" spc="155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·</a:t>
            </a:r>
            <a:r>
              <a:rPr sz="1800" spc="160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1A1A1A"/>
                </a:solidFill>
                <a:latin typeface="Courier New"/>
                <a:cs typeface="Courier New"/>
              </a:rPr>
              <a:t>cp 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Circle</a:t>
            </a:r>
            <a:r>
              <a:rPr sz="1800" spc="155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·</a:t>
            </a:r>
            <a:r>
              <a:rPr sz="1800" spc="160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1A1A1A"/>
                </a:solidFill>
                <a:latin typeface="Courier New"/>
                <a:cs typeface="Courier New"/>
              </a:rPr>
              <a:t>cr 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Circle</a:t>
            </a:r>
            <a:r>
              <a:rPr sz="1800" spc="155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·</a:t>
            </a:r>
            <a:r>
              <a:rPr sz="1800" spc="160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1A1A1A"/>
                </a:solidFill>
                <a:latin typeface="Courier New"/>
                <a:cs typeface="Courier New"/>
              </a:rPr>
              <a:t>3p </a:t>
            </a: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Semicircle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115175" y="4714875"/>
            <a:ext cx="819150" cy="552450"/>
            <a:chOff x="7115175" y="4714875"/>
            <a:chExt cx="819150" cy="552450"/>
          </a:xfrm>
        </p:grpSpPr>
        <p:sp>
          <p:nvSpPr>
            <p:cNvPr id="51" name="object 51"/>
            <p:cNvSpPr/>
            <p:nvPr/>
          </p:nvSpPr>
          <p:spPr>
            <a:xfrm>
              <a:off x="7119937" y="4719637"/>
              <a:ext cx="809625" cy="542925"/>
            </a:xfrm>
            <a:custGeom>
              <a:avLst/>
              <a:gdLst/>
              <a:ahLst/>
              <a:cxnLst/>
              <a:rect l="l" t="t" r="r" b="b"/>
              <a:pathLst>
                <a:path w="809625" h="542925">
                  <a:moveTo>
                    <a:pt x="544826" y="82"/>
                  </a:moveTo>
                  <a:lnTo>
                    <a:pt x="271462" y="0"/>
                  </a:lnTo>
                  <a:lnTo>
                    <a:pt x="231630" y="2944"/>
                  </a:lnTo>
                  <a:lnTo>
                    <a:pt x="192658" y="11682"/>
                  </a:lnTo>
                  <a:lnTo>
                    <a:pt x="155396" y="26050"/>
                  </a:lnTo>
                  <a:lnTo>
                    <a:pt x="120643" y="45736"/>
                  </a:lnTo>
                  <a:lnTo>
                    <a:pt x="89157" y="70321"/>
                  </a:lnTo>
                  <a:lnTo>
                    <a:pt x="61617" y="99249"/>
                  </a:lnTo>
                  <a:lnTo>
                    <a:pt x="38620" y="131893"/>
                  </a:lnTo>
                  <a:lnTo>
                    <a:pt x="20662" y="167561"/>
                  </a:lnTo>
                  <a:lnTo>
                    <a:pt x="8135" y="205493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6"/>
                  </a:lnTo>
                  <a:lnTo>
                    <a:pt x="3995" y="317859"/>
                  </a:lnTo>
                  <a:lnTo>
                    <a:pt x="13701" y="356606"/>
                  </a:lnTo>
                  <a:lnTo>
                    <a:pt x="28983" y="393501"/>
                  </a:lnTo>
                  <a:lnTo>
                    <a:pt x="49518" y="427751"/>
                  </a:lnTo>
                  <a:lnTo>
                    <a:pt x="74853" y="458637"/>
                  </a:lnTo>
                  <a:lnTo>
                    <a:pt x="104450" y="485462"/>
                  </a:lnTo>
                  <a:lnTo>
                    <a:pt x="137656" y="507641"/>
                  </a:lnTo>
                  <a:lnTo>
                    <a:pt x="173764" y="524728"/>
                  </a:lnTo>
                  <a:lnTo>
                    <a:pt x="211981" y="536319"/>
                  </a:lnTo>
                  <a:lnTo>
                    <a:pt x="251493" y="542187"/>
                  </a:lnTo>
                  <a:lnTo>
                    <a:pt x="264798" y="542843"/>
                  </a:lnTo>
                  <a:lnTo>
                    <a:pt x="544826" y="542843"/>
                  </a:lnTo>
                  <a:lnTo>
                    <a:pt x="584568" y="538920"/>
                  </a:lnTo>
                  <a:lnTo>
                    <a:pt x="623316" y="529213"/>
                  </a:lnTo>
                  <a:lnTo>
                    <a:pt x="660213" y="513923"/>
                  </a:lnTo>
                  <a:lnTo>
                    <a:pt x="694473" y="493391"/>
                  </a:lnTo>
                  <a:lnTo>
                    <a:pt x="725344" y="468058"/>
                  </a:lnTo>
                  <a:lnTo>
                    <a:pt x="752170" y="438461"/>
                  </a:lnTo>
                  <a:lnTo>
                    <a:pt x="774356" y="405256"/>
                  </a:lnTo>
                  <a:lnTo>
                    <a:pt x="791434" y="369139"/>
                  </a:lnTo>
                  <a:lnTo>
                    <a:pt x="803027" y="330930"/>
                  </a:lnTo>
                  <a:lnTo>
                    <a:pt x="808888" y="291427"/>
                  </a:lnTo>
                  <a:lnTo>
                    <a:pt x="809543" y="264801"/>
                  </a:lnTo>
                  <a:lnTo>
                    <a:pt x="808889" y="251498"/>
                  </a:lnTo>
                  <a:lnTo>
                    <a:pt x="803027" y="211974"/>
                  </a:lnTo>
                  <a:lnTo>
                    <a:pt x="791434" y="173751"/>
                  </a:lnTo>
                  <a:lnTo>
                    <a:pt x="774357" y="137639"/>
                  </a:lnTo>
                  <a:lnTo>
                    <a:pt x="752169" y="104442"/>
                  </a:lnTo>
                  <a:lnTo>
                    <a:pt x="725344" y="74852"/>
                  </a:lnTo>
                  <a:lnTo>
                    <a:pt x="694473" y="49507"/>
                  </a:lnTo>
                  <a:lnTo>
                    <a:pt x="660211" y="28972"/>
                  </a:lnTo>
                  <a:lnTo>
                    <a:pt x="623315" y="13693"/>
                  </a:lnTo>
                  <a:lnTo>
                    <a:pt x="584568" y="4000"/>
                  </a:lnTo>
                  <a:lnTo>
                    <a:pt x="544826" y="82"/>
                  </a:lnTo>
                  <a:close/>
                </a:path>
              </a:pathLst>
            </a:custGeom>
            <a:solidFill>
              <a:srgbClr val="C46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119937" y="4719637"/>
              <a:ext cx="809625" cy="542925"/>
            </a:xfrm>
            <a:custGeom>
              <a:avLst/>
              <a:gdLst/>
              <a:ahLst/>
              <a:cxnLst/>
              <a:rect l="l" t="t" r="r" b="b"/>
              <a:pathLst>
                <a:path w="809625" h="542925">
                  <a:moveTo>
                    <a:pt x="0" y="271462"/>
                  </a:moveTo>
                  <a:lnTo>
                    <a:pt x="2938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1" y="38576"/>
                  </a:lnTo>
                  <a:lnTo>
                    <a:pt x="167577" y="20669"/>
                  </a:lnTo>
                  <a:lnTo>
                    <a:pt x="205501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538162" y="0"/>
                  </a:lnTo>
                  <a:lnTo>
                    <a:pt x="577993" y="2964"/>
                  </a:lnTo>
                  <a:lnTo>
                    <a:pt x="616962" y="11715"/>
                  </a:lnTo>
                  <a:lnTo>
                    <a:pt x="654226" y="26050"/>
                  </a:lnTo>
                  <a:lnTo>
                    <a:pt x="688978" y="45719"/>
                  </a:lnTo>
                  <a:lnTo>
                    <a:pt x="720465" y="70330"/>
                  </a:lnTo>
                  <a:lnTo>
                    <a:pt x="748005" y="99250"/>
                  </a:lnTo>
                  <a:lnTo>
                    <a:pt x="771003" y="131873"/>
                  </a:lnTo>
                  <a:lnTo>
                    <a:pt x="788959" y="167544"/>
                  </a:lnTo>
                  <a:lnTo>
                    <a:pt x="801489" y="205489"/>
                  </a:lnTo>
                  <a:lnTo>
                    <a:pt x="808318" y="244887"/>
                  </a:lnTo>
                  <a:lnTo>
                    <a:pt x="809625" y="271462"/>
                  </a:lnTo>
                  <a:lnTo>
                    <a:pt x="809543" y="278106"/>
                  </a:lnTo>
                  <a:lnTo>
                    <a:pt x="805628" y="317847"/>
                  </a:lnTo>
                  <a:lnTo>
                    <a:pt x="795922" y="356613"/>
                  </a:lnTo>
                  <a:lnTo>
                    <a:pt x="780639" y="393488"/>
                  </a:lnTo>
                  <a:lnTo>
                    <a:pt x="760104" y="427761"/>
                  </a:lnTo>
                  <a:lnTo>
                    <a:pt x="734769" y="458622"/>
                  </a:lnTo>
                  <a:lnTo>
                    <a:pt x="705173" y="485457"/>
                  </a:lnTo>
                  <a:lnTo>
                    <a:pt x="671967" y="507612"/>
                  </a:lnTo>
                  <a:lnTo>
                    <a:pt x="635857" y="524739"/>
                  </a:lnTo>
                  <a:lnTo>
                    <a:pt x="597640" y="536312"/>
                  </a:lnTo>
                  <a:lnTo>
                    <a:pt x="558130" y="542161"/>
                  </a:lnTo>
                  <a:lnTo>
                    <a:pt x="53816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0" y="531209"/>
                  </a:lnTo>
                  <a:lnTo>
                    <a:pt x="155396" y="516826"/>
                  </a:lnTo>
                  <a:lnTo>
                    <a:pt x="120644" y="497205"/>
                  </a:lnTo>
                  <a:lnTo>
                    <a:pt x="89158" y="472594"/>
                  </a:lnTo>
                  <a:lnTo>
                    <a:pt x="61618" y="443674"/>
                  </a:lnTo>
                  <a:lnTo>
                    <a:pt x="38619" y="411027"/>
                  </a:lnTo>
                  <a:lnTo>
                    <a:pt x="20662" y="375284"/>
                  </a:lnTo>
                  <a:lnTo>
                    <a:pt x="8134" y="337399"/>
                  </a:lnTo>
                  <a:lnTo>
                    <a:pt x="1307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C46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300714" y="4835525"/>
            <a:ext cx="446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Arc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162550" y="5400675"/>
            <a:ext cx="1247775" cy="552450"/>
            <a:chOff x="5162550" y="5400675"/>
            <a:chExt cx="1247775" cy="552450"/>
          </a:xfrm>
        </p:grpSpPr>
        <p:sp>
          <p:nvSpPr>
            <p:cNvPr id="55" name="object 55"/>
            <p:cNvSpPr/>
            <p:nvPr/>
          </p:nvSpPr>
          <p:spPr>
            <a:xfrm>
              <a:off x="5167312" y="5405437"/>
              <a:ext cx="1238250" cy="542925"/>
            </a:xfrm>
            <a:custGeom>
              <a:avLst/>
              <a:gdLst/>
              <a:ahLst/>
              <a:cxnLst/>
              <a:rect l="l" t="t" r="r" b="b"/>
              <a:pathLst>
                <a:path w="1238250" h="542925">
                  <a:moveTo>
                    <a:pt x="973451" y="87"/>
                  </a:moveTo>
                  <a:lnTo>
                    <a:pt x="271462" y="0"/>
                  </a:lnTo>
                  <a:lnTo>
                    <a:pt x="231630" y="2943"/>
                  </a:lnTo>
                  <a:lnTo>
                    <a:pt x="192660" y="11691"/>
                  </a:lnTo>
                  <a:lnTo>
                    <a:pt x="155396" y="26046"/>
                  </a:lnTo>
                  <a:lnTo>
                    <a:pt x="120644" y="45736"/>
                  </a:lnTo>
                  <a:lnTo>
                    <a:pt x="89159" y="70321"/>
                  </a:lnTo>
                  <a:lnTo>
                    <a:pt x="61619" y="99240"/>
                  </a:lnTo>
                  <a:lnTo>
                    <a:pt x="38620" y="131893"/>
                  </a:lnTo>
                  <a:lnTo>
                    <a:pt x="20662" y="167561"/>
                  </a:lnTo>
                  <a:lnTo>
                    <a:pt x="8134" y="205501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8"/>
                  </a:lnTo>
                  <a:lnTo>
                    <a:pt x="13701" y="356613"/>
                  </a:lnTo>
                  <a:lnTo>
                    <a:pt x="28984" y="393509"/>
                  </a:lnTo>
                  <a:lnTo>
                    <a:pt x="49519" y="427770"/>
                  </a:lnTo>
                  <a:lnTo>
                    <a:pt x="74854" y="458648"/>
                  </a:lnTo>
                  <a:lnTo>
                    <a:pt x="104451" y="485464"/>
                  </a:lnTo>
                  <a:lnTo>
                    <a:pt x="137657" y="507654"/>
                  </a:lnTo>
                  <a:lnTo>
                    <a:pt x="173765" y="524733"/>
                  </a:lnTo>
                  <a:lnTo>
                    <a:pt x="211982" y="536319"/>
                  </a:lnTo>
                  <a:lnTo>
                    <a:pt x="251493" y="542187"/>
                  </a:lnTo>
                  <a:lnTo>
                    <a:pt x="264798" y="542843"/>
                  </a:lnTo>
                  <a:lnTo>
                    <a:pt x="973451" y="542843"/>
                  </a:lnTo>
                  <a:lnTo>
                    <a:pt x="1013194" y="538920"/>
                  </a:lnTo>
                  <a:lnTo>
                    <a:pt x="1051941" y="529222"/>
                  </a:lnTo>
                  <a:lnTo>
                    <a:pt x="1088838" y="513942"/>
                  </a:lnTo>
                  <a:lnTo>
                    <a:pt x="1123098" y="493399"/>
                  </a:lnTo>
                  <a:lnTo>
                    <a:pt x="1153969" y="468068"/>
                  </a:lnTo>
                  <a:lnTo>
                    <a:pt x="1180793" y="438478"/>
                  </a:lnTo>
                  <a:lnTo>
                    <a:pt x="1202981" y="405265"/>
                  </a:lnTo>
                  <a:lnTo>
                    <a:pt x="1220060" y="369152"/>
                  </a:lnTo>
                  <a:lnTo>
                    <a:pt x="1231653" y="330934"/>
                  </a:lnTo>
                  <a:lnTo>
                    <a:pt x="1237514" y="291434"/>
                  </a:lnTo>
                  <a:lnTo>
                    <a:pt x="1238168" y="278128"/>
                  </a:lnTo>
                  <a:lnTo>
                    <a:pt x="1238168" y="264798"/>
                  </a:lnTo>
                  <a:lnTo>
                    <a:pt x="1234253" y="225057"/>
                  </a:lnTo>
                  <a:lnTo>
                    <a:pt x="1224548" y="186300"/>
                  </a:lnTo>
                  <a:lnTo>
                    <a:pt x="1209264" y="149403"/>
                  </a:lnTo>
                  <a:lnTo>
                    <a:pt x="1188728" y="115134"/>
                  </a:lnTo>
                  <a:lnTo>
                    <a:pt x="1163393" y="84272"/>
                  </a:lnTo>
                  <a:lnTo>
                    <a:pt x="1133797" y="57454"/>
                  </a:lnTo>
                  <a:lnTo>
                    <a:pt x="1100592" y="35259"/>
                  </a:lnTo>
                  <a:lnTo>
                    <a:pt x="1064482" y="18180"/>
                  </a:lnTo>
                  <a:lnTo>
                    <a:pt x="1026266" y="6601"/>
                  </a:lnTo>
                  <a:lnTo>
                    <a:pt x="986755" y="743"/>
                  </a:lnTo>
                  <a:lnTo>
                    <a:pt x="973451" y="87"/>
                  </a:lnTo>
                  <a:close/>
                </a:path>
              </a:pathLst>
            </a:custGeom>
            <a:solidFill>
              <a:srgbClr val="C46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167312" y="5405437"/>
              <a:ext cx="1238250" cy="542925"/>
            </a:xfrm>
            <a:custGeom>
              <a:avLst/>
              <a:gdLst/>
              <a:ahLst/>
              <a:cxnLst/>
              <a:rect l="l" t="t" r="r" b="b"/>
              <a:pathLst>
                <a:path w="1238250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576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966787" y="0"/>
                  </a:lnTo>
                  <a:lnTo>
                    <a:pt x="1006619" y="2964"/>
                  </a:lnTo>
                  <a:lnTo>
                    <a:pt x="1045588" y="11715"/>
                  </a:lnTo>
                  <a:lnTo>
                    <a:pt x="1082852" y="26015"/>
                  </a:lnTo>
                  <a:lnTo>
                    <a:pt x="1117602" y="45719"/>
                  </a:lnTo>
                  <a:lnTo>
                    <a:pt x="1149090" y="70330"/>
                  </a:lnTo>
                  <a:lnTo>
                    <a:pt x="1176629" y="99250"/>
                  </a:lnTo>
                  <a:lnTo>
                    <a:pt x="1199628" y="131873"/>
                  </a:lnTo>
                  <a:lnTo>
                    <a:pt x="1217585" y="167544"/>
                  </a:lnTo>
                  <a:lnTo>
                    <a:pt x="1230114" y="205489"/>
                  </a:lnTo>
                  <a:lnTo>
                    <a:pt x="1236943" y="244887"/>
                  </a:lnTo>
                  <a:lnTo>
                    <a:pt x="1238250" y="271462"/>
                  </a:lnTo>
                  <a:lnTo>
                    <a:pt x="1238168" y="278119"/>
                  </a:lnTo>
                  <a:lnTo>
                    <a:pt x="1234253" y="317847"/>
                  </a:lnTo>
                  <a:lnTo>
                    <a:pt x="1224547" y="356614"/>
                  </a:lnTo>
                  <a:lnTo>
                    <a:pt x="1209264" y="393489"/>
                  </a:lnTo>
                  <a:lnTo>
                    <a:pt x="1188729" y="427761"/>
                  </a:lnTo>
                  <a:lnTo>
                    <a:pt x="1163393" y="458622"/>
                  </a:lnTo>
                  <a:lnTo>
                    <a:pt x="1133797" y="485457"/>
                  </a:lnTo>
                  <a:lnTo>
                    <a:pt x="1100592" y="507612"/>
                  </a:lnTo>
                  <a:lnTo>
                    <a:pt x="1064483" y="524739"/>
                  </a:lnTo>
                  <a:lnTo>
                    <a:pt x="1026266" y="536312"/>
                  </a:lnTo>
                  <a:lnTo>
                    <a:pt x="986755" y="542161"/>
                  </a:lnTo>
                  <a:lnTo>
                    <a:pt x="966787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62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C46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349875" y="5521325"/>
            <a:ext cx="8712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Sector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162550" y="6086475"/>
            <a:ext cx="2952750" cy="552450"/>
            <a:chOff x="5162550" y="6086475"/>
            <a:chExt cx="2952750" cy="552450"/>
          </a:xfrm>
        </p:grpSpPr>
        <p:sp>
          <p:nvSpPr>
            <p:cNvPr id="59" name="object 59"/>
            <p:cNvSpPr/>
            <p:nvPr/>
          </p:nvSpPr>
          <p:spPr>
            <a:xfrm>
              <a:off x="5167312" y="6091237"/>
              <a:ext cx="2943225" cy="542925"/>
            </a:xfrm>
            <a:custGeom>
              <a:avLst/>
              <a:gdLst/>
              <a:ahLst/>
              <a:cxnLst/>
              <a:rect l="l" t="t" r="r" b="b"/>
              <a:pathLst>
                <a:path w="2943225" h="542925">
                  <a:moveTo>
                    <a:pt x="2678426" y="87"/>
                  </a:moveTo>
                  <a:lnTo>
                    <a:pt x="271462" y="0"/>
                  </a:lnTo>
                  <a:lnTo>
                    <a:pt x="231630" y="2943"/>
                  </a:lnTo>
                  <a:lnTo>
                    <a:pt x="192660" y="11682"/>
                  </a:lnTo>
                  <a:lnTo>
                    <a:pt x="155396" y="26060"/>
                  </a:lnTo>
                  <a:lnTo>
                    <a:pt x="120644" y="45745"/>
                  </a:lnTo>
                  <a:lnTo>
                    <a:pt x="89159" y="70323"/>
                  </a:lnTo>
                  <a:lnTo>
                    <a:pt x="61619" y="99249"/>
                  </a:lnTo>
                  <a:lnTo>
                    <a:pt x="38620" y="131893"/>
                  </a:lnTo>
                  <a:lnTo>
                    <a:pt x="20662" y="167571"/>
                  </a:lnTo>
                  <a:lnTo>
                    <a:pt x="8134" y="205501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31"/>
                  </a:lnTo>
                  <a:lnTo>
                    <a:pt x="3995" y="317868"/>
                  </a:lnTo>
                  <a:lnTo>
                    <a:pt x="13701" y="356611"/>
                  </a:lnTo>
                  <a:lnTo>
                    <a:pt x="28984" y="393518"/>
                  </a:lnTo>
                  <a:lnTo>
                    <a:pt x="49519" y="427768"/>
                  </a:lnTo>
                  <a:lnTo>
                    <a:pt x="74854" y="458647"/>
                  </a:lnTo>
                  <a:lnTo>
                    <a:pt x="104451" y="485471"/>
                  </a:lnTo>
                  <a:lnTo>
                    <a:pt x="137657" y="507654"/>
                  </a:lnTo>
                  <a:lnTo>
                    <a:pt x="173765" y="524737"/>
                  </a:lnTo>
                  <a:lnTo>
                    <a:pt x="211982" y="536328"/>
                  </a:lnTo>
                  <a:lnTo>
                    <a:pt x="251493" y="542191"/>
                  </a:lnTo>
                  <a:lnTo>
                    <a:pt x="264798" y="542843"/>
                  </a:lnTo>
                  <a:lnTo>
                    <a:pt x="2678426" y="542843"/>
                  </a:lnTo>
                  <a:lnTo>
                    <a:pt x="2718169" y="538929"/>
                  </a:lnTo>
                  <a:lnTo>
                    <a:pt x="2756916" y="529230"/>
                  </a:lnTo>
                  <a:lnTo>
                    <a:pt x="2793812" y="513934"/>
                  </a:lnTo>
                  <a:lnTo>
                    <a:pt x="2828073" y="493400"/>
                  </a:lnTo>
                  <a:lnTo>
                    <a:pt x="2858944" y="468068"/>
                  </a:lnTo>
                  <a:lnTo>
                    <a:pt x="2885770" y="438471"/>
                  </a:lnTo>
                  <a:lnTo>
                    <a:pt x="2907956" y="405265"/>
                  </a:lnTo>
                  <a:lnTo>
                    <a:pt x="2925034" y="369148"/>
                  </a:lnTo>
                  <a:lnTo>
                    <a:pt x="2936627" y="330940"/>
                  </a:lnTo>
                  <a:lnTo>
                    <a:pt x="2942488" y="291436"/>
                  </a:lnTo>
                  <a:lnTo>
                    <a:pt x="2943143" y="264798"/>
                  </a:lnTo>
                  <a:lnTo>
                    <a:pt x="2942488" y="251497"/>
                  </a:lnTo>
                  <a:lnTo>
                    <a:pt x="2936627" y="211979"/>
                  </a:lnTo>
                  <a:lnTo>
                    <a:pt x="2925034" y="173758"/>
                  </a:lnTo>
                  <a:lnTo>
                    <a:pt x="2907956" y="137649"/>
                  </a:lnTo>
                  <a:lnTo>
                    <a:pt x="2885770" y="104452"/>
                  </a:lnTo>
                  <a:lnTo>
                    <a:pt x="2858944" y="74856"/>
                  </a:lnTo>
                  <a:lnTo>
                    <a:pt x="2828073" y="49516"/>
                  </a:lnTo>
                  <a:lnTo>
                    <a:pt x="2793812" y="28978"/>
                  </a:lnTo>
                  <a:lnTo>
                    <a:pt x="2756916" y="13698"/>
                  </a:lnTo>
                  <a:lnTo>
                    <a:pt x="2718169" y="3997"/>
                  </a:lnTo>
                  <a:lnTo>
                    <a:pt x="2678426" y="87"/>
                  </a:lnTo>
                  <a:close/>
                </a:path>
              </a:pathLst>
            </a:custGeom>
            <a:solidFill>
              <a:srgbClr val="C46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167312" y="6091237"/>
              <a:ext cx="2943225" cy="542925"/>
            </a:xfrm>
            <a:custGeom>
              <a:avLst/>
              <a:gdLst/>
              <a:ahLst/>
              <a:cxnLst/>
              <a:rect l="l" t="t" r="r" b="b"/>
              <a:pathLst>
                <a:path w="2943225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623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2671762" y="0"/>
                  </a:lnTo>
                  <a:lnTo>
                    <a:pt x="2711594" y="2964"/>
                  </a:lnTo>
                  <a:lnTo>
                    <a:pt x="2750563" y="11715"/>
                  </a:lnTo>
                  <a:lnTo>
                    <a:pt x="2787827" y="26050"/>
                  </a:lnTo>
                  <a:lnTo>
                    <a:pt x="2822578" y="45719"/>
                  </a:lnTo>
                  <a:lnTo>
                    <a:pt x="2854065" y="70330"/>
                  </a:lnTo>
                  <a:lnTo>
                    <a:pt x="2881605" y="99250"/>
                  </a:lnTo>
                  <a:lnTo>
                    <a:pt x="2904603" y="131885"/>
                  </a:lnTo>
                  <a:lnTo>
                    <a:pt x="2922559" y="167544"/>
                  </a:lnTo>
                  <a:lnTo>
                    <a:pt x="2935088" y="205489"/>
                  </a:lnTo>
                  <a:lnTo>
                    <a:pt x="2941917" y="244887"/>
                  </a:lnTo>
                  <a:lnTo>
                    <a:pt x="2943225" y="271462"/>
                  </a:lnTo>
                  <a:lnTo>
                    <a:pt x="2943143" y="278119"/>
                  </a:lnTo>
                  <a:lnTo>
                    <a:pt x="2939228" y="317847"/>
                  </a:lnTo>
                  <a:lnTo>
                    <a:pt x="2929522" y="356614"/>
                  </a:lnTo>
                  <a:lnTo>
                    <a:pt x="2914239" y="393489"/>
                  </a:lnTo>
                  <a:lnTo>
                    <a:pt x="2893704" y="427761"/>
                  </a:lnTo>
                  <a:lnTo>
                    <a:pt x="2868369" y="458622"/>
                  </a:lnTo>
                  <a:lnTo>
                    <a:pt x="2838772" y="485457"/>
                  </a:lnTo>
                  <a:lnTo>
                    <a:pt x="2805567" y="507612"/>
                  </a:lnTo>
                  <a:lnTo>
                    <a:pt x="2769457" y="524739"/>
                  </a:lnTo>
                  <a:lnTo>
                    <a:pt x="2731241" y="536312"/>
                  </a:lnTo>
                  <a:lnTo>
                    <a:pt x="2691730" y="542161"/>
                  </a:lnTo>
                  <a:lnTo>
                    <a:pt x="267176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62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39"/>
                  </a:lnTo>
                  <a:lnTo>
                    <a:pt x="20663" y="375380"/>
                  </a:lnTo>
                  <a:lnTo>
                    <a:pt x="8134" y="337435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C46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5349875" y="6207125"/>
            <a:ext cx="2572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Circumcircular</a:t>
            </a:r>
            <a:r>
              <a:rPr sz="1800" spc="-285" dirty="0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arc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162550" y="6772275"/>
            <a:ext cx="1390650" cy="552450"/>
            <a:chOff x="5162550" y="6772275"/>
            <a:chExt cx="1390650" cy="552450"/>
          </a:xfrm>
        </p:grpSpPr>
        <p:sp>
          <p:nvSpPr>
            <p:cNvPr id="63" name="object 63"/>
            <p:cNvSpPr/>
            <p:nvPr/>
          </p:nvSpPr>
          <p:spPr>
            <a:xfrm>
              <a:off x="5167312" y="6777037"/>
              <a:ext cx="1381125" cy="542925"/>
            </a:xfrm>
            <a:custGeom>
              <a:avLst/>
              <a:gdLst/>
              <a:ahLst/>
              <a:cxnLst/>
              <a:rect l="l" t="t" r="r" b="b"/>
              <a:pathLst>
                <a:path w="1381125" h="542925">
                  <a:moveTo>
                    <a:pt x="1116326" y="87"/>
                  </a:moveTo>
                  <a:lnTo>
                    <a:pt x="271462" y="0"/>
                  </a:lnTo>
                  <a:lnTo>
                    <a:pt x="231630" y="2937"/>
                  </a:lnTo>
                  <a:lnTo>
                    <a:pt x="192660" y="11691"/>
                  </a:lnTo>
                  <a:lnTo>
                    <a:pt x="155396" y="26051"/>
                  </a:lnTo>
                  <a:lnTo>
                    <a:pt x="120644" y="45736"/>
                  </a:lnTo>
                  <a:lnTo>
                    <a:pt x="89159" y="70321"/>
                  </a:lnTo>
                  <a:lnTo>
                    <a:pt x="61619" y="99240"/>
                  </a:lnTo>
                  <a:lnTo>
                    <a:pt x="38620" y="131893"/>
                  </a:lnTo>
                  <a:lnTo>
                    <a:pt x="20662" y="167561"/>
                  </a:lnTo>
                  <a:lnTo>
                    <a:pt x="8134" y="205491"/>
                  </a:lnTo>
                  <a:lnTo>
                    <a:pt x="1306" y="244850"/>
                  </a:lnTo>
                  <a:lnTo>
                    <a:pt x="0" y="271462"/>
                  </a:lnTo>
                  <a:lnTo>
                    <a:pt x="81" y="278126"/>
                  </a:lnTo>
                  <a:lnTo>
                    <a:pt x="3995" y="317859"/>
                  </a:lnTo>
                  <a:lnTo>
                    <a:pt x="13701" y="356603"/>
                  </a:lnTo>
                  <a:lnTo>
                    <a:pt x="28984" y="393501"/>
                  </a:lnTo>
                  <a:lnTo>
                    <a:pt x="49519" y="427759"/>
                  </a:lnTo>
                  <a:lnTo>
                    <a:pt x="74854" y="458633"/>
                  </a:lnTo>
                  <a:lnTo>
                    <a:pt x="104451" y="485454"/>
                  </a:lnTo>
                  <a:lnTo>
                    <a:pt x="137657" y="507645"/>
                  </a:lnTo>
                  <a:lnTo>
                    <a:pt x="173765" y="524717"/>
                  </a:lnTo>
                  <a:lnTo>
                    <a:pt x="211982" y="536314"/>
                  </a:lnTo>
                  <a:lnTo>
                    <a:pt x="251493" y="542187"/>
                  </a:lnTo>
                  <a:lnTo>
                    <a:pt x="264798" y="542843"/>
                  </a:lnTo>
                  <a:lnTo>
                    <a:pt x="1116326" y="542843"/>
                  </a:lnTo>
                  <a:lnTo>
                    <a:pt x="1156069" y="538921"/>
                  </a:lnTo>
                  <a:lnTo>
                    <a:pt x="1194816" y="529207"/>
                  </a:lnTo>
                  <a:lnTo>
                    <a:pt x="1231713" y="513932"/>
                  </a:lnTo>
                  <a:lnTo>
                    <a:pt x="1265973" y="493390"/>
                  </a:lnTo>
                  <a:lnTo>
                    <a:pt x="1296844" y="468058"/>
                  </a:lnTo>
                  <a:lnTo>
                    <a:pt x="1323670" y="438461"/>
                  </a:lnTo>
                  <a:lnTo>
                    <a:pt x="1345856" y="405255"/>
                  </a:lnTo>
                  <a:lnTo>
                    <a:pt x="1362935" y="369147"/>
                  </a:lnTo>
                  <a:lnTo>
                    <a:pt x="1374528" y="330925"/>
                  </a:lnTo>
                  <a:lnTo>
                    <a:pt x="1380389" y="291427"/>
                  </a:lnTo>
                  <a:lnTo>
                    <a:pt x="1381043" y="278126"/>
                  </a:lnTo>
                  <a:lnTo>
                    <a:pt x="1381043" y="264801"/>
                  </a:lnTo>
                  <a:lnTo>
                    <a:pt x="1377128" y="225048"/>
                  </a:lnTo>
                  <a:lnTo>
                    <a:pt x="1367423" y="186293"/>
                  </a:lnTo>
                  <a:lnTo>
                    <a:pt x="1352139" y="149403"/>
                  </a:lnTo>
                  <a:lnTo>
                    <a:pt x="1331603" y="115138"/>
                  </a:lnTo>
                  <a:lnTo>
                    <a:pt x="1306269" y="84277"/>
                  </a:lnTo>
                  <a:lnTo>
                    <a:pt x="1276672" y="57454"/>
                  </a:lnTo>
                  <a:lnTo>
                    <a:pt x="1243467" y="35259"/>
                  </a:lnTo>
                  <a:lnTo>
                    <a:pt x="1207357" y="18188"/>
                  </a:lnTo>
                  <a:lnTo>
                    <a:pt x="1169141" y="6601"/>
                  </a:lnTo>
                  <a:lnTo>
                    <a:pt x="1129630" y="743"/>
                  </a:lnTo>
                  <a:lnTo>
                    <a:pt x="1116326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67312" y="6777037"/>
              <a:ext cx="1381125" cy="542925"/>
            </a:xfrm>
            <a:custGeom>
              <a:avLst/>
              <a:gdLst/>
              <a:ahLst/>
              <a:cxnLst/>
              <a:rect l="l" t="t" r="r" b="b"/>
              <a:pathLst>
                <a:path w="1381125" h="542925">
                  <a:moveTo>
                    <a:pt x="0" y="271462"/>
                  </a:moveTo>
                  <a:lnTo>
                    <a:pt x="2937" y="231659"/>
                  </a:lnTo>
                  <a:lnTo>
                    <a:pt x="11689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576"/>
                  </a:lnTo>
                  <a:lnTo>
                    <a:pt x="167578" y="20669"/>
                  </a:lnTo>
                  <a:lnTo>
                    <a:pt x="205502" y="8155"/>
                  </a:lnTo>
                  <a:lnTo>
                    <a:pt x="244854" y="1333"/>
                  </a:lnTo>
                  <a:lnTo>
                    <a:pt x="271462" y="0"/>
                  </a:lnTo>
                  <a:lnTo>
                    <a:pt x="1109662" y="0"/>
                  </a:lnTo>
                  <a:lnTo>
                    <a:pt x="1149493" y="2964"/>
                  </a:lnTo>
                  <a:lnTo>
                    <a:pt x="1188463" y="11715"/>
                  </a:lnTo>
                  <a:lnTo>
                    <a:pt x="1225727" y="26050"/>
                  </a:lnTo>
                  <a:lnTo>
                    <a:pt x="1260478" y="45719"/>
                  </a:lnTo>
                  <a:lnTo>
                    <a:pt x="1291965" y="70330"/>
                  </a:lnTo>
                  <a:lnTo>
                    <a:pt x="1319505" y="99250"/>
                  </a:lnTo>
                  <a:lnTo>
                    <a:pt x="1342503" y="131885"/>
                  </a:lnTo>
                  <a:lnTo>
                    <a:pt x="1360460" y="167544"/>
                  </a:lnTo>
                  <a:lnTo>
                    <a:pt x="1372989" y="205489"/>
                  </a:lnTo>
                  <a:lnTo>
                    <a:pt x="1379818" y="244887"/>
                  </a:lnTo>
                  <a:lnTo>
                    <a:pt x="1381125" y="271462"/>
                  </a:lnTo>
                  <a:lnTo>
                    <a:pt x="1381043" y="278106"/>
                  </a:lnTo>
                  <a:lnTo>
                    <a:pt x="1377128" y="317847"/>
                  </a:lnTo>
                  <a:lnTo>
                    <a:pt x="1367422" y="356614"/>
                  </a:lnTo>
                  <a:lnTo>
                    <a:pt x="1352139" y="393489"/>
                  </a:lnTo>
                  <a:lnTo>
                    <a:pt x="1331604" y="427761"/>
                  </a:lnTo>
                  <a:lnTo>
                    <a:pt x="1306269" y="458622"/>
                  </a:lnTo>
                  <a:lnTo>
                    <a:pt x="1276673" y="485457"/>
                  </a:lnTo>
                  <a:lnTo>
                    <a:pt x="1243467" y="507612"/>
                  </a:lnTo>
                  <a:lnTo>
                    <a:pt x="1207358" y="524739"/>
                  </a:lnTo>
                  <a:lnTo>
                    <a:pt x="1169141" y="536312"/>
                  </a:lnTo>
                  <a:lnTo>
                    <a:pt x="1129630" y="542161"/>
                  </a:lnTo>
                  <a:lnTo>
                    <a:pt x="1109662" y="542925"/>
                  </a:lnTo>
                  <a:lnTo>
                    <a:pt x="271462" y="542925"/>
                  </a:lnTo>
                  <a:lnTo>
                    <a:pt x="231630" y="539960"/>
                  </a:lnTo>
                  <a:lnTo>
                    <a:pt x="192661" y="531209"/>
                  </a:lnTo>
                  <a:lnTo>
                    <a:pt x="155397" y="516826"/>
                  </a:lnTo>
                  <a:lnTo>
                    <a:pt x="120645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6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349875" y="6892925"/>
            <a:ext cx="1013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Compass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359900" y="2178050"/>
            <a:ext cx="1808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85" dirty="0">
                <a:solidFill>
                  <a:srgbClr val="8A857C"/>
                </a:solidFill>
                <a:latin typeface="Courier New"/>
                <a:cs typeface="Courier New"/>
              </a:rPr>
              <a:t>KONŠTRUKCIE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9372600" y="2657475"/>
            <a:ext cx="1390650" cy="552450"/>
            <a:chOff x="9372600" y="2657475"/>
            <a:chExt cx="1390650" cy="552450"/>
          </a:xfrm>
        </p:grpSpPr>
        <p:sp>
          <p:nvSpPr>
            <p:cNvPr id="68" name="object 68"/>
            <p:cNvSpPr/>
            <p:nvPr/>
          </p:nvSpPr>
          <p:spPr>
            <a:xfrm>
              <a:off x="9377362" y="2662237"/>
              <a:ext cx="1381125" cy="542925"/>
            </a:xfrm>
            <a:custGeom>
              <a:avLst/>
              <a:gdLst/>
              <a:ahLst/>
              <a:cxnLst/>
              <a:rect l="l" t="t" r="r" b="b"/>
              <a:pathLst>
                <a:path w="1381125" h="542925">
                  <a:moveTo>
                    <a:pt x="1116326" y="87"/>
                  </a:moveTo>
                  <a:lnTo>
                    <a:pt x="271462" y="0"/>
                  </a:lnTo>
                  <a:lnTo>
                    <a:pt x="231630" y="2943"/>
                  </a:lnTo>
                  <a:lnTo>
                    <a:pt x="192660" y="11691"/>
                  </a:lnTo>
                  <a:lnTo>
                    <a:pt x="155396" y="26060"/>
                  </a:lnTo>
                  <a:lnTo>
                    <a:pt x="120644" y="45755"/>
                  </a:lnTo>
                  <a:lnTo>
                    <a:pt x="89158" y="70332"/>
                  </a:lnTo>
                  <a:lnTo>
                    <a:pt x="61619" y="99249"/>
                  </a:lnTo>
                  <a:lnTo>
                    <a:pt x="38619" y="131893"/>
                  </a:lnTo>
                  <a:lnTo>
                    <a:pt x="20662" y="167561"/>
                  </a:lnTo>
                  <a:lnTo>
                    <a:pt x="8134" y="205496"/>
                  </a:lnTo>
                  <a:lnTo>
                    <a:pt x="1306" y="244850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0"/>
                  </a:lnTo>
                  <a:lnTo>
                    <a:pt x="13701" y="356603"/>
                  </a:lnTo>
                  <a:lnTo>
                    <a:pt x="28983" y="393501"/>
                  </a:lnTo>
                  <a:lnTo>
                    <a:pt x="49518" y="427765"/>
                  </a:lnTo>
                  <a:lnTo>
                    <a:pt x="74854" y="458647"/>
                  </a:lnTo>
                  <a:lnTo>
                    <a:pt x="104450" y="485464"/>
                  </a:lnTo>
                  <a:lnTo>
                    <a:pt x="137656" y="507650"/>
                  </a:lnTo>
                  <a:lnTo>
                    <a:pt x="173764" y="524723"/>
                  </a:lnTo>
                  <a:lnTo>
                    <a:pt x="211981" y="536323"/>
                  </a:lnTo>
                  <a:lnTo>
                    <a:pt x="251494" y="542191"/>
                  </a:lnTo>
                  <a:lnTo>
                    <a:pt x="1116326" y="542843"/>
                  </a:lnTo>
                  <a:lnTo>
                    <a:pt x="1129630" y="542191"/>
                  </a:lnTo>
                  <a:lnTo>
                    <a:pt x="1169142" y="536323"/>
                  </a:lnTo>
                  <a:lnTo>
                    <a:pt x="1207357" y="524723"/>
                  </a:lnTo>
                  <a:lnTo>
                    <a:pt x="1243467" y="507650"/>
                  </a:lnTo>
                  <a:lnTo>
                    <a:pt x="1276672" y="485464"/>
                  </a:lnTo>
                  <a:lnTo>
                    <a:pt x="1306268" y="458647"/>
                  </a:lnTo>
                  <a:lnTo>
                    <a:pt x="1331603" y="427765"/>
                  </a:lnTo>
                  <a:lnTo>
                    <a:pt x="1352140" y="393501"/>
                  </a:lnTo>
                  <a:lnTo>
                    <a:pt x="1367422" y="356603"/>
                  </a:lnTo>
                  <a:lnTo>
                    <a:pt x="1377127" y="317860"/>
                  </a:lnTo>
                  <a:lnTo>
                    <a:pt x="1381043" y="278128"/>
                  </a:lnTo>
                  <a:lnTo>
                    <a:pt x="1381043" y="264796"/>
                  </a:lnTo>
                  <a:lnTo>
                    <a:pt x="1380388" y="251490"/>
                  </a:lnTo>
                  <a:lnTo>
                    <a:pt x="1374527" y="211979"/>
                  </a:lnTo>
                  <a:lnTo>
                    <a:pt x="1362934" y="173749"/>
                  </a:lnTo>
                  <a:lnTo>
                    <a:pt x="1345856" y="137656"/>
                  </a:lnTo>
                  <a:lnTo>
                    <a:pt x="1323670" y="104452"/>
                  </a:lnTo>
                  <a:lnTo>
                    <a:pt x="1296844" y="74862"/>
                  </a:lnTo>
                  <a:lnTo>
                    <a:pt x="1265974" y="49526"/>
                  </a:lnTo>
                  <a:lnTo>
                    <a:pt x="1231713" y="28989"/>
                  </a:lnTo>
                  <a:lnTo>
                    <a:pt x="1194817" y="13706"/>
                  </a:lnTo>
                  <a:lnTo>
                    <a:pt x="1156070" y="4000"/>
                  </a:lnTo>
                  <a:lnTo>
                    <a:pt x="1116326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377362" y="2662237"/>
              <a:ext cx="1381125" cy="542925"/>
            </a:xfrm>
            <a:custGeom>
              <a:avLst/>
              <a:gdLst/>
              <a:ahLst/>
              <a:cxnLst/>
              <a:rect l="l" t="t" r="r" b="b"/>
              <a:pathLst>
                <a:path w="1381125" h="542925">
                  <a:moveTo>
                    <a:pt x="0" y="271462"/>
                  </a:moveTo>
                  <a:lnTo>
                    <a:pt x="2938" y="231659"/>
                  </a:lnTo>
                  <a:lnTo>
                    <a:pt x="11688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659"/>
                  </a:lnTo>
                  <a:lnTo>
                    <a:pt x="167573" y="20669"/>
                  </a:lnTo>
                  <a:lnTo>
                    <a:pt x="205500" y="8155"/>
                  </a:lnTo>
                  <a:lnTo>
                    <a:pt x="244849" y="1314"/>
                  </a:lnTo>
                  <a:lnTo>
                    <a:pt x="271462" y="0"/>
                  </a:lnTo>
                  <a:lnTo>
                    <a:pt x="1109662" y="0"/>
                  </a:lnTo>
                  <a:lnTo>
                    <a:pt x="1149494" y="2947"/>
                  </a:lnTo>
                  <a:lnTo>
                    <a:pt x="1188462" y="11715"/>
                  </a:lnTo>
                  <a:lnTo>
                    <a:pt x="1225729" y="26098"/>
                  </a:lnTo>
                  <a:lnTo>
                    <a:pt x="1260481" y="45719"/>
                  </a:lnTo>
                  <a:lnTo>
                    <a:pt x="1291963" y="70330"/>
                  </a:lnTo>
                  <a:lnTo>
                    <a:pt x="1319507" y="99250"/>
                  </a:lnTo>
                  <a:lnTo>
                    <a:pt x="1342503" y="131897"/>
                  </a:lnTo>
                  <a:lnTo>
                    <a:pt x="1360455" y="167544"/>
                  </a:lnTo>
                  <a:lnTo>
                    <a:pt x="1372989" y="205489"/>
                  </a:lnTo>
                  <a:lnTo>
                    <a:pt x="1379820" y="244887"/>
                  </a:lnTo>
                  <a:lnTo>
                    <a:pt x="1381125" y="271462"/>
                  </a:lnTo>
                  <a:lnTo>
                    <a:pt x="1381042" y="278119"/>
                  </a:lnTo>
                  <a:lnTo>
                    <a:pt x="1377125" y="317847"/>
                  </a:lnTo>
                  <a:lnTo>
                    <a:pt x="1367424" y="356614"/>
                  </a:lnTo>
                  <a:lnTo>
                    <a:pt x="1352141" y="393489"/>
                  </a:lnTo>
                  <a:lnTo>
                    <a:pt x="1331604" y="427761"/>
                  </a:lnTo>
                  <a:lnTo>
                    <a:pt x="1306269" y="458622"/>
                  </a:lnTo>
                  <a:lnTo>
                    <a:pt x="1276673" y="485457"/>
                  </a:lnTo>
                  <a:lnTo>
                    <a:pt x="1243468" y="507612"/>
                  </a:lnTo>
                  <a:lnTo>
                    <a:pt x="1207355" y="524739"/>
                  </a:lnTo>
                  <a:lnTo>
                    <a:pt x="1169143" y="536312"/>
                  </a:lnTo>
                  <a:lnTo>
                    <a:pt x="1129633" y="542161"/>
                  </a:lnTo>
                  <a:lnTo>
                    <a:pt x="1109662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4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7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559925" y="2778125"/>
            <a:ext cx="1013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Polygon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9372600" y="3343275"/>
            <a:ext cx="2524125" cy="552450"/>
            <a:chOff x="9372600" y="3343275"/>
            <a:chExt cx="2524125" cy="552450"/>
          </a:xfrm>
        </p:grpSpPr>
        <p:sp>
          <p:nvSpPr>
            <p:cNvPr id="72" name="object 72"/>
            <p:cNvSpPr/>
            <p:nvPr/>
          </p:nvSpPr>
          <p:spPr>
            <a:xfrm>
              <a:off x="9377362" y="3348037"/>
              <a:ext cx="2514600" cy="542925"/>
            </a:xfrm>
            <a:custGeom>
              <a:avLst/>
              <a:gdLst/>
              <a:ahLst/>
              <a:cxnLst/>
              <a:rect l="l" t="t" r="r" b="b"/>
              <a:pathLst>
                <a:path w="2514600" h="542925">
                  <a:moveTo>
                    <a:pt x="2249801" y="87"/>
                  </a:moveTo>
                  <a:lnTo>
                    <a:pt x="271462" y="0"/>
                  </a:lnTo>
                  <a:lnTo>
                    <a:pt x="231630" y="2942"/>
                  </a:lnTo>
                  <a:lnTo>
                    <a:pt x="192660" y="11682"/>
                  </a:lnTo>
                  <a:lnTo>
                    <a:pt x="155396" y="26057"/>
                  </a:lnTo>
                  <a:lnTo>
                    <a:pt x="120644" y="45736"/>
                  </a:lnTo>
                  <a:lnTo>
                    <a:pt x="89158" y="70314"/>
                  </a:lnTo>
                  <a:lnTo>
                    <a:pt x="61619" y="99240"/>
                  </a:lnTo>
                  <a:lnTo>
                    <a:pt x="38619" y="131884"/>
                  </a:lnTo>
                  <a:lnTo>
                    <a:pt x="20662" y="167561"/>
                  </a:lnTo>
                  <a:lnTo>
                    <a:pt x="8134" y="205485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31"/>
                  </a:lnTo>
                  <a:lnTo>
                    <a:pt x="3995" y="317868"/>
                  </a:lnTo>
                  <a:lnTo>
                    <a:pt x="13701" y="356611"/>
                  </a:lnTo>
                  <a:lnTo>
                    <a:pt x="28983" y="393505"/>
                  </a:lnTo>
                  <a:lnTo>
                    <a:pt x="49518" y="427768"/>
                  </a:lnTo>
                  <a:lnTo>
                    <a:pt x="74854" y="458647"/>
                  </a:lnTo>
                  <a:lnTo>
                    <a:pt x="104450" y="485477"/>
                  </a:lnTo>
                  <a:lnTo>
                    <a:pt x="137656" y="507650"/>
                  </a:lnTo>
                  <a:lnTo>
                    <a:pt x="173764" y="524728"/>
                  </a:lnTo>
                  <a:lnTo>
                    <a:pt x="211981" y="536328"/>
                  </a:lnTo>
                  <a:lnTo>
                    <a:pt x="251494" y="542187"/>
                  </a:lnTo>
                  <a:lnTo>
                    <a:pt x="264798" y="542843"/>
                  </a:lnTo>
                  <a:lnTo>
                    <a:pt x="2249801" y="542843"/>
                  </a:lnTo>
                  <a:lnTo>
                    <a:pt x="2289544" y="538929"/>
                  </a:lnTo>
                  <a:lnTo>
                    <a:pt x="2328291" y="529225"/>
                  </a:lnTo>
                  <a:lnTo>
                    <a:pt x="2365187" y="513932"/>
                  </a:lnTo>
                  <a:lnTo>
                    <a:pt x="2399448" y="493405"/>
                  </a:lnTo>
                  <a:lnTo>
                    <a:pt x="2430319" y="468073"/>
                  </a:lnTo>
                  <a:lnTo>
                    <a:pt x="2457143" y="438471"/>
                  </a:lnTo>
                  <a:lnTo>
                    <a:pt x="2479331" y="405265"/>
                  </a:lnTo>
                  <a:lnTo>
                    <a:pt x="2496409" y="369148"/>
                  </a:lnTo>
                  <a:lnTo>
                    <a:pt x="2508002" y="330934"/>
                  </a:lnTo>
                  <a:lnTo>
                    <a:pt x="2513864" y="291436"/>
                  </a:lnTo>
                  <a:lnTo>
                    <a:pt x="2514518" y="278131"/>
                  </a:lnTo>
                  <a:lnTo>
                    <a:pt x="2514518" y="264798"/>
                  </a:lnTo>
                  <a:lnTo>
                    <a:pt x="2510603" y="225045"/>
                  </a:lnTo>
                  <a:lnTo>
                    <a:pt x="2500897" y="186293"/>
                  </a:lnTo>
                  <a:lnTo>
                    <a:pt x="2485614" y="149399"/>
                  </a:lnTo>
                  <a:lnTo>
                    <a:pt x="2465078" y="115138"/>
                  </a:lnTo>
                  <a:lnTo>
                    <a:pt x="2439743" y="84268"/>
                  </a:lnTo>
                  <a:lnTo>
                    <a:pt x="2410147" y="57451"/>
                  </a:lnTo>
                  <a:lnTo>
                    <a:pt x="2376940" y="35259"/>
                  </a:lnTo>
                  <a:lnTo>
                    <a:pt x="2340832" y="18179"/>
                  </a:lnTo>
                  <a:lnTo>
                    <a:pt x="2302617" y="6592"/>
                  </a:lnTo>
                  <a:lnTo>
                    <a:pt x="2263105" y="743"/>
                  </a:lnTo>
                  <a:lnTo>
                    <a:pt x="2249801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9377362" y="3348037"/>
              <a:ext cx="2514600" cy="542925"/>
            </a:xfrm>
            <a:custGeom>
              <a:avLst/>
              <a:gdLst/>
              <a:ahLst/>
              <a:cxnLst/>
              <a:rect l="l" t="t" r="r" b="b"/>
              <a:pathLst>
                <a:path w="2514600" h="542925">
                  <a:moveTo>
                    <a:pt x="0" y="271462"/>
                  </a:moveTo>
                  <a:lnTo>
                    <a:pt x="2938" y="231624"/>
                  </a:lnTo>
                  <a:lnTo>
                    <a:pt x="11688" y="192690"/>
                  </a:lnTo>
                  <a:lnTo>
                    <a:pt x="26062" y="155388"/>
                  </a:lnTo>
                  <a:lnTo>
                    <a:pt x="45748" y="120586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576"/>
                  </a:lnTo>
                  <a:lnTo>
                    <a:pt x="167573" y="20669"/>
                  </a:lnTo>
                  <a:lnTo>
                    <a:pt x="205500" y="8155"/>
                  </a:lnTo>
                  <a:lnTo>
                    <a:pt x="244849" y="1333"/>
                  </a:lnTo>
                  <a:lnTo>
                    <a:pt x="271462" y="0"/>
                  </a:lnTo>
                  <a:lnTo>
                    <a:pt x="2243137" y="0"/>
                  </a:lnTo>
                  <a:lnTo>
                    <a:pt x="2282972" y="2964"/>
                  </a:lnTo>
                  <a:lnTo>
                    <a:pt x="2321937" y="11715"/>
                  </a:lnTo>
                  <a:lnTo>
                    <a:pt x="2359204" y="26050"/>
                  </a:lnTo>
                  <a:lnTo>
                    <a:pt x="2393956" y="45719"/>
                  </a:lnTo>
                  <a:lnTo>
                    <a:pt x="2425438" y="70330"/>
                  </a:lnTo>
                  <a:lnTo>
                    <a:pt x="2452982" y="99250"/>
                  </a:lnTo>
                  <a:lnTo>
                    <a:pt x="2475978" y="131885"/>
                  </a:lnTo>
                  <a:lnTo>
                    <a:pt x="2493930" y="167544"/>
                  </a:lnTo>
                  <a:lnTo>
                    <a:pt x="2506464" y="205489"/>
                  </a:lnTo>
                  <a:lnTo>
                    <a:pt x="2513295" y="244887"/>
                  </a:lnTo>
                  <a:lnTo>
                    <a:pt x="2514600" y="271462"/>
                  </a:lnTo>
                  <a:lnTo>
                    <a:pt x="2514517" y="278119"/>
                  </a:lnTo>
                  <a:lnTo>
                    <a:pt x="2510604" y="317847"/>
                  </a:lnTo>
                  <a:lnTo>
                    <a:pt x="2500899" y="356614"/>
                  </a:lnTo>
                  <a:lnTo>
                    <a:pt x="2485616" y="393489"/>
                  </a:lnTo>
                  <a:lnTo>
                    <a:pt x="2465079" y="427761"/>
                  </a:lnTo>
                  <a:lnTo>
                    <a:pt x="2439744" y="458622"/>
                  </a:lnTo>
                  <a:lnTo>
                    <a:pt x="2410148" y="485457"/>
                  </a:lnTo>
                  <a:lnTo>
                    <a:pt x="2376943" y="507612"/>
                  </a:lnTo>
                  <a:lnTo>
                    <a:pt x="2340830" y="524739"/>
                  </a:lnTo>
                  <a:lnTo>
                    <a:pt x="2302618" y="536312"/>
                  </a:lnTo>
                  <a:lnTo>
                    <a:pt x="2263104" y="542161"/>
                  </a:lnTo>
                  <a:lnTo>
                    <a:pt x="2243137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4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7" y="298037"/>
                  </a:lnTo>
                  <a:lnTo>
                    <a:pt x="0" y="271462"/>
                  </a:lnTo>
                  <a:close/>
                </a:path>
              </a:pathLst>
            </a:custGeom>
            <a:ln w="9524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9559925" y="3463925"/>
            <a:ext cx="2146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Regular</a:t>
            </a:r>
            <a:r>
              <a:rPr sz="1800" spc="280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polygon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9372600" y="4029075"/>
            <a:ext cx="2238375" cy="552450"/>
            <a:chOff x="9372600" y="4029075"/>
            <a:chExt cx="2238375" cy="552450"/>
          </a:xfrm>
        </p:grpSpPr>
        <p:sp>
          <p:nvSpPr>
            <p:cNvPr id="76" name="object 76"/>
            <p:cNvSpPr/>
            <p:nvPr/>
          </p:nvSpPr>
          <p:spPr>
            <a:xfrm>
              <a:off x="9377362" y="4033837"/>
              <a:ext cx="2228850" cy="542925"/>
            </a:xfrm>
            <a:custGeom>
              <a:avLst/>
              <a:gdLst/>
              <a:ahLst/>
              <a:cxnLst/>
              <a:rect l="l" t="t" r="r" b="b"/>
              <a:pathLst>
                <a:path w="2228850" h="542925">
                  <a:moveTo>
                    <a:pt x="1964051" y="87"/>
                  </a:moveTo>
                  <a:lnTo>
                    <a:pt x="271462" y="0"/>
                  </a:lnTo>
                  <a:lnTo>
                    <a:pt x="231630" y="2935"/>
                  </a:lnTo>
                  <a:lnTo>
                    <a:pt x="192660" y="11691"/>
                  </a:lnTo>
                  <a:lnTo>
                    <a:pt x="155396" y="26055"/>
                  </a:lnTo>
                  <a:lnTo>
                    <a:pt x="120644" y="45736"/>
                  </a:lnTo>
                  <a:lnTo>
                    <a:pt x="89158" y="70321"/>
                  </a:lnTo>
                  <a:lnTo>
                    <a:pt x="61619" y="99240"/>
                  </a:lnTo>
                  <a:lnTo>
                    <a:pt x="38619" y="131889"/>
                  </a:lnTo>
                  <a:lnTo>
                    <a:pt x="20662" y="167561"/>
                  </a:lnTo>
                  <a:lnTo>
                    <a:pt x="8134" y="205496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8"/>
                  </a:lnTo>
                  <a:lnTo>
                    <a:pt x="13701" y="356603"/>
                  </a:lnTo>
                  <a:lnTo>
                    <a:pt x="28983" y="393510"/>
                  </a:lnTo>
                  <a:lnTo>
                    <a:pt x="49518" y="427774"/>
                  </a:lnTo>
                  <a:lnTo>
                    <a:pt x="74854" y="458647"/>
                  </a:lnTo>
                  <a:lnTo>
                    <a:pt x="104450" y="485462"/>
                  </a:lnTo>
                  <a:lnTo>
                    <a:pt x="137656" y="507653"/>
                  </a:lnTo>
                  <a:lnTo>
                    <a:pt x="173764" y="524733"/>
                  </a:lnTo>
                  <a:lnTo>
                    <a:pt x="211981" y="536319"/>
                  </a:lnTo>
                  <a:lnTo>
                    <a:pt x="251494" y="542191"/>
                  </a:lnTo>
                  <a:lnTo>
                    <a:pt x="264798" y="542843"/>
                  </a:lnTo>
                  <a:lnTo>
                    <a:pt x="1964051" y="542843"/>
                  </a:lnTo>
                  <a:lnTo>
                    <a:pt x="2003795" y="538921"/>
                  </a:lnTo>
                  <a:lnTo>
                    <a:pt x="2042542" y="529222"/>
                  </a:lnTo>
                  <a:lnTo>
                    <a:pt x="2079437" y="513942"/>
                  </a:lnTo>
                  <a:lnTo>
                    <a:pt x="2113698" y="493391"/>
                  </a:lnTo>
                  <a:lnTo>
                    <a:pt x="2144569" y="468068"/>
                  </a:lnTo>
                  <a:lnTo>
                    <a:pt x="2171394" y="438476"/>
                  </a:lnTo>
                  <a:lnTo>
                    <a:pt x="2193580" y="405263"/>
                  </a:lnTo>
                  <a:lnTo>
                    <a:pt x="2210659" y="369148"/>
                  </a:lnTo>
                  <a:lnTo>
                    <a:pt x="2222252" y="330934"/>
                  </a:lnTo>
                  <a:lnTo>
                    <a:pt x="2228115" y="291434"/>
                  </a:lnTo>
                  <a:lnTo>
                    <a:pt x="2228768" y="278128"/>
                  </a:lnTo>
                  <a:lnTo>
                    <a:pt x="2228768" y="264801"/>
                  </a:lnTo>
                  <a:lnTo>
                    <a:pt x="2224853" y="225054"/>
                  </a:lnTo>
                  <a:lnTo>
                    <a:pt x="2215147" y="186293"/>
                  </a:lnTo>
                  <a:lnTo>
                    <a:pt x="2199863" y="149403"/>
                  </a:lnTo>
                  <a:lnTo>
                    <a:pt x="2179328" y="115147"/>
                  </a:lnTo>
                  <a:lnTo>
                    <a:pt x="2153993" y="84277"/>
                  </a:lnTo>
                  <a:lnTo>
                    <a:pt x="2124397" y="57454"/>
                  </a:lnTo>
                  <a:lnTo>
                    <a:pt x="2091191" y="35268"/>
                  </a:lnTo>
                  <a:lnTo>
                    <a:pt x="2055082" y="18180"/>
                  </a:lnTo>
                  <a:lnTo>
                    <a:pt x="2016867" y="6593"/>
                  </a:lnTo>
                  <a:lnTo>
                    <a:pt x="1977355" y="743"/>
                  </a:lnTo>
                  <a:lnTo>
                    <a:pt x="1964051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9377362" y="4033837"/>
              <a:ext cx="2228850" cy="542925"/>
            </a:xfrm>
            <a:custGeom>
              <a:avLst/>
              <a:gdLst/>
              <a:ahLst/>
              <a:cxnLst/>
              <a:rect l="l" t="t" r="r" b="b"/>
              <a:pathLst>
                <a:path w="2228850" h="542925">
                  <a:moveTo>
                    <a:pt x="0" y="271462"/>
                  </a:moveTo>
                  <a:lnTo>
                    <a:pt x="2938" y="231659"/>
                  </a:lnTo>
                  <a:lnTo>
                    <a:pt x="11688" y="192690"/>
                  </a:lnTo>
                  <a:lnTo>
                    <a:pt x="26062" y="155388"/>
                  </a:lnTo>
                  <a:lnTo>
                    <a:pt x="45748" y="120586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623"/>
                  </a:lnTo>
                  <a:lnTo>
                    <a:pt x="167573" y="20669"/>
                  </a:lnTo>
                  <a:lnTo>
                    <a:pt x="205500" y="8155"/>
                  </a:lnTo>
                  <a:lnTo>
                    <a:pt x="244849" y="1333"/>
                  </a:lnTo>
                  <a:lnTo>
                    <a:pt x="271462" y="0"/>
                  </a:lnTo>
                  <a:lnTo>
                    <a:pt x="1957387" y="0"/>
                  </a:lnTo>
                  <a:lnTo>
                    <a:pt x="1997223" y="2964"/>
                  </a:lnTo>
                  <a:lnTo>
                    <a:pt x="2036187" y="11715"/>
                  </a:lnTo>
                  <a:lnTo>
                    <a:pt x="2073454" y="26062"/>
                  </a:lnTo>
                  <a:lnTo>
                    <a:pt x="2108206" y="45719"/>
                  </a:lnTo>
                  <a:lnTo>
                    <a:pt x="2139688" y="70330"/>
                  </a:lnTo>
                  <a:lnTo>
                    <a:pt x="2167232" y="99250"/>
                  </a:lnTo>
                  <a:lnTo>
                    <a:pt x="2190228" y="131885"/>
                  </a:lnTo>
                  <a:lnTo>
                    <a:pt x="2208180" y="167544"/>
                  </a:lnTo>
                  <a:lnTo>
                    <a:pt x="2220714" y="205489"/>
                  </a:lnTo>
                  <a:lnTo>
                    <a:pt x="2227545" y="244887"/>
                  </a:lnTo>
                  <a:lnTo>
                    <a:pt x="2228850" y="271462"/>
                  </a:lnTo>
                  <a:lnTo>
                    <a:pt x="2228767" y="278119"/>
                  </a:lnTo>
                  <a:lnTo>
                    <a:pt x="2224854" y="317847"/>
                  </a:lnTo>
                  <a:lnTo>
                    <a:pt x="2215149" y="356614"/>
                  </a:lnTo>
                  <a:lnTo>
                    <a:pt x="2199866" y="393489"/>
                  </a:lnTo>
                  <a:lnTo>
                    <a:pt x="2179329" y="427761"/>
                  </a:lnTo>
                  <a:lnTo>
                    <a:pt x="2153994" y="458622"/>
                  </a:lnTo>
                  <a:lnTo>
                    <a:pt x="2124398" y="485457"/>
                  </a:lnTo>
                  <a:lnTo>
                    <a:pt x="2091193" y="507612"/>
                  </a:lnTo>
                  <a:lnTo>
                    <a:pt x="2055080" y="524739"/>
                  </a:lnTo>
                  <a:lnTo>
                    <a:pt x="2016868" y="536312"/>
                  </a:lnTo>
                  <a:lnTo>
                    <a:pt x="1977358" y="542161"/>
                  </a:lnTo>
                  <a:lnTo>
                    <a:pt x="1957387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62"/>
                  </a:lnTo>
                  <a:lnTo>
                    <a:pt x="120644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7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9559925" y="4149725"/>
            <a:ext cx="1863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Perpendicular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9372600" y="4714875"/>
            <a:ext cx="1533525" cy="552450"/>
            <a:chOff x="9372600" y="4714875"/>
            <a:chExt cx="1533525" cy="552450"/>
          </a:xfrm>
        </p:grpSpPr>
        <p:sp>
          <p:nvSpPr>
            <p:cNvPr id="80" name="object 80"/>
            <p:cNvSpPr/>
            <p:nvPr/>
          </p:nvSpPr>
          <p:spPr>
            <a:xfrm>
              <a:off x="9377362" y="4719637"/>
              <a:ext cx="1524000" cy="542925"/>
            </a:xfrm>
            <a:custGeom>
              <a:avLst/>
              <a:gdLst/>
              <a:ahLst/>
              <a:cxnLst/>
              <a:rect l="l" t="t" r="r" b="b"/>
              <a:pathLst>
                <a:path w="1524000" h="542925">
                  <a:moveTo>
                    <a:pt x="1259201" y="82"/>
                  </a:moveTo>
                  <a:lnTo>
                    <a:pt x="271462" y="0"/>
                  </a:lnTo>
                  <a:lnTo>
                    <a:pt x="231630" y="2944"/>
                  </a:lnTo>
                  <a:lnTo>
                    <a:pt x="192660" y="11682"/>
                  </a:lnTo>
                  <a:lnTo>
                    <a:pt x="155396" y="26050"/>
                  </a:lnTo>
                  <a:lnTo>
                    <a:pt x="120644" y="45736"/>
                  </a:lnTo>
                  <a:lnTo>
                    <a:pt x="89158" y="70321"/>
                  </a:lnTo>
                  <a:lnTo>
                    <a:pt x="61619" y="99249"/>
                  </a:lnTo>
                  <a:lnTo>
                    <a:pt x="38619" y="131893"/>
                  </a:lnTo>
                  <a:lnTo>
                    <a:pt x="20662" y="167561"/>
                  </a:lnTo>
                  <a:lnTo>
                    <a:pt x="8134" y="205493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6"/>
                  </a:lnTo>
                  <a:lnTo>
                    <a:pt x="3995" y="317859"/>
                  </a:lnTo>
                  <a:lnTo>
                    <a:pt x="13701" y="356606"/>
                  </a:lnTo>
                  <a:lnTo>
                    <a:pt x="28983" y="393501"/>
                  </a:lnTo>
                  <a:lnTo>
                    <a:pt x="49518" y="427751"/>
                  </a:lnTo>
                  <a:lnTo>
                    <a:pt x="74854" y="458637"/>
                  </a:lnTo>
                  <a:lnTo>
                    <a:pt x="104450" y="485462"/>
                  </a:lnTo>
                  <a:lnTo>
                    <a:pt x="137656" y="507641"/>
                  </a:lnTo>
                  <a:lnTo>
                    <a:pt x="173764" y="524728"/>
                  </a:lnTo>
                  <a:lnTo>
                    <a:pt x="211981" y="536319"/>
                  </a:lnTo>
                  <a:lnTo>
                    <a:pt x="251494" y="542187"/>
                  </a:lnTo>
                  <a:lnTo>
                    <a:pt x="264798" y="542843"/>
                  </a:lnTo>
                  <a:lnTo>
                    <a:pt x="1259201" y="542843"/>
                  </a:lnTo>
                  <a:lnTo>
                    <a:pt x="1298945" y="538920"/>
                  </a:lnTo>
                  <a:lnTo>
                    <a:pt x="1337691" y="529213"/>
                  </a:lnTo>
                  <a:lnTo>
                    <a:pt x="1374587" y="513923"/>
                  </a:lnTo>
                  <a:lnTo>
                    <a:pt x="1408848" y="493391"/>
                  </a:lnTo>
                  <a:lnTo>
                    <a:pt x="1439719" y="468058"/>
                  </a:lnTo>
                  <a:lnTo>
                    <a:pt x="1466543" y="438461"/>
                  </a:lnTo>
                  <a:lnTo>
                    <a:pt x="1488731" y="405256"/>
                  </a:lnTo>
                  <a:lnTo>
                    <a:pt x="1505809" y="369139"/>
                  </a:lnTo>
                  <a:lnTo>
                    <a:pt x="1517402" y="330930"/>
                  </a:lnTo>
                  <a:lnTo>
                    <a:pt x="1523263" y="291427"/>
                  </a:lnTo>
                  <a:lnTo>
                    <a:pt x="1523918" y="264801"/>
                  </a:lnTo>
                  <a:lnTo>
                    <a:pt x="1523263" y="251498"/>
                  </a:lnTo>
                  <a:lnTo>
                    <a:pt x="1517402" y="211974"/>
                  </a:lnTo>
                  <a:lnTo>
                    <a:pt x="1505809" y="173751"/>
                  </a:lnTo>
                  <a:lnTo>
                    <a:pt x="1488731" y="137639"/>
                  </a:lnTo>
                  <a:lnTo>
                    <a:pt x="1466543" y="104442"/>
                  </a:lnTo>
                  <a:lnTo>
                    <a:pt x="1439719" y="74852"/>
                  </a:lnTo>
                  <a:lnTo>
                    <a:pt x="1408848" y="49507"/>
                  </a:lnTo>
                  <a:lnTo>
                    <a:pt x="1374587" y="28972"/>
                  </a:lnTo>
                  <a:lnTo>
                    <a:pt x="1337691" y="13693"/>
                  </a:lnTo>
                  <a:lnTo>
                    <a:pt x="1298945" y="4000"/>
                  </a:lnTo>
                  <a:lnTo>
                    <a:pt x="1259201" y="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377362" y="4719637"/>
              <a:ext cx="1524000" cy="542925"/>
            </a:xfrm>
            <a:custGeom>
              <a:avLst/>
              <a:gdLst/>
              <a:ahLst/>
              <a:cxnLst/>
              <a:rect l="l" t="t" r="r" b="b"/>
              <a:pathLst>
                <a:path w="1524000" h="542925">
                  <a:moveTo>
                    <a:pt x="0" y="271462"/>
                  </a:moveTo>
                  <a:lnTo>
                    <a:pt x="2938" y="231659"/>
                  </a:lnTo>
                  <a:lnTo>
                    <a:pt x="11688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576"/>
                  </a:lnTo>
                  <a:lnTo>
                    <a:pt x="167573" y="20669"/>
                  </a:lnTo>
                  <a:lnTo>
                    <a:pt x="205500" y="8155"/>
                  </a:lnTo>
                  <a:lnTo>
                    <a:pt x="244849" y="1333"/>
                  </a:lnTo>
                  <a:lnTo>
                    <a:pt x="271462" y="0"/>
                  </a:lnTo>
                  <a:lnTo>
                    <a:pt x="1252537" y="0"/>
                  </a:lnTo>
                  <a:lnTo>
                    <a:pt x="1292369" y="2964"/>
                  </a:lnTo>
                  <a:lnTo>
                    <a:pt x="1331337" y="11715"/>
                  </a:lnTo>
                  <a:lnTo>
                    <a:pt x="1368604" y="26050"/>
                  </a:lnTo>
                  <a:lnTo>
                    <a:pt x="1403356" y="45719"/>
                  </a:lnTo>
                  <a:lnTo>
                    <a:pt x="1434842" y="70330"/>
                  </a:lnTo>
                  <a:lnTo>
                    <a:pt x="1462382" y="99250"/>
                  </a:lnTo>
                  <a:lnTo>
                    <a:pt x="1485378" y="131873"/>
                  </a:lnTo>
                  <a:lnTo>
                    <a:pt x="1503330" y="167544"/>
                  </a:lnTo>
                  <a:lnTo>
                    <a:pt x="1515864" y="205489"/>
                  </a:lnTo>
                  <a:lnTo>
                    <a:pt x="1522695" y="244887"/>
                  </a:lnTo>
                  <a:lnTo>
                    <a:pt x="1524000" y="271462"/>
                  </a:lnTo>
                  <a:lnTo>
                    <a:pt x="1523917" y="278106"/>
                  </a:lnTo>
                  <a:lnTo>
                    <a:pt x="1520000" y="317847"/>
                  </a:lnTo>
                  <a:lnTo>
                    <a:pt x="1510299" y="356613"/>
                  </a:lnTo>
                  <a:lnTo>
                    <a:pt x="1495016" y="393488"/>
                  </a:lnTo>
                  <a:lnTo>
                    <a:pt x="1474479" y="427761"/>
                  </a:lnTo>
                  <a:lnTo>
                    <a:pt x="1449143" y="458622"/>
                  </a:lnTo>
                  <a:lnTo>
                    <a:pt x="1419548" y="485457"/>
                  </a:lnTo>
                  <a:lnTo>
                    <a:pt x="1386343" y="507612"/>
                  </a:lnTo>
                  <a:lnTo>
                    <a:pt x="1350230" y="524739"/>
                  </a:lnTo>
                  <a:lnTo>
                    <a:pt x="1312018" y="536312"/>
                  </a:lnTo>
                  <a:lnTo>
                    <a:pt x="1272508" y="542161"/>
                  </a:lnTo>
                  <a:lnTo>
                    <a:pt x="1252537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4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284"/>
                  </a:lnTo>
                  <a:lnTo>
                    <a:pt x="8134" y="337399"/>
                  </a:lnTo>
                  <a:lnTo>
                    <a:pt x="1307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9559925" y="4835525"/>
            <a:ext cx="1155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Parallel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9372600" y="5400675"/>
            <a:ext cx="2381250" cy="552450"/>
            <a:chOff x="9372600" y="5400675"/>
            <a:chExt cx="2381250" cy="552450"/>
          </a:xfrm>
        </p:grpSpPr>
        <p:sp>
          <p:nvSpPr>
            <p:cNvPr id="84" name="object 84"/>
            <p:cNvSpPr/>
            <p:nvPr/>
          </p:nvSpPr>
          <p:spPr>
            <a:xfrm>
              <a:off x="9377362" y="5405437"/>
              <a:ext cx="2371725" cy="542925"/>
            </a:xfrm>
            <a:custGeom>
              <a:avLst/>
              <a:gdLst/>
              <a:ahLst/>
              <a:cxnLst/>
              <a:rect l="l" t="t" r="r" b="b"/>
              <a:pathLst>
                <a:path w="2371725" h="542925">
                  <a:moveTo>
                    <a:pt x="2106926" y="87"/>
                  </a:moveTo>
                  <a:lnTo>
                    <a:pt x="271462" y="0"/>
                  </a:lnTo>
                  <a:lnTo>
                    <a:pt x="231630" y="2943"/>
                  </a:lnTo>
                  <a:lnTo>
                    <a:pt x="192660" y="11691"/>
                  </a:lnTo>
                  <a:lnTo>
                    <a:pt x="155396" y="26046"/>
                  </a:lnTo>
                  <a:lnTo>
                    <a:pt x="120644" y="45736"/>
                  </a:lnTo>
                  <a:lnTo>
                    <a:pt x="89158" y="70321"/>
                  </a:lnTo>
                  <a:lnTo>
                    <a:pt x="61619" y="99240"/>
                  </a:lnTo>
                  <a:lnTo>
                    <a:pt x="38619" y="131893"/>
                  </a:lnTo>
                  <a:lnTo>
                    <a:pt x="20662" y="167561"/>
                  </a:lnTo>
                  <a:lnTo>
                    <a:pt x="8134" y="205501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8"/>
                  </a:lnTo>
                  <a:lnTo>
                    <a:pt x="13701" y="356613"/>
                  </a:lnTo>
                  <a:lnTo>
                    <a:pt x="28983" y="393509"/>
                  </a:lnTo>
                  <a:lnTo>
                    <a:pt x="49518" y="427770"/>
                  </a:lnTo>
                  <a:lnTo>
                    <a:pt x="74854" y="458648"/>
                  </a:lnTo>
                  <a:lnTo>
                    <a:pt x="104450" y="485464"/>
                  </a:lnTo>
                  <a:lnTo>
                    <a:pt x="137656" y="507654"/>
                  </a:lnTo>
                  <a:lnTo>
                    <a:pt x="173764" y="524733"/>
                  </a:lnTo>
                  <a:lnTo>
                    <a:pt x="211981" y="536319"/>
                  </a:lnTo>
                  <a:lnTo>
                    <a:pt x="251494" y="542187"/>
                  </a:lnTo>
                  <a:lnTo>
                    <a:pt x="264798" y="542843"/>
                  </a:lnTo>
                  <a:lnTo>
                    <a:pt x="2106926" y="542843"/>
                  </a:lnTo>
                  <a:lnTo>
                    <a:pt x="2146668" y="538920"/>
                  </a:lnTo>
                  <a:lnTo>
                    <a:pt x="2185416" y="529222"/>
                  </a:lnTo>
                  <a:lnTo>
                    <a:pt x="2222312" y="513942"/>
                  </a:lnTo>
                  <a:lnTo>
                    <a:pt x="2256573" y="493399"/>
                  </a:lnTo>
                  <a:lnTo>
                    <a:pt x="2287444" y="468068"/>
                  </a:lnTo>
                  <a:lnTo>
                    <a:pt x="2314269" y="438478"/>
                  </a:lnTo>
                  <a:lnTo>
                    <a:pt x="2336455" y="405265"/>
                  </a:lnTo>
                  <a:lnTo>
                    <a:pt x="2353534" y="369152"/>
                  </a:lnTo>
                  <a:lnTo>
                    <a:pt x="2365127" y="330934"/>
                  </a:lnTo>
                  <a:lnTo>
                    <a:pt x="2370989" y="291434"/>
                  </a:lnTo>
                  <a:lnTo>
                    <a:pt x="2371643" y="278128"/>
                  </a:lnTo>
                  <a:lnTo>
                    <a:pt x="2371643" y="264798"/>
                  </a:lnTo>
                  <a:lnTo>
                    <a:pt x="2367728" y="225057"/>
                  </a:lnTo>
                  <a:lnTo>
                    <a:pt x="2358022" y="186300"/>
                  </a:lnTo>
                  <a:lnTo>
                    <a:pt x="2342739" y="149403"/>
                  </a:lnTo>
                  <a:lnTo>
                    <a:pt x="2322204" y="115134"/>
                  </a:lnTo>
                  <a:lnTo>
                    <a:pt x="2296868" y="84272"/>
                  </a:lnTo>
                  <a:lnTo>
                    <a:pt x="2267272" y="57454"/>
                  </a:lnTo>
                  <a:lnTo>
                    <a:pt x="2234066" y="35259"/>
                  </a:lnTo>
                  <a:lnTo>
                    <a:pt x="2197957" y="18180"/>
                  </a:lnTo>
                  <a:lnTo>
                    <a:pt x="2159740" y="6601"/>
                  </a:lnTo>
                  <a:lnTo>
                    <a:pt x="2120230" y="743"/>
                  </a:lnTo>
                  <a:lnTo>
                    <a:pt x="2106926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377362" y="5405437"/>
              <a:ext cx="2371725" cy="542925"/>
            </a:xfrm>
            <a:custGeom>
              <a:avLst/>
              <a:gdLst/>
              <a:ahLst/>
              <a:cxnLst/>
              <a:rect l="l" t="t" r="r" b="b"/>
              <a:pathLst>
                <a:path w="2371725" h="542925">
                  <a:moveTo>
                    <a:pt x="0" y="271462"/>
                  </a:moveTo>
                  <a:lnTo>
                    <a:pt x="2938" y="231659"/>
                  </a:lnTo>
                  <a:lnTo>
                    <a:pt x="11688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576"/>
                  </a:lnTo>
                  <a:lnTo>
                    <a:pt x="167573" y="20669"/>
                  </a:lnTo>
                  <a:lnTo>
                    <a:pt x="205500" y="8155"/>
                  </a:lnTo>
                  <a:lnTo>
                    <a:pt x="244849" y="1333"/>
                  </a:lnTo>
                  <a:lnTo>
                    <a:pt x="271462" y="0"/>
                  </a:lnTo>
                  <a:lnTo>
                    <a:pt x="2100262" y="0"/>
                  </a:lnTo>
                  <a:lnTo>
                    <a:pt x="2140093" y="2964"/>
                  </a:lnTo>
                  <a:lnTo>
                    <a:pt x="2179062" y="11715"/>
                  </a:lnTo>
                  <a:lnTo>
                    <a:pt x="2216329" y="26015"/>
                  </a:lnTo>
                  <a:lnTo>
                    <a:pt x="2251081" y="45719"/>
                  </a:lnTo>
                  <a:lnTo>
                    <a:pt x="2282563" y="70330"/>
                  </a:lnTo>
                  <a:lnTo>
                    <a:pt x="2310107" y="99250"/>
                  </a:lnTo>
                  <a:lnTo>
                    <a:pt x="2333103" y="131873"/>
                  </a:lnTo>
                  <a:lnTo>
                    <a:pt x="2351055" y="167544"/>
                  </a:lnTo>
                  <a:lnTo>
                    <a:pt x="2363589" y="205489"/>
                  </a:lnTo>
                  <a:lnTo>
                    <a:pt x="2370420" y="244887"/>
                  </a:lnTo>
                  <a:lnTo>
                    <a:pt x="2371725" y="271462"/>
                  </a:lnTo>
                  <a:lnTo>
                    <a:pt x="2371642" y="278119"/>
                  </a:lnTo>
                  <a:lnTo>
                    <a:pt x="2367729" y="317847"/>
                  </a:lnTo>
                  <a:lnTo>
                    <a:pt x="2358024" y="356614"/>
                  </a:lnTo>
                  <a:lnTo>
                    <a:pt x="2342741" y="393489"/>
                  </a:lnTo>
                  <a:lnTo>
                    <a:pt x="2322204" y="427761"/>
                  </a:lnTo>
                  <a:lnTo>
                    <a:pt x="2296865" y="458622"/>
                  </a:lnTo>
                  <a:lnTo>
                    <a:pt x="2267273" y="485457"/>
                  </a:lnTo>
                  <a:lnTo>
                    <a:pt x="2234068" y="507612"/>
                  </a:lnTo>
                  <a:lnTo>
                    <a:pt x="2197955" y="524739"/>
                  </a:lnTo>
                  <a:lnTo>
                    <a:pt x="2159739" y="536312"/>
                  </a:lnTo>
                  <a:lnTo>
                    <a:pt x="2120229" y="542161"/>
                  </a:lnTo>
                  <a:lnTo>
                    <a:pt x="2100262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62"/>
                  </a:lnTo>
                  <a:lnTo>
                    <a:pt x="120644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7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9559925" y="5521325"/>
            <a:ext cx="2005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Perp.</a:t>
            </a:r>
            <a:r>
              <a:rPr sz="1800" spc="210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bisector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9372600" y="6086475"/>
            <a:ext cx="2381250" cy="552450"/>
            <a:chOff x="9372600" y="6086475"/>
            <a:chExt cx="2381250" cy="552450"/>
          </a:xfrm>
        </p:grpSpPr>
        <p:sp>
          <p:nvSpPr>
            <p:cNvPr id="88" name="object 88"/>
            <p:cNvSpPr/>
            <p:nvPr/>
          </p:nvSpPr>
          <p:spPr>
            <a:xfrm>
              <a:off x="9377362" y="6091237"/>
              <a:ext cx="2371725" cy="542925"/>
            </a:xfrm>
            <a:custGeom>
              <a:avLst/>
              <a:gdLst/>
              <a:ahLst/>
              <a:cxnLst/>
              <a:rect l="l" t="t" r="r" b="b"/>
              <a:pathLst>
                <a:path w="2371725" h="542925">
                  <a:moveTo>
                    <a:pt x="2106926" y="87"/>
                  </a:moveTo>
                  <a:lnTo>
                    <a:pt x="271462" y="0"/>
                  </a:lnTo>
                  <a:lnTo>
                    <a:pt x="231630" y="2943"/>
                  </a:lnTo>
                  <a:lnTo>
                    <a:pt x="192660" y="11682"/>
                  </a:lnTo>
                  <a:lnTo>
                    <a:pt x="155396" y="26060"/>
                  </a:lnTo>
                  <a:lnTo>
                    <a:pt x="120644" y="45745"/>
                  </a:lnTo>
                  <a:lnTo>
                    <a:pt x="89158" y="70323"/>
                  </a:lnTo>
                  <a:lnTo>
                    <a:pt x="61619" y="99249"/>
                  </a:lnTo>
                  <a:lnTo>
                    <a:pt x="38619" y="131893"/>
                  </a:lnTo>
                  <a:lnTo>
                    <a:pt x="20662" y="167571"/>
                  </a:lnTo>
                  <a:lnTo>
                    <a:pt x="8134" y="205501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31"/>
                  </a:lnTo>
                  <a:lnTo>
                    <a:pt x="3995" y="317868"/>
                  </a:lnTo>
                  <a:lnTo>
                    <a:pt x="13701" y="356611"/>
                  </a:lnTo>
                  <a:lnTo>
                    <a:pt x="28983" y="393518"/>
                  </a:lnTo>
                  <a:lnTo>
                    <a:pt x="49518" y="427768"/>
                  </a:lnTo>
                  <a:lnTo>
                    <a:pt x="74854" y="458647"/>
                  </a:lnTo>
                  <a:lnTo>
                    <a:pt x="104450" y="485471"/>
                  </a:lnTo>
                  <a:lnTo>
                    <a:pt x="137656" y="507654"/>
                  </a:lnTo>
                  <a:lnTo>
                    <a:pt x="173764" y="524737"/>
                  </a:lnTo>
                  <a:lnTo>
                    <a:pt x="211981" y="536328"/>
                  </a:lnTo>
                  <a:lnTo>
                    <a:pt x="251494" y="542191"/>
                  </a:lnTo>
                  <a:lnTo>
                    <a:pt x="264798" y="542843"/>
                  </a:lnTo>
                  <a:lnTo>
                    <a:pt x="2106926" y="542843"/>
                  </a:lnTo>
                  <a:lnTo>
                    <a:pt x="2146668" y="538929"/>
                  </a:lnTo>
                  <a:lnTo>
                    <a:pt x="2185416" y="529230"/>
                  </a:lnTo>
                  <a:lnTo>
                    <a:pt x="2222312" y="513934"/>
                  </a:lnTo>
                  <a:lnTo>
                    <a:pt x="2256573" y="493400"/>
                  </a:lnTo>
                  <a:lnTo>
                    <a:pt x="2287444" y="468068"/>
                  </a:lnTo>
                  <a:lnTo>
                    <a:pt x="2314269" y="438471"/>
                  </a:lnTo>
                  <a:lnTo>
                    <a:pt x="2336455" y="405265"/>
                  </a:lnTo>
                  <a:lnTo>
                    <a:pt x="2353534" y="369148"/>
                  </a:lnTo>
                  <a:lnTo>
                    <a:pt x="2365127" y="330940"/>
                  </a:lnTo>
                  <a:lnTo>
                    <a:pt x="2370989" y="291436"/>
                  </a:lnTo>
                  <a:lnTo>
                    <a:pt x="2371643" y="278131"/>
                  </a:lnTo>
                  <a:lnTo>
                    <a:pt x="2371643" y="264798"/>
                  </a:lnTo>
                  <a:lnTo>
                    <a:pt x="2367728" y="225054"/>
                  </a:lnTo>
                  <a:lnTo>
                    <a:pt x="2358022" y="186298"/>
                  </a:lnTo>
                  <a:lnTo>
                    <a:pt x="2342739" y="149405"/>
                  </a:lnTo>
                  <a:lnTo>
                    <a:pt x="2322204" y="115143"/>
                  </a:lnTo>
                  <a:lnTo>
                    <a:pt x="2296868" y="84281"/>
                  </a:lnTo>
                  <a:lnTo>
                    <a:pt x="2267272" y="57455"/>
                  </a:lnTo>
                  <a:lnTo>
                    <a:pt x="2234066" y="35260"/>
                  </a:lnTo>
                  <a:lnTo>
                    <a:pt x="2197957" y="18188"/>
                  </a:lnTo>
                  <a:lnTo>
                    <a:pt x="2159740" y="6592"/>
                  </a:lnTo>
                  <a:lnTo>
                    <a:pt x="2120230" y="747"/>
                  </a:lnTo>
                  <a:lnTo>
                    <a:pt x="2106926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377362" y="6091237"/>
              <a:ext cx="2371725" cy="542925"/>
            </a:xfrm>
            <a:custGeom>
              <a:avLst/>
              <a:gdLst/>
              <a:ahLst/>
              <a:cxnLst/>
              <a:rect l="l" t="t" r="r" b="b"/>
              <a:pathLst>
                <a:path w="2371725" h="542925">
                  <a:moveTo>
                    <a:pt x="0" y="271462"/>
                  </a:moveTo>
                  <a:lnTo>
                    <a:pt x="2938" y="231659"/>
                  </a:lnTo>
                  <a:lnTo>
                    <a:pt x="11688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623"/>
                  </a:lnTo>
                  <a:lnTo>
                    <a:pt x="167573" y="20669"/>
                  </a:lnTo>
                  <a:lnTo>
                    <a:pt x="205500" y="8155"/>
                  </a:lnTo>
                  <a:lnTo>
                    <a:pt x="244849" y="1333"/>
                  </a:lnTo>
                  <a:lnTo>
                    <a:pt x="271462" y="0"/>
                  </a:lnTo>
                  <a:lnTo>
                    <a:pt x="2100262" y="0"/>
                  </a:lnTo>
                  <a:lnTo>
                    <a:pt x="2140093" y="2964"/>
                  </a:lnTo>
                  <a:lnTo>
                    <a:pt x="2179062" y="11715"/>
                  </a:lnTo>
                  <a:lnTo>
                    <a:pt x="2216329" y="26050"/>
                  </a:lnTo>
                  <a:lnTo>
                    <a:pt x="2251081" y="45719"/>
                  </a:lnTo>
                  <a:lnTo>
                    <a:pt x="2282563" y="70330"/>
                  </a:lnTo>
                  <a:lnTo>
                    <a:pt x="2310107" y="99250"/>
                  </a:lnTo>
                  <a:lnTo>
                    <a:pt x="2333103" y="131885"/>
                  </a:lnTo>
                  <a:lnTo>
                    <a:pt x="2351055" y="167544"/>
                  </a:lnTo>
                  <a:lnTo>
                    <a:pt x="2363589" y="205489"/>
                  </a:lnTo>
                  <a:lnTo>
                    <a:pt x="2370420" y="244887"/>
                  </a:lnTo>
                  <a:lnTo>
                    <a:pt x="2371725" y="271462"/>
                  </a:lnTo>
                  <a:lnTo>
                    <a:pt x="2371642" y="278119"/>
                  </a:lnTo>
                  <a:lnTo>
                    <a:pt x="2367729" y="317847"/>
                  </a:lnTo>
                  <a:lnTo>
                    <a:pt x="2358024" y="356614"/>
                  </a:lnTo>
                  <a:lnTo>
                    <a:pt x="2342741" y="393489"/>
                  </a:lnTo>
                  <a:lnTo>
                    <a:pt x="2322204" y="427761"/>
                  </a:lnTo>
                  <a:lnTo>
                    <a:pt x="2296865" y="458622"/>
                  </a:lnTo>
                  <a:lnTo>
                    <a:pt x="2267273" y="485457"/>
                  </a:lnTo>
                  <a:lnTo>
                    <a:pt x="2234068" y="507612"/>
                  </a:lnTo>
                  <a:lnTo>
                    <a:pt x="2197955" y="524739"/>
                  </a:lnTo>
                  <a:lnTo>
                    <a:pt x="2159739" y="536312"/>
                  </a:lnTo>
                  <a:lnTo>
                    <a:pt x="2120229" y="542161"/>
                  </a:lnTo>
                  <a:lnTo>
                    <a:pt x="2100262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62"/>
                  </a:lnTo>
                  <a:lnTo>
                    <a:pt x="120644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39"/>
                  </a:lnTo>
                  <a:lnTo>
                    <a:pt x="20663" y="375380"/>
                  </a:lnTo>
                  <a:lnTo>
                    <a:pt x="8134" y="337435"/>
                  </a:lnTo>
                  <a:lnTo>
                    <a:pt x="1307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9559925" y="6207125"/>
            <a:ext cx="2005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Angle</a:t>
            </a:r>
            <a:r>
              <a:rPr sz="1800" spc="210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bisector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9372600" y="6772275"/>
            <a:ext cx="1533525" cy="552450"/>
            <a:chOff x="9372600" y="6772275"/>
            <a:chExt cx="1533525" cy="552450"/>
          </a:xfrm>
        </p:grpSpPr>
        <p:sp>
          <p:nvSpPr>
            <p:cNvPr id="92" name="object 92"/>
            <p:cNvSpPr/>
            <p:nvPr/>
          </p:nvSpPr>
          <p:spPr>
            <a:xfrm>
              <a:off x="9377362" y="6777037"/>
              <a:ext cx="1524000" cy="542925"/>
            </a:xfrm>
            <a:custGeom>
              <a:avLst/>
              <a:gdLst/>
              <a:ahLst/>
              <a:cxnLst/>
              <a:rect l="l" t="t" r="r" b="b"/>
              <a:pathLst>
                <a:path w="1524000" h="542925">
                  <a:moveTo>
                    <a:pt x="1259201" y="87"/>
                  </a:moveTo>
                  <a:lnTo>
                    <a:pt x="271462" y="0"/>
                  </a:lnTo>
                  <a:lnTo>
                    <a:pt x="231630" y="2937"/>
                  </a:lnTo>
                  <a:lnTo>
                    <a:pt x="192660" y="11691"/>
                  </a:lnTo>
                  <a:lnTo>
                    <a:pt x="155396" y="26051"/>
                  </a:lnTo>
                  <a:lnTo>
                    <a:pt x="120644" y="45736"/>
                  </a:lnTo>
                  <a:lnTo>
                    <a:pt x="89158" y="70321"/>
                  </a:lnTo>
                  <a:lnTo>
                    <a:pt x="61619" y="99240"/>
                  </a:lnTo>
                  <a:lnTo>
                    <a:pt x="38619" y="131893"/>
                  </a:lnTo>
                  <a:lnTo>
                    <a:pt x="20662" y="167561"/>
                  </a:lnTo>
                  <a:lnTo>
                    <a:pt x="8134" y="205491"/>
                  </a:lnTo>
                  <a:lnTo>
                    <a:pt x="1306" y="244850"/>
                  </a:lnTo>
                  <a:lnTo>
                    <a:pt x="0" y="271462"/>
                  </a:lnTo>
                  <a:lnTo>
                    <a:pt x="81" y="278126"/>
                  </a:lnTo>
                  <a:lnTo>
                    <a:pt x="3995" y="317859"/>
                  </a:lnTo>
                  <a:lnTo>
                    <a:pt x="13701" y="356603"/>
                  </a:lnTo>
                  <a:lnTo>
                    <a:pt x="28983" y="393501"/>
                  </a:lnTo>
                  <a:lnTo>
                    <a:pt x="49518" y="427759"/>
                  </a:lnTo>
                  <a:lnTo>
                    <a:pt x="74854" y="458633"/>
                  </a:lnTo>
                  <a:lnTo>
                    <a:pt x="104450" y="485454"/>
                  </a:lnTo>
                  <a:lnTo>
                    <a:pt x="137656" y="507645"/>
                  </a:lnTo>
                  <a:lnTo>
                    <a:pt x="173764" y="524717"/>
                  </a:lnTo>
                  <a:lnTo>
                    <a:pt x="211981" y="536314"/>
                  </a:lnTo>
                  <a:lnTo>
                    <a:pt x="251494" y="542187"/>
                  </a:lnTo>
                  <a:lnTo>
                    <a:pt x="264798" y="542843"/>
                  </a:lnTo>
                  <a:lnTo>
                    <a:pt x="1259201" y="542843"/>
                  </a:lnTo>
                  <a:lnTo>
                    <a:pt x="1298945" y="538921"/>
                  </a:lnTo>
                  <a:lnTo>
                    <a:pt x="1337691" y="529207"/>
                  </a:lnTo>
                  <a:lnTo>
                    <a:pt x="1374587" y="513932"/>
                  </a:lnTo>
                  <a:lnTo>
                    <a:pt x="1408848" y="493390"/>
                  </a:lnTo>
                  <a:lnTo>
                    <a:pt x="1439719" y="468058"/>
                  </a:lnTo>
                  <a:lnTo>
                    <a:pt x="1466543" y="438461"/>
                  </a:lnTo>
                  <a:lnTo>
                    <a:pt x="1488731" y="405255"/>
                  </a:lnTo>
                  <a:lnTo>
                    <a:pt x="1505809" y="369147"/>
                  </a:lnTo>
                  <a:lnTo>
                    <a:pt x="1517402" y="330925"/>
                  </a:lnTo>
                  <a:lnTo>
                    <a:pt x="1523263" y="291427"/>
                  </a:lnTo>
                  <a:lnTo>
                    <a:pt x="1523918" y="264801"/>
                  </a:lnTo>
                  <a:lnTo>
                    <a:pt x="1523263" y="251495"/>
                  </a:lnTo>
                  <a:lnTo>
                    <a:pt x="1517402" y="211971"/>
                  </a:lnTo>
                  <a:lnTo>
                    <a:pt x="1505809" y="173749"/>
                  </a:lnTo>
                  <a:lnTo>
                    <a:pt x="1488731" y="137649"/>
                  </a:lnTo>
                  <a:lnTo>
                    <a:pt x="1466543" y="104442"/>
                  </a:lnTo>
                  <a:lnTo>
                    <a:pt x="1439719" y="74852"/>
                  </a:lnTo>
                  <a:lnTo>
                    <a:pt x="1408848" y="49508"/>
                  </a:lnTo>
                  <a:lnTo>
                    <a:pt x="1374587" y="28972"/>
                  </a:lnTo>
                  <a:lnTo>
                    <a:pt x="1337691" y="13702"/>
                  </a:lnTo>
                  <a:lnTo>
                    <a:pt x="1298945" y="3995"/>
                  </a:lnTo>
                  <a:lnTo>
                    <a:pt x="1259201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377362" y="6777037"/>
              <a:ext cx="1524000" cy="542925"/>
            </a:xfrm>
            <a:custGeom>
              <a:avLst/>
              <a:gdLst/>
              <a:ahLst/>
              <a:cxnLst/>
              <a:rect l="l" t="t" r="r" b="b"/>
              <a:pathLst>
                <a:path w="1524000" h="542925">
                  <a:moveTo>
                    <a:pt x="0" y="271462"/>
                  </a:moveTo>
                  <a:lnTo>
                    <a:pt x="2938" y="231659"/>
                  </a:lnTo>
                  <a:lnTo>
                    <a:pt x="11688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576"/>
                  </a:lnTo>
                  <a:lnTo>
                    <a:pt x="167573" y="20669"/>
                  </a:lnTo>
                  <a:lnTo>
                    <a:pt x="205500" y="8155"/>
                  </a:lnTo>
                  <a:lnTo>
                    <a:pt x="244849" y="1333"/>
                  </a:lnTo>
                  <a:lnTo>
                    <a:pt x="271462" y="0"/>
                  </a:lnTo>
                  <a:lnTo>
                    <a:pt x="1252537" y="0"/>
                  </a:lnTo>
                  <a:lnTo>
                    <a:pt x="1292369" y="2964"/>
                  </a:lnTo>
                  <a:lnTo>
                    <a:pt x="1331337" y="11715"/>
                  </a:lnTo>
                  <a:lnTo>
                    <a:pt x="1368604" y="26050"/>
                  </a:lnTo>
                  <a:lnTo>
                    <a:pt x="1403356" y="45719"/>
                  </a:lnTo>
                  <a:lnTo>
                    <a:pt x="1434842" y="70330"/>
                  </a:lnTo>
                  <a:lnTo>
                    <a:pt x="1462382" y="99250"/>
                  </a:lnTo>
                  <a:lnTo>
                    <a:pt x="1485378" y="131885"/>
                  </a:lnTo>
                  <a:lnTo>
                    <a:pt x="1503330" y="167544"/>
                  </a:lnTo>
                  <a:lnTo>
                    <a:pt x="1515864" y="205489"/>
                  </a:lnTo>
                  <a:lnTo>
                    <a:pt x="1522695" y="244887"/>
                  </a:lnTo>
                  <a:lnTo>
                    <a:pt x="1524000" y="271462"/>
                  </a:lnTo>
                  <a:lnTo>
                    <a:pt x="1523917" y="278106"/>
                  </a:lnTo>
                  <a:lnTo>
                    <a:pt x="1520000" y="317847"/>
                  </a:lnTo>
                  <a:lnTo>
                    <a:pt x="1510299" y="356614"/>
                  </a:lnTo>
                  <a:lnTo>
                    <a:pt x="1495016" y="393489"/>
                  </a:lnTo>
                  <a:lnTo>
                    <a:pt x="1474479" y="427761"/>
                  </a:lnTo>
                  <a:lnTo>
                    <a:pt x="1449143" y="458622"/>
                  </a:lnTo>
                  <a:lnTo>
                    <a:pt x="1419548" y="485457"/>
                  </a:lnTo>
                  <a:lnTo>
                    <a:pt x="1386343" y="507612"/>
                  </a:lnTo>
                  <a:lnTo>
                    <a:pt x="1350230" y="524739"/>
                  </a:lnTo>
                  <a:lnTo>
                    <a:pt x="1312018" y="536312"/>
                  </a:lnTo>
                  <a:lnTo>
                    <a:pt x="1272508" y="542161"/>
                  </a:lnTo>
                  <a:lnTo>
                    <a:pt x="1252537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4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399"/>
                  </a:lnTo>
                  <a:lnTo>
                    <a:pt x="1307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9559925" y="6892925"/>
            <a:ext cx="1155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Tangents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9372600" y="7458075"/>
            <a:ext cx="2238375" cy="552450"/>
            <a:chOff x="9372600" y="7458075"/>
            <a:chExt cx="2238375" cy="552450"/>
          </a:xfrm>
        </p:grpSpPr>
        <p:sp>
          <p:nvSpPr>
            <p:cNvPr id="96" name="object 96"/>
            <p:cNvSpPr/>
            <p:nvPr/>
          </p:nvSpPr>
          <p:spPr>
            <a:xfrm>
              <a:off x="9377362" y="7462837"/>
              <a:ext cx="2228850" cy="542925"/>
            </a:xfrm>
            <a:custGeom>
              <a:avLst/>
              <a:gdLst/>
              <a:ahLst/>
              <a:cxnLst/>
              <a:rect l="l" t="t" r="r" b="b"/>
              <a:pathLst>
                <a:path w="2228850" h="542925">
                  <a:moveTo>
                    <a:pt x="1964051" y="87"/>
                  </a:moveTo>
                  <a:lnTo>
                    <a:pt x="271462" y="0"/>
                  </a:lnTo>
                  <a:lnTo>
                    <a:pt x="231630" y="2952"/>
                  </a:lnTo>
                  <a:lnTo>
                    <a:pt x="192660" y="11682"/>
                  </a:lnTo>
                  <a:lnTo>
                    <a:pt x="155396" y="26060"/>
                  </a:lnTo>
                  <a:lnTo>
                    <a:pt x="120644" y="45736"/>
                  </a:lnTo>
                  <a:lnTo>
                    <a:pt x="89158" y="70313"/>
                  </a:lnTo>
                  <a:lnTo>
                    <a:pt x="61619" y="99249"/>
                  </a:lnTo>
                  <a:lnTo>
                    <a:pt x="38619" y="131893"/>
                  </a:lnTo>
                  <a:lnTo>
                    <a:pt x="20662" y="167571"/>
                  </a:lnTo>
                  <a:lnTo>
                    <a:pt x="8134" y="205500"/>
                  </a:lnTo>
                  <a:lnTo>
                    <a:pt x="1306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7"/>
                  </a:lnTo>
                  <a:lnTo>
                    <a:pt x="13701" y="356611"/>
                  </a:lnTo>
                  <a:lnTo>
                    <a:pt x="28983" y="393510"/>
                  </a:lnTo>
                  <a:lnTo>
                    <a:pt x="49518" y="427759"/>
                  </a:lnTo>
                  <a:lnTo>
                    <a:pt x="74854" y="458637"/>
                  </a:lnTo>
                  <a:lnTo>
                    <a:pt x="104450" y="485462"/>
                  </a:lnTo>
                  <a:lnTo>
                    <a:pt x="137656" y="507645"/>
                  </a:lnTo>
                  <a:lnTo>
                    <a:pt x="173764" y="524728"/>
                  </a:lnTo>
                  <a:lnTo>
                    <a:pt x="211981" y="536319"/>
                  </a:lnTo>
                  <a:lnTo>
                    <a:pt x="251494" y="542186"/>
                  </a:lnTo>
                  <a:lnTo>
                    <a:pt x="264798" y="542842"/>
                  </a:lnTo>
                  <a:lnTo>
                    <a:pt x="1964051" y="542842"/>
                  </a:lnTo>
                  <a:lnTo>
                    <a:pt x="2003795" y="538919"/>
                  </a:lnTo>
                  <a:lnTo>
                    <a:pt x="2042542" y="529213"/>
                  </a:lnTo>
                  <a:lnTo>
                    <a:pt x="2079437" y="513932"/>
                  </a:lnTo>
                  <a:lnTo>
                    <a:pt x="2113698" y="493390"/>
                  </a:lnTo>
                  <a:lnTo>
                    <a:pt x="2144569" y="468058"/>
                  </a:lnTo>
                  <a:lnTo>
                    <a:pt x="2171394" y="438461"/>
                  </a:lnTo>
                  <a:lnTo>
                    <a:pt x="2193580" y="405263"/>
                  </a:lnTo>
                  <a:lnTo>
                    <a:pt x="2210659" y="369148"/>
                  </a:lnTo>
                  <a:lnTo>
                    <a:pt x="2222252" y="330940"/>
                  </a:lnTo>
                  <a:lnTo>
                    <a:pt x="2228115" y="291434"/>
                  </a:lnTo>
                  <a:lnTo>
                    <a:pt x="2228768" y="278128"/>
                  </a:lnTo>
                  <a:lnTo>
                    <a:pt x="2228768" y="264801"/>
                  </a:lnTo>
                  <a:lnTo>
                    <a:pt x="2224853" y="225048"/>
                  </a:lnTo>
                  <a:lnTo>
                    <a:pt x="2215147" y="186307"/>
                  </a:lnTo>
                  <a:lnTo>
                    <a:pt x="2199863" y="149405"/>
                  </a:lnTo>
                  <a:lnTo>
                    <a:pt x="2179328" y="115141"/>
                  </a:lnTo>
                  <a:lnTo>
                    <a:pt x="2153993" y="84272"/>
                  </a:lnTo>
                  <a:lnTo>
                    <a:pt x="2124397" y="57448"/>
                  </a:lnTo>
                  <a:lnTo>
                    <a:pt x="2091191" y="35272"/>
                  </a:lnTo>
                  <a:lnTo>
                    <a:pt x="2055082" y="18182"/>
                  </a:lnTo>
                  <a:lnTo>
                    <a:pt x="2016867" y="6596"/>
                  </a:lnTo>
                  <a:lnTo>
                    <a:pt x="1977355" y="747"/>
                  </a:lnTo>
                  <a:lnTo>
                    <a:pt x="1964051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9377362" y="7462837"/>
              <a:ext cx="2228850" cy="542925"/>
            </a:xfrm>
            <a:custGeom>
              <a:avLst/>
              <a:gdLst/>
              <a:ahLst/>
              <a:cxnLst/>
              <a:rect l="l" t="t" r="r" b="b"/>
              <a:pathLst>
                <a:path w="2228850" h="542925">
                  <a:moveTo>
                    <a:pt x="0" y="271462"/>
                  </a:moveTo>
                  <a:lnTo>
                    <a:pt x="2938" y="231624"/>
                  </a:lnTo>
                  <a:lnTo>
                    <a:pt x="11688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21" y="89177"/>
                  </a:lnTo>
                  <a:lnTo>
                    <a:pt x="99247" y="61626"/>
                  </a:lnTo>
                  <a:lnTo>
                    <a:pt x="131902" y="38588"/>
                  </a:lnTo>
                  <a:lnTo>
                    <a:pt x="167573" y="20669"/>
                  </a:lnTo>
                  <a:lnTo>
                    <a:pt x="205500" y="8155"/>
                  </a:lnTo>
                  <a:lnTo>
                    <a:pt x="244849" y="1333"/>
                  </a:lnTo>
                  <a:lnTo>
                    <a:pt x="271462" y="0"/>
                  </a:lnTo>
                  <a:lnTo>
                    <a:pt x="1957387" y="0"/>
                  </a:lnTo>
                  <a:lnTo>
                    <a:pt x="1997223" y="2964"/>
                  </a:lnTo>
                  <a:lnTo>
                    <a:pt x="2036187" y="11715"/>
                  </a:lnTo>
                  <a:lnTo>
                    <a:pt x="2073454" y="26098"/>
                  </a:lnTo>
                  <a:lnTo>
                    <a:pt x="2108206" y="45719"/>
                  </a:lnTo>
                  <a:lnTo>
                    <a:pt x="2139688" y="70330"/>
                  </a:lnTo>
                  <a:lnTo>
                    <a:pt x="2167232" y="99250"/>
                  </a:lnTo>
                  <a:lnTo>
                    <a:pt x="2190228" y="131885"/>
                  </a:lnTo>
                  <a:lnTo>
                    <a:pt x="2208180" y="167544"/>
                  </a:lnTo>
                  <a:lnTo>
                    <a:pt x="2220714" y="205489"/>
                  </a:lnTo>
                  <a:lnTo>
                    <a:pt x="2227545" y="244887"/>
                  </a:lnTo>
                  <a:lnTo>
                    <a:pt x="2228850" y="271462"/>
                  </a:lnTo>
                  <a:lnTo>
                    <a:pt x="2228767" y="278119"/>
                  </a:lnTo>
                  <a:lnTo>
                    <a:pt x="2224854" y="317847"/>
                  </a:lnTo>
                  <a:lnTo>
                    <a:pt x="2215149" y="356614"/>
                  </a:lnTo>
                  <a:lnTo>
                    <a:pt x="2199866" y="393489"/>
                  </a:lnTo>
                  <a:lnTo>
                    <a:pt x="2179329" y="427761"/>
                  </a:lnTo>
                  <a:lnTo>
                    <a:pt x="2153994" y="458622"/>
                  </a:lnTo>
                  <a:lnTo>
                    <a:pt x="2124398" y="485457"/>
                  </a:lnTo>
                  <a:lnTo>
                    <a:pt x="2091193" y="507612"/>
                  </a:lnTo>
                  <a:lnTo>
                    <a:pt x="2055080" y="524739"/>
                  </a:lnTo>
                  <a:lnTo>
                    <a:pt x="2016868" y="536312"/>
                  </a:lnTo>
                  <a:lnTo>
                    <a:pt x="1977358" y="542161"/>
                  </a:lnTo>
                  <a:lnTo>
                    <a:pt x="1957387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4" y="497205"/>
                  </a:lnTo>
                  <a:lnTo>
                    <a:pt x="89159" y="472594"/>
                  </a:lnTo>
                  <a:lnTo>
                    <a:pt x="61619" y="443674"/>
                  </a:lnTo>
                  <a:lnTo>
                    <a:pt x="38620" y="411027"/>
                  </a:lnTo>
                  <a:lnTo>
                    <a:pt x="20663" y="375380"/>
                  </a:lnTo>
                  <a:lnTo>
                    <a:pt x="8134" y="337435"/>
                  </a:lnTo>
                  <a:lnTo>
                    <a:pt x="1307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9559925" y="7578725"/>
            <a:ext cx="1863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Best</a:t>
            </a:r>
            <a:r>
              <a:rPr sz="1800" spc="155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fit</a:t>
            </a:r>
            <a:r>
              <a:rPr sz="1800" spc="160" dirty="0">
                <a:solidFill>
                  <a:srgbClr val="1A1A1A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1A1A1A"/>
                </a:solidFill>
                <a:latin typeface="Courier New"/>
                <a:cs typeface="Courier New"/>
              </a:rPr>
              <a:t>line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13582650" y="2962275"/>
            <a:ext cx="1247775" cy="552450"/>
            <a:chOff x="13582650" y="2962275"/>
            <a:chExt cx="1247775" cy="552450"/>
          </a:xfrm>
        </p:grpSpPr>
        <p:sp>
          <p:nvSpPr>
            <p:cNvPr id="100" name="object 100"/>
            <p:cNvSpPr/>
            <p:nvPr/>
          </p:nvSpPr>
          <p:spPr>
            <a:xfrm>
              <a:off x="13587412" y="2967037"/>
              <a:ext cx="1238250" cy="542925"/>
            </a:xfrm>
            <a:custGeom>
              <a:avLst/>
              <a:gdLst/>
              <a:ahLst/>
              <a:cxnLst/>
              <a:rect l="l" t="t" r="r" b="b"/>
              <a:pathLst>
                <a:path w="1238250" h="542925">
                  <a:moveTo>
                    <a:pt x="973450" y="87"/>
                  </a:moveTo>
                  <a:lnTo>
                    <a:pt x="271462" y="0"/>
                  </a:lnTo>
                  <a:lnTo>
                    <a:pt x="231632" y="2935"/>
                  </a:lnTo>
                  <a:lnTo>
                    <a:pt x="192659" y="11691"/>
                  </a:lnTo>
                  <a:lnTo>
                    <a:pt x="155394" y="26050"/>
                  </a:lnTo>
                  <a:lnTo>
                    <a:pt x="120637" y="45736"/>
                  </a:lnTo>
                  <a:lnTo>
                    <a:pt x="89157" y="70316"/>
                  </a:lnTo>
                  <a:lnTo>
                    <a:pt x="61620" y="99240"/>
                  </a:lnTo>
                  <a:lnTo>
                    <a:pt x="38619" y="131893"/>
                  </a:lnTo>
                  <a:lnTo>
                    <a:pt x="20662" y="167561"/>
                  </a:lnTo>
                  <a:lnTo>
                    <a:pt x="8132" y="205496"/>
                  </a:lnTo>
                  <a:lnTo>
                    <a:pt x="1308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8"/>
                  </a:lnTo>
                  <a:lnTo>
                    <a:pt x="13695" y="356607"/>
                  </a:lnTo>
                  <a:lnTo>
                    <a:pt x="28985" y="393501"/>
                  </a:lnTo>
                  <a:lnTo>
                    <a:pt x="49517" y="427759"/>
                  </a:lnTo>
                  <a:lnTo>
                    <a:pt x="74848" y="458637"/>
                  </a:lnTo>
                  <a:lnTo>
                    <a:pt x="104451" y="485462"/>
                  </a:lnTo>
                  <a:lnTo>
                    <a:pt x="137655" y="507645"/>
                  </a:lnTo>
                  <a:lnTo>
                    <a:pt x="173765" y="524719"/>
                  </a:lnTo>
                  <a:lnTo>
                    <a:pt x="211981" y="536319"/>
                  </a:lnTo>
                  <a:lnTo>
                    <a:pt x="251497" y="542191"/>
                  </a:lnTo>
                  <a:lnTo>
                    <a:pt x="973450" y="542843"/>
                  </a:lnTo>
                  <a:lnTo>
                    <a:pt x="986752" y="542191"/>
                  </a:lnTo>
                  <a:lnTo>
                    <a:pt x="1026268" y="536319"/>
                  </a:lnTo>
                  <a:lnTo>
                    <a:pt x="1064484" y="524719"/>
                  </a:lnTo>
                  <a:lnTo>
                    <a:pt x="1100588" y="507645"/>
                  </a:lnTo>
                  <a:lnTo>
                    <a:pt x="1133796" y="485462"/>
                  </a:lnTo>
                  <a:lnTo>
                    <a:pt x="1163390" y="458637"/>
                  </a:lnTo>
                  <a:lnTo>
                    <a:pt x="1188727" y="427759"/>
                  </a:lnTo>
                  <a:lnTo>
                    <a:pt x="1209264" y="393501"/>
                  </a:lnTo>
                  <a:lnTo>
                    <a:pt x="1224548" y="356607"/>
                  </a:lnTo>
                  <a:lnTo>
                    <a:pt x="1234252" y="317868"/>
                  </a:lnTo>
                  <a:lnTo>
                    <a:pt x="1238168" y="278128"/>
                  </a:lnTo>
                  <a:lnTo>
                    <a:pt x="1238168" y="264801"/>
                  </a:lnTo>
                  <a:lnTo>
                    <a:pt x="1234252" y="225045"/>
                  </a:lnTo>
                  <a:lnTo>
                    <a:pt x="1224543" y="186293"/>
                  </a:lnTo>
                  <a:lnTo>
                    <a:pt x="1209264" y="149405"/>
                  </a:lnTo>
                  <a:lnTo>
                    <a:pt x="1188732" y="115147"/>
                  </a:lnTo>
                  <a:lnTo>
                    <a:pt x="1163390" y="84277"/>
                  </a:lnTo>
                  <a:lnTo>
                    <a:pt x="1133796" y="57446"/>
                  </a:lnTo>
                  <a:lnTo>
                    <a:pt x="1100588" y="35255"/>
                  </a:lnTo>
                  <a:lnTo>
                    <a:pt x="1064484" y="18180"/>
                  </a:lnTo>
                  <a:lnTo>
                    <a:pt x="1026263" y="6593"/>
                  </a:lnTo>
                  <a:lnTo>
                    <a:pt x="986752" y="743"/>
                  </a:lnTo>
                  <a:lnTo>
                    <a:pt x="973450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3587412" y="2967037"/>
              <a:ext cx="1238250" cy="542925"/>
            </a:xfrm>
            <a:custGeom>
              <a:avLst/>
              <a:gdLst/>
              <a:ahLst/>
              <a:cxnLst/>
              <a:rect l="l" t="t" r="r" b="b"/>
              <a:pathLst>
                <a:path w="1238250" h="542925">
                  <a:moveTo>
                    <a:pt x="0" y="271462"/>
                  </a:moveTo>
                  <a:lnTo>
                    <a:pt x="2936" y="231624"/>
                  </a:lnTo>
                  <a:lnTo>
                    <a:pt x="11687" y="192690"/>
                  </a:lnTo>
                  <a:lnTo>
                    <a:pt x="26059" y="155388"/>
                  </a:lnTo>
                  <a:lnTo>
                    <a:pt x="45748" y="120681"/>
                  </a:lnTo>
                  <a:lnTo>
                    <a:pt x="70318" y="89177"/>
                  </a:lnTo>
                  <a:lnTo>
                    <a:pt x="99250" y="61626"/>
                  </a:lnTo>
                  <a:lnTo>
                    <a:pt x="131901" y="38576"/>
                  </a:lnTo>
                  <a:lnTo>
                    <a:pt x="167573" y="20669"/>
                  </a:lnTo>
                  <a:lnTo>
                    <a:pt x="205504" y="8155"/>
                  </a:lnTo>
                  <a:lnTo>
                    <a:pt x="244859" y="1333"/>
                  </a:lnTo>
                  <a:lnTo>
                    <a:pt x="271462" y="0"/>
                  </a:lnTo>
                  <a:lnTo>
                    <a:pt x="966787" y="0"/>
                  </a:lnTo>
                  <a:lnTo>
                    <a:pt x="1006618" y="2964"/>
                  </a:lnTo>
                  <a:lnTo>
                    <a:pt x="1045587" y="11715"/>
                  </a:lnTo>
                  <a:lnTo>
                    <a:pt x="1082854" y="26050"/>
                  </a:lnTo>
                  <a:lnTo>
                    <a:pt x="1117606" y="45719"/>
                  </a:lnTo>
                  <a:lnTo>
                    <a:pt x="1149092" y="70330"/>
                  </a:lnTo>
                  <a:lnTo>
                    <a:pt x="1176632" y="99250"/>
                  </a:lnTo>
                  <a:lnTo>
                    <a:pt x="1199628" y="131885"/>
                  </a:lnTo>
                  <a:lnTo>
                    <a:pt x="1217580" y="167544"/>
                  </a:lnTo>
                  <a:lnTo>
                    <a:pt x="1230114" y="205489"/>
                  </a:lnTo>
                  <a:lnTo>
                    <a:pt x="1236945" y="244887"/>
                  </a:lnTo>
                  <a:lnTo>
                    <a:pt x="1238250" y="271462"/>
                  </a:lnTo>
                  <a:lnTo>
                    <a:pt x="1238167" y="278119"/>
                  </a:lnTo>
                  <a:lnTo>
                    <a:pt x="1234254" y="317847"/>
                  </a:lnTo>
                  <a:lnTo>
                    <a:pt x="1224549" y="356614"/>
                  </a:lnTo>
                  <a:lnTo>
                    <a:pt x="1209266" y="393489"/>
                  </a:lnTo>
                  <a:lnTo>
                    <a:pt x="1188729" y="427761"/>
                  </a:lnTo>
                  <a:lnTo>
                    <a:pt x="1163394" y="458622"/>
                  </a:lnTo>
                  <a:lnTo>
                    <a:pt x="1133798" y="485457"/>
                  </a:lnTo>
                  <a:lnTo>
                    <a:pt x="1100593" y="507612"/>
                  </a:lnTo>
                  <a:lnTo>
                    <a:pt x="1064480" y="524739"/>
                  </a:lnTo>
                  <a:lnTo>
                    <a:pt x="1026264" y="536312"/>
                  </a:lnTo>
                  <a:lnTo>
                    <a:pt x="986754" y="542161"/>
                  </a:lnTo>
                  <a:lnTo>
                    <a:pt x="966787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3" y="497205"/>
                  </a:lnTo>
                  <a:lnTo>
                    <a:pt x="89156" y="472594"/>
                  </a:lnTo>
                  <a:lnTo>
                    <a:pt x="61617" y="443674"/>
                  </a:lnTo>
                  <a:lnTo>
                    <a:pt x="38617" y="411027"/>
                  </a:lnTo>
                  <a:lnTo>
                    <a:pt x="20659" y="375380"/>
                  </a:lnTo>
                  <a:lnTo>
                    <a:pt x="8130" y="337435"/>
                  </a:lnTo>
                  <a:lnTo>
                    <a:pt x="1304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14963775" y="2962275"/>
            <a:ext cx="1114425" cy="552450"/>
            <a:chOff x="14963775" y="2962275"/>
            <a:chExt cx="1114425" cy="552450"/>
          </a:xfrm>
        </p:grpSpPr>
        <p:sp>
          <p:nvSpPr>
            <p:cNvPr id="103" name="object 103"/>
            <p:cNvSpPr/>
            <p:nvPr/>
          </p:nvSpPr>
          <p:spPr>
            <a:xfrm>
              <a:off x="14968537" y="2967037"/>
              <a:ext cx="1104900" cy="542925"/>
            </a:xfrm>
            <a:custGeom>
              <a:avLst/>
              <a:gdLst/>
              <a:ahLst/>
              <a:cxnLst/>
              <a:rect l="l" t="t" r="r" b="b"/>
              <a:pathLst>
                <a:path w="1104900" h="542925">
                  <a:moveTo>
                    <a:pt x="840100" y="87"/>
                  </a:moveTo>
                  <a:lnTo>
                    <a:pt x="271462" y="0"/>
                  </a:lnTo>
                  <a:lnTo>
                    <a:pt x="231632" y="2935"/>
                  </a:lnTo>
                  <a:lnTo>
                    <a:pt x="192659" y="11691"/>
                  </a:lnTo>
                  <a:lnTo>
                    <a:pt x="155394" y="26050"/>
                  </a:lnTo>
                  <a:lnTo>
                    <a:pt x="120637" y="45736"/>
                  </a:lnTo>
                  <a:lnTo>
                    <a:pt x="89157" y="70316"/>
                  </a:lnTo>
                  <a:lnTo>
                    <a:pt x="61620" y="99240"/>
                  </a:lnTo>
                  <a:lnTo>
                    <a:pt x="38619" y="131893"/>
                  </a:lnTo>
                  <a:lnTo>
                    <a:pt x="20662" y="167561"/>
                  </a:lnTo>
                  <a:lnTo>
                    <a:pt x="8131" y="205496"/>
                  </a:lnTo>
                  <a:lnTo>
                    <a:pt x="1308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0" y="317868"/>
                  </a:lnTo>
                  <a:lnTo>
                    <a:pt x="13695" y="356607"/>
                  </a:lnTo>
                  <a:lnTo>
                    <a:pt x="28985" y="393501"/>
                  </a:lnTo>
                  <a:lnTo>
                    <a:pt x="49517" y="427759"/>
                  </a:lnTo>
                  <a:lnTo>
                    <a:pt x="74848" y="458637"/>
                  </a:lnTo>
                  <a:lnTo>
                    <a:pt x="104451" y="485462"/>
                  </a:lnTo>
                  <a:lnTo>
                    <a:pt x="137655" y="507645"/>
                  </a:lnTo>
                  <a:lnTo>
                    <a:pt x="173765" y="524719"/>
                  </a:lnTo>
                  <a:lnTo>
                    <a:pt x="211981" y="536319"/>
                  </a:lnTo>
                  <a:lnTo>
                    <a:pt x="251497" y="542191"/>
                  </a:lnTo>
                  <a:lnTo>
                    <a:pt x="840100" y="542843"/>
                  </a:lnTo>
                  <a:lnTo>
                    <a:pt x="853402" y="542191"/>
                  </a:lnTo>
                  <a:lnTo>
                    <a:pt x="892918" y="536319"/>
                  </a:lnTo>
                  <a:lnTo>
                    <a:pt x="931134" y="524719"/>
                  </a:lnTo>
                  <a:lnTo>
                    <a:pt x="967238" y="507645"/>
                  </a:lnTo>
                  <a:lnTo>
                    <a:pt x="1000446" y="485462"/>
                  </a:lnTo>
                  <a:lnTo>
                    <a:pt x="1030040" y="458637"/>
                  </a:lnTo>
                  <a:lnTo>
                    <a:pt x="1055382" y="427759"/>
                  </a:lnTo>
                  <a:lnTo>
                    <a:pt x="1075914" y="393501"/>
                  </a:lnTo>
                  <a:lnTo>
                    <a:pt x="1091193" y="356607"/>
                  </a:lnTo>
                  <a:lnTo>
                    <a:pt x="1100902" y="317868"/>
                  </a:lnTo>
                  <a:lnTo>
                    <a:pt x="1104818" y="278128"/>
                  </a:lnTo>
                  <a:lnTo>
                    <a:pt x="1104818" y="264801"/>
                  </a:lnTo>
                  <a:lnTo>
                    <a:pt x="1100902" y="225045"/>
                  </a:lnTo>
                  <a:lnTo>
                    <a:pt x="1091193" y="186293"/>
                  </a:lnTo>
                  <a:lnTo>
                    <a:pt x="1075914" y="149405"/>
                  </a:lnTo>
                  <a:lnTo>
                    <a:pt x="1055382" y="115147"/>
                  </a:lnTo>
                  <a:lnTo>
                    <a:pt x="1030040" y="84277"/>
                  </a:lnTo>
                  <a:lnTo>
                    <a:pt x="1000446" y="57446"/>
                  </a:lnTo>
                  <a:lnTo>
                    <a:pt x="967238" y="35255"/>
                  </a:lnTo>
                  <a:lnTo>
                    <a:pt x="931134" y="18180"/>
                  </a:lnTo>
                  <a:lnTo>
                    <a:pt x="892918" y="6593"/>
                  </a:lnTo>
                  <a:lnTo>
                    <a:pt x="853402" y="743"/>
                  </a:lnTo>
                  <a:lnTo>
                    <a:pt x="840100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4968537" y="2967037"/>
              <a:ext cx="1104900" cy="542925"/>
            </a:xfrm>
            <a:custGeom>
              <a:avLst/>
              <a:gdLst/>
              <a:ahLst/>
              <a:cxnLst/>
              <a:rect l="l" t="t" r="r" b="b"/>
              <a:pathLst>
                <a:path w="1104900" h="542925">
                  <a:moveTo>
                    <a:pt x="0" y="271462"/>
                  </a:moveTo>
                  <a:lnTo>
                    <a:pt x="2936" y="231624"/>
                  </a:lnTo>
                  <a:lnTo>
                    <a:pt x="11687" y="192690"/>
                  </a:lnTo>
                  <a:lnTo>
                    <a:pt x="26059" y="155388"/>
                  </a:lnTo>
                  <a:lnTo>
                    <a:pt x="45748" y="120681"/>
                  </a:lnTo>
                  <a:lnTo>
                    <a:pt x="70318" y="89177"/>
                  </a:lnTo>
                  <a:lnTo>
                    <a:pt x="99250" y="61626"/>
                  </a:lnTo>
                  <a:lnTo>
                    <a:pt x="131901" y="38576"/>
                  </a:lnTo>
                  <a:lnTo>
                    <a:pt x="167573" y="20669"/>
                  </a:lnTo>
                  <a:lnTo>
                    <a:pt x="205500" y="8155"/>
                  </a:lnTo>
                  <a:lnTo>
                    <a:pt x="244859" y="1333"/>
                  </a:lnTo>
                  <a:lnTo>
                    <a:pt x="271462" y="0"/>
                  </a:lnTo>
                  <a:lnTo>
                    <a:pt x="833437" y="0"/>
                  </a:lnTo>
                  <a:lnTo>
                    <a:pt x="873265" y="2964"/>
                  </a:lnTo>
                  <a:lnTo>
                    <a:pt x="912237" y="11715"/>
                  </a:lnTo>
                  <a:lnTo>
                    <a:pt x="949500" y="26050"/>
                  </a:lnTo>
                  <a:lnTo>
                    <a:pt x="984256" y="45719"/>
                  </a:lnTo>
                  <a:lnTo>
                    <a:pt x="1015743" y="70330"/>
                  </a:lnTo>
                  <a:lnTo>
                    <a:pt x="1043282" y="99250"/>
                  </a:lnTo>
                  <a:lnTo>
                    <a:pt x="1066282" y="131885"/>
                  </a:lnTo>
                  <a:lnTo>
                    <a:pt x="1084230" y="167544"/>
                  </a:lnTo>
                  <a:lnTo>
                    <a:pt x="1096764" y="205489"/>
                  </a:lnTo>
                  <a:lnTo>
                    <a:pt x="1103595" y="244887"/>
                  </a:lnTo>
                  <a:lnTo>
                    <a:pt x="1104900" y="271462"/>
                  </a:lnTo>
                  <a:lnTo>
                    <a:pt x="1104817" y="278119"/>
                  </a:lnTo>
                  <a:lnTo>
                    <a:pt x="1100904" y="317847"/>
                  </a:lnTo>
                  <a:lnTo>
                    <a:pt x="1091199" y="356614"/>
                  </a:lnTo>
                  <a:lnTo>
                    <a:pt x="1075916" y="393489"/>
                  </a:lnTo>
                  <a:lnTo>
                    <a:pt x="1055379" y="427761"/>
                  </a:lnTo>
                  <a:lnTo>
                    <a:pt x="1030048" y="458622"/>
                  </a:lnTo>
                  <a:lnTo>
                    <a:pt x="1000448" y="485457"/>
                  </a:lnTo>
                  <a:lnTo>
                    <a:pt x="967242" y="507612"/>
                  </a:lnTo>
                  <a:lnTo>
                    <a:pt x="931130" y="524739"/>
                  </a:lnTo>
                  <a:lnTo>
                    <a:pt x="892914" y="536312"/>
                  </a:lnTo>
                  <a:lnTo>
                    <a:pt x="853404" y="542161"/>
                  </a:lnTo>
                  <a:lnTo>
                    <a:pt x="833437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3" y="497205"/>
                  </a:lnTo>
                  <a:lnTo>
                    <a:pt x="89156" y="472594"/>
                  </a:lnTo>
                  <a:lnTo>
                    <a:pt x="61617" y="443674"/>
                  </a:lnTo>
                  <a:lnTo>
                    <a:pt x="38617" y="411027"/>
                  </a:lnTo>
                  <a:lnTo>
                    <a:pt x="20659" y="375380"/>
                  </a:lnTo>
                  <a:lnTo>
                    <a:pt x="8130" y="337435"/>
                  </a:lnTo>
                  <a:lnTo>
                    <a:pt x="1304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16211550" y="2962275"/>
            <a:ext cx="962025" cy="552450"/>
            <a:chOff x="16211550" y="2962275"/>
            <a:chExt cx="962025" cy="552450"/>
          </a:xfrm>
        </p:grpSpPr>
        <p:sp>
          <p:nvSpPr>
            <p:cNvPr id="106" name="object 106"/>
            <p:cNvSpPr/>
            <p:nvPr/>
          </p:nvSpPr>
          <p:spPr>
            <a:xfrm>
              <a:off x="16216312" y="2967037"/>
              <a:ext cx="952500" cy="542925"/>
            </a:xfrm>
            <a:custGeom>
              <a:avLst/>
              <a:gdLst/>
              <a:ahLst/>
              <a:cxnLst/>
              <a:rect l="l" t="t" r="r" b="b"/>
              <a:pathLst>
                <a:path w="952500" h="542925">
                  <a:moveTo>
                    <a:pt x="687700" y="87"/>
                  </a:moveTo>
                  <a:lnTo>
                    <a:pt x="271462" y="0"/>
                  </a:lnTo>
                  <a:lnTo>
                    <a:pt x="231627" y="2935"/>
                  </a:lnTo>
                  <a:lnTo>
                    <a:pt x="192659" y="11691"/>
                  </a:lnTo>
                  <a:lnTo>
                    <a:pt x="155394" y="26050"/>
                  </a:lnTo>
                  <a:lnTo>
                    <a:pt x="120637" y="45736"/>
                  </a:lnTo>
                  <a:lnTo>
                    <a:pt x="89157" y="70316"/>
                  </a:lnTo>
                  <a:lnTo>
                    <a:pt x="61620" y="99240"/>
                  </a:lnTo>
                  <a:lnTo>
                    <a:pt x="38619" y="131893"/>
                  </a:lnTo>
                  <a:lnTo>
                    <a:pt x="20662" y="167561"/>
                  </a:lnTo>
                  <a:lnTo>
                    <a:pt x="8131" y="205496"/>
                  </a:lnTo>
                  <a:lnTo>
                    <a:pt x="1308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8"/>
                  </a:lnTo>
                  <a:lnTo>
                    <a:pt x="13695" y="356607"/>
                  </a:lnTo>
                  <a:lnTo>
                    <a:pt x="28985" y="393501"/>
                  </a:lnTo>
                  <a:lnTo>
                    <a:pt x="49517" y="427759"/>
                  </a:lnTo>
                  <a:lnTo>
                    <a:pt x="74848" y="458637"/>
                  </a:lnTo>
                  <a:lnTo>
                    <a:pt x="104451" y="485462"/>
                  </a:lnTo>
                  <a:lnTo>
                    <a:pt x="137655" y="507645"/>
                  </a:lnTo>
                  <a:lnTo>
                    <a:pt x="173765" y="524719"/>
                  </a:lnTo>
                  <a:lnTo>
                    <a:pt x="211981" y="536319"/>
                  </a:lnTo>
                  <a:lnTo>
                    <a:pt x="251492" y="542191"/>
                  </a:lnTo>
                  <a:lnTo>
                    <a:pt x="687700" y="542843"/>
                  </a:lnTo>
                  <a:lnTo>
                    <a:pt x="701002" y="542191"/>
                  </a:lnTo>
                  <a:lnTo>
                    <a:pt x="740518" y="536319"/>
                  </a:lnTo>
                  <a:lnTo>
                    <a:pt x="778734" y="524719"/>
                  </a:lnTo>
                  <a:lnTo>
                    <a:pt x="814844" y="507645"/>
                  </a:lnTo>
                  <a:lnTo>
                    <a:pt x="848046" y="485462"/>
                  </a:lnTo>
                  <a:lnTo>
                    <a:pt x="877640" y="458637"/>
                  </a:lnTo>
                  <a:lnTo>
                    <a:pt x="902977" y="427759"/>
                  </a:lnTo>
                  <a:lnTo>
                    <a:pt x="923514" y="393501"/>
                  </a:lnTo>
                  <a:lnTo>
                    <a:pt x="938798" y="356607"/>
                  </a:lnTo>
                  <a:lnTo>
                    <a:pt x="948502" y="317868"/>
                  </a:lnTo>
                  <a:lnTo>
                    <a:pt x="952418" y="278128"/>
                  </a:lnTo>
                  <a:lnTo>
                    <a:pt x="952418" y="264801"/>
                  </a:lnTo>
                  <a:lnTo>
                    <a:pt x="948502" y="225045"/>
                  </a:lnTo>
                  <a:lnTo>
                    <a:pt x="938793" y="186293"/>
                  </a:lnTo>
                  <a:lnTo>
                    <a:pt x="923514" y="149405"/>
                  </a:lnTo>
                  <a:lnTo>
                    <a:pt x="902982" y="115147"/>
                  </a:lnTo>
                  <a:lnTo>
                    <a:pt x="877640" y="84277"/>
                  </a:lnTo>
                  <a:lnTo>
                    <a:pt x="848046" y="57446"/>
                  </a:lnTo>
                  <a:lnTo>
                    <a:pt x="814838" y="35255"/>
                  </a:lnTo>
                  <a:lnTo>
                    <a:pt x="778734" y="18180"/>
                  </a:lnTo>
                  <a:lnTo>
                    <a:pt x="740518" y="6593"/>
                  </a:lnTo>
                  <a:lnTo>
                    <a:pt x="701002" y="743"/>
                  </a:lnTo>
                  <a:lnTo>
                    <a:pt x="687700" y="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6216312" y="2967037"/>
              <a:ext cx="952500" cy="542925"/>
            </a:xfrm>
            <a:custGeom>
              <a:avLst/>
              <a:gdLst/>
              <a:ahLst/>
              <a:cxnLst/>
              <a:rect l="l" t="t" r="r" b="b"/>
              <a:pathLst>
                <a:path w="952500" h="542925">
                  <a:moveTo>
                    <a:pt x="0" y="271462"/>
                  </a:moveTo>
                  <a:lnTo>
                    <a:pt x="2936" y="231624"/>
                  </a:lnTo>
                  <a:lnTo>
                    <a:pt x="11687" y="192690"/>
                  </a:lnTo>
                  <a:lnTo>
                    <a:pt x="26062" y="155388"/>
                  </a:lnTo>
                  <a:lnTo>
                    <a:pt x="45748" y="120681"/>
                  </a:lnTo>
                  <a:lnTo>
                    <a:pt x="70318" y="89177"/>
                  </a:lnTo>
                  <a:lnTo>
                    <a:pt x="99250" y="61626"/>
                  </a:lnTo>
                  <a:lnTo>
                    <a:pt x="131901" y="38576"/>
                  </a:lnTo>
                  <a:lnTo>
                    <a:pt x="167573" y="20669"/>
                  </a:lnTo>
                  <a:lnTo>
                    <a:pt x="205500" y="8155"/>
                  </a:lnTo>
                  <a:lnTo>
                    <a:pt x="244859" y="1333"/>
                  </a:lnTo>
                  <a:lnTo>
                    <a:pt x="271462" y="0"/>
                  </a:lnTo>
                  <a:lnTo>
                    <a:pt x="681037" y="0"/>
                  </a:lnTo>
                  <a:lnTo>
                    <a:pt x="720869" y="2964"/>
                  </a:lnTo>
                  <a:lnTo>
                    <a:pt x="759837" y="11715"/>
                  </a:lnTo>
                  <a:lnTo>
                    <a:pt x="797104" y="26050"/>
                  </a:lnTo>
                  <a:lnTo>
                    <a:pt x="831856" y="45719"/>
                  </a:lnTo>
                  <a:lnTo>
                    <a:pt x="863343" y="70330"/>
                  </a:lnTo>
                  <a:lnTo>
                    <a:pt x="890882" y="99250"/>
                  </a:lnTo>
                  <a:lnTo>
                    <a:pt x="913882" y="131885"/>
                  </a:lnTo>
                  <a:lnTo>
                    <a:pt x="931830" y="167544"/>
                  </a:lnTo>
                  <a:lnTo>
                    <a:pt x="944364" y="205489"/>
                  </a:lnTo>
                  <a:lnTo>
                    <a:pt x="951195" y="244887"/>
                  </a:lnTo>
                  <a:lnTo>
                    <a:pt x="952500" y="271462"/>
                  </a:lnTo>
                  <a:lnTo>
                    <a:pt x="952417" y="278119"/>
                  </a:lnTo>
                  <a:lnTo>
                    <a:pt x="948500" y="317847"/>
                  </a:lnTo>
                  <a:lnTo>
                    <a:pt x="938799" y="356614"/>
                  </a:lnTo>
                  <a:lnTo>
                    <a:pt x="923516" y="393489"/>
                  </a:lnTo>
                  <a:lnTo>
                    <a:pt x="902979" y="427761"/>
                  </a:lnTo>
                  <a:lnTo>
                    <a:pt x="877648" y="458622"/>
                  </a:lnTo>
                  <a:lnTo>
                    <a:pt x="848048" y="485457"/>
                  </a:lnTo>
                  <a:lnTo>
                    <a:pt x="814843" y="507612"/>
                  </a:lnTo>
                  <a:lnTo>
                    <a:pt x="778730" y="524739"/>
                  </a:lnTo>
                  <a:lnTo>
                    <a:pt x="740518" y="536312"/>
                  </a:lnTo>
                  <a:lnTo>
                    <a:pt x="701010" y="542161"/>
                  </a:lnTo>
                  <a:lnTo>
                    <a:pt x="681037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3" y="497205"/>
                  </a:lnTo>
                  <a:lnTo>
                    <a:pt x="89156" y="472594"/>
                  </a:lnTo>
                  <a:lnTo>
                    <a:pt x="61617" y="443674"/>
                  </a:lnTo>
                  <a:lnTo>
                    <a:pt x="38617" y="411027"/>
                  </a:lnTo>
                  <a:lnTo>
                    <a:pt x="20659" y="375380"/>
                  </a:lnTo>
                  <a:lnTo>
                    <a:pt x="8135" y="337435"/>
                  </a:lnTo>
                  <a:lnTo>
                    <a:pt x="1304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16395903" y="3082925"/>
            <a:ext cx="588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1A1A1A"/>
                </a:solidFill>
                <a:latin typeface="Courier New"/>
                <a:cs typeface="Courier New"/>
              </a:rPr>
              <a:t>Area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13582650" y="3648075"/>
            <a:ext cx="1104900" cy="552450"/>
            <a:chOff x="13582650" y="3648075"/>
            <a:chExt cx="1104900" cy="552450"/>
          </a:xfrm>
        </p:grpSpPr>
        <p:sp>
          <p:nvSpPr>
            <p:cNvPr id="110" name="object 110"/>
            <p:cNvSpPr/>
            <p:nvPr/>
          </p:nvSpPr>
          <p:spPr>
            <a:xfrm>
              <a:off x="13587412" y="3652837"/>
              <a:ext cx="1095375" cy="542925"/>
            </a:xfrm>
            <a:custGeom>
              <a:avLst/>
              <a:gdLst/>
              <a:ahLst/>
              <a:cxnLst/>
              <a:rect l="l" t="t" r="r" b="b"/>
              <a:pathLst>
                <a:path w="1095375" h="542925">
                  <a:moveTo>
                    <a:pt x="830575" y="81"/>
                  </a:moveTo>
                  <a:lnTo>
                    <a:pt x="271462" y="0"/>
                  </a:lnTo>
                  <a:lnTo>
                    <a:pt x="231632" y="2943"/>
                  </a:lnTo>
                  <a:lnTo>
                    <a:pt x="192659" y="11682"/>
                  </a:lnTo>
                  <a:lnTo>
                    <a:pt x="155394" y="26050"/>
                  </a:lnTo>
                  <a:lnTo>
                    <a:pt x="120637" y="45745"/>
                  </a:lnTo>
                  <a:lnTo>
                    <a:pt x="89157" y="70321"/>
                  </a:lnTo>
                  <a:lnTo>
                    <a:pt x="61620" y="99249"/>
                  </a:lnTo>
                  <a:lnTo>
                    <a:pt x="38619" y="131893"/>
                  </a:lnTo>
                  <a:lnTo>
                    <a:pt x="20662" y="167561"/>
                  </a:lnTo>
                  <a:lnTo>
                    <a:pt x="8132" y="205492"/>
                  </a:lnTo>
                  <a:lnTo>
                    <a:pt x="1308" y="244850"/>
                  </a:lnTo>
                  <a:lnTo>
                    <a:pt x="0" y="271462"/>
                  </a:lnTo>
                  <a:lnTo>
                    <a:pt x="81" y="278126"/>
                  </a:lnTo>
                  <a:lnTo>
                    <a:pt x="3995" y="317859"/>
                  </a:lnTo>
                  <a:lnTo>
                    <a:pt x="13695" y="356620"/>
                  </a:lnTo>
                  <a:lnTo>
                    <a:pt x="28985" y="393509"/>
                  </a:lnTo>
                  <a:lnTo>
                    <a:pt x="49517" y="427778"/>
                  </a:lnTo>
                  <a:lnTo>
                    <a:pt x="74848" y="458648"/>
                  </a:lnTo>
                  <a:lnTo>
                    <a:pt x="104451" y="485471"/>
                  </a:lnTo>
                  <a:lnTo>
                    <a:pt x="137655" y="507650"/>
                  </a:lnTo>
                  <a:lnTo>
                    <a:pt x="173765" y="524728"/>
                  </a:lnTo>
                  <a:lnTo>
                    <a:pt x="211981" y="536328"/>
                  </a:lnTo>
                  <a:lnTo>
                    <a:pt x="251497" y="542191"/>
                  </a:lnTo>
                  <a:lnTo>
                    <a:pt x="264799" y="542843"/>
                  </a:lnTo>
                  <a:lnTo>
                    <a:pt x="830575" y="542843"/>
                  </a:lnTo>
                  <a:lnTo>
                    <a:pt x="870317" y="538930"/>
                  </a:lnTo>
                  <a:lnTo>
                    <a:pt x="909069" y="529225"/>
                  </a:lnTo>
                  <a:lnTo>
                    <a:pt x="945965" y="513932"/>
                  </a:lnTo>
                  <a:lnTo>
                    <a:pt x="980220" y="493400"/>
                  </a:lnTo>
                  <a:lnTo>
                    <a:pt x="1011090" y="468068"/>
                  </a:lnTo>
                  <a:lnTo>
                    <a:pt x="1037919" y="438480"/>
                  </a:lnTo>
                  <a:lnTo>
                    <a:pt x="1060105" y="405265"/>
                  </a:lnTo>
                  <a:lnTo>
                    <a:pt x="1077186" y="369153"/>
                  </a:lnTo>
                  <a:lnTo>
                    <a:pt x="1088778" y="330931"/>
                  </a:lnTo>
                  <a:lnTo>
                    <a:pt x="1094640" y="291427"/>
                  </a:lnTo>
                  <a:lnTo>
                    <a:pt x="1095293" y="278126"/>
                  </a:lnTo>
                  <a:lnTo>
                    <a:pt x="1095293" y="264801"/>
                  </a:lnTo>
                  <a:lnTo>
                    <a:pt x="1091377" y="225045"/>
                  </a:lnTo>
                  <a:lnTo>
                    <a:pt x="1081668" y="186301"/>
                  </a:lnTo>
                  <a:lnTo>
                    <a:pt x="1066389" y="149395"/>
                  </a:lnTo>
                  <a:lnTo>
                    <a:pt x="1045857" y="115129"/>
                  </a:lnTo>
                  <a:lnTo>
                    <a:pt x="1020515" y="84272"/>
                  </a:lnTo>
                  <a:lnTo>
                    <a:pt x="990921" y="57452"/>
                  </a:lnTo>
                  <a:lnTo>
                    <a:pt x="957713" y="35260"/>
                  </a:lnTo>
                  <a:lnTo>
                    <a:pt x="921609" y="18178"/>
                  </a:lnTo>
                  <a:lnTo>
                    <a:pt x="883393" y="6596"/>
                  </a:lnTo>
                  <a:lnTo>
                    <a:pt x="843877" y="737"/>
                  </a:lnTo>
                  <a:lnTo>
                    <a:pt x="830575" y="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3587412" y="3652837"/>
              <a:ext cx="1095375" cy="542925"/>
            </a:xfrm>
            <a:custGeom>
              <a:avLst/>
              <a:gdLst/>
              <a:ahLst/>
              <a:cxnLst/>
              <a:rect l="l" t="t" r="r" b="b"/>
              <a:pathLst>
                <a:path w="1095375" h="542925">
                  <a:moveTo>
                    <a:pt x="0" y="271462"/>
                  </a:moveTo>
                  <a:lnTo>
                    <a:pt x="2936" y="231624"/>
                  </a:lnTo>
                  <a:lnTo>
                    <a:pt x="11687" y="192690"/>
                  </a:lnTo>
                  <a:lnTo>
                    <a:pt x="26059" y="155388"/>
                  </a:lnTo>
                  <a:lnTo>
                    <a:pt x="45748" y="120681"/>
                  </a:lnTo>
                  <a:lnTo>
                    <a:pt x="70318" y="89177"/>
                  </a:lnTo>
                  <a:lnTo>
                    <a:pt x="99250" y="61626"/>
                  </a:lnTo>
                  <a:lnTo>
                    <a:pt x="131901" y="38576"/>
                  </a:lnTo>
                  <a:lnTo>
                    <a:pt x="167573" y="20669"/>
                  </a:lnTo>
                  <a:lnTo>
                    <a:pt x="205504" y="8155"/>
                  </a:lnTo>
                  <a:lnTo>
                    <a:pt x="244859" y="1333"/>
                  </a:lnTo>
                  <a:lnTo>
                    <a:pt x="271462" y="0"/>
                  </a:lnTo>
                  <a:lnTo>
                    <a:pt x="823912" y="0"/>
                  </a:lnTo>
                  <a:lnTo>
                    <a:pt x="863743" y="2964"/>
                  </a:lnTo>
                  <a:lnTo>
                    <a:pt x="902712" y="11715"/>
                  </a:lnTo>
                  <a:lnTo>
                    <a:pt x="939979" y="26050"/>
                  </a:lnTo>
                  <a:lnTo>
                    <a:pt x="974731" y="45719"/>
                  </a:lnTo>
                  <a:lnTo>
                    <a:pt x="1006213" y="70330"/>
                  </a:lnTo>
                  <a:lnTo>
                    <a:pt x="1033757" y="99250"/>
                  </a:lnTo>
                  <a:lnTo>
                    <a:pt x="1056753" y="131873"/>
                  </a:lnTo>
                  <a:lnTo>
                    <a:pt x="1074705" y="167544"/>
                  </a:lnTo>
                  <a:lnTo>
                    <a:pt x="1087239" y="205489"/>
                  </a:lnTo>
                  <a:lnTo>
                    <a:pt x="1094070" y="244887"/>
                  </a:lnTo>
                  <a:lnTo>
                    <a:pt x="1095375" y="271462"/>
                  </a:lnTo>
                  <a:lnTo>
                    <a:pt x="1095292" y="278106"/>
                  </a:lnTo>
                  <a:lnTo>
                    <a:pt x="1091375" y="317847"/>
                  </a:lnTo>
                  <a:lnTo>
                    <a:pt x="1081674" y="356614"/>
                  </a:lnTo>
                  <a:lnTo>
                    <a:pt x="1066391" y="393489"/>
                  </a:lnTo>
                  <a:lnTo>
                    <a:pt x="1045854" y="427761"/>
                  </a:lnTo>
                  <a:lnTo>
                    <a:pt x="1020519" y="458622"/>
                  </a:lnTo>
                  <a:lnTo>
                    <a:pt x="990923" y="485457"/>
                  </a:lnTo>
                  <a:lnTo>
                    <a:pt x="957718" y="507612"/>
                  </a:lnTo>
                  <a:lnTo>
                    <a:pt x="921605" y="524739"/>
                  </a:lnTo>
                  <a:lnTo>
                    <a:pt x="883389" y="536312"/>
                  </a:lnTo>
                  <a:lnTo>
                    <a:pt x="843883" y="542161"/>
                  </a:lnTo>
                  <a:lnTo>
                    <a:pt x="823912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3" y="497205"/>
                  </a:lnTo>
                  <a:lnTo>
                    <a:pt x="89156" y="472594"/>
                  </a:lnTo>
                  <a:lnTo>
                    <a:pt x="61617" y="443674"/>
                  </a:lnTo>
                  <a:lnTo>
                    <a:pt x="38617" y="411027"/>
                  </a:lnTo>
                  <a:lnTo>
                    <a:pt x="20659" y="375380"/>
                  </a:lnTo>
                  <a:lnTo>
                    <a:pt x="8130" y="337399"/>
                  </a:lnTo>
                  <a:lnTo>
                    <a:pt x="1304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" name="object 112"/>
          <p:cNvGrpSpPr/>
          <p:nvPr/>
        </p:nvGrpSpPr>
        <p:grpSpPr>
          <a:xfrm>
            <a:off x="13582650" y="4333875"/>
            <a:ext cx="2524125" cy="552450"/>
            <a:chOff x="13582650" y="4333875"/>
            <a:chExt cx="2524125" cy="552450"/>
          </a:xfrm>
        </p:grpSpPr>
        <p:sp>
          <p:nvSpPr>
            <p:cNvPr id="113" name="object 113"/>
            <p:cNvSpPr/>
            <p:nvPr/>
          </p:nvSpPr>
          <p:spPr>
            <a:xfrm>
              <a:off x="13587412" y="4338637"/>
              <a:ext cx="2514600" cy="542925"/>
            </a:xfrm>
            <a:custGeom>
              <a:avLst/>
              <a:gdLst/>
              <a:ahLst/>
              <a:cxnLst/>
              <a:rect l="l" t="t" r="r" b="b"/>
              <a:pathLst>
                <a:path w="2514600" h="542925">
                  <a:moveTo>
                    <a:pt x="2249802" y="87"/>
                  </a:moveTo>
                  <a:lnTo>
                    <a:pt x="271462" y="0"/>
                  </a:lnTo>
                  <a:lnTo>
                    <a:pt x="231632" y="2935"/>
                  </a:lnTo>
                  <a:lnTo>
                    <a:pt x="192659" y="11691"/>
                  </a:lnTo>
                  <a:lnTo>
                    <a:pt x="155394" y="26050"/>
                  </a:lnTo>
                  <a:lnTo>
                    <a:pt x="120637" y="45736"/>
                  </a:lnTo>
                  <a:lnTo>
                    <a:pt x="89157" y="70316"/>
                  </a:lnTo>
                  <a:lnTo>
                    <a:pt x="61620" y="99240"/>
                  </a:lnTo>
                  <a:lnTo>
                    <a:pt x="38619" y="131884"/>
                  </a:lnTo>
                  <a:lnTo>
                    <a:pt x="20662" y="167561"/>
                  </a:lnTo>
                  <a:lnTo>
                    <a:pt x="8132" y="205491"/>
                  </a:lnTo>
                  <a:lnTo>
                    <a:pt x="1308" y="244850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8"/>
                  </a:lnTo>
                  <a:lnTo>
                    <a:pt x="13695" y="356620"/>
                  </a:lnTo>
                  <a:lnTo>
                    <a:pt x="28985" y="393510"/>
                  </a:lnTo>
                  <a:lnTo>
                    <a:pt x="49517" y="427768"/>
                  </a:lnTo>
                  <a:lnTo>
                    <a:pt x="74848" y="458647"/>
                  </a:lnTo>
                  <a:lnTo>
                    <a:pt x="104451" y="485464"/>
                  </a:lnTo>
                  <a:lnTo>
                    <a:pt x="137655" y="507654"/>
                  </a:lnTo>
                  <a:lnTo>
                    <a:pt x="173765" y="524737"/>
                  </a:lnTo>
                  <a:lnTo>
                    <a:pt x="211981" y="536328"/>
                  </a:lnTo>
                  <a:lnTo>
                    <a:pt x="251497" y="542191"/>
                  </a:lnTo>
                  <a:lnTo>
                    <a:pt x="264799" y="542843"/>
                  </a:lnTo>
                  <a:lnTo>
                    <a:pt x="2249800" y="542843"/>
                  </a:lnTo>
                  <a:lnTo>
                    <a:pt x="2289542" y="538929"/>
                  </a:lnTo>
                  <a:lnTo>
                    <a:pt x="2328294" y="529230"/>
                  </a:lnTo>
                  <a:lnTo>
                    <a:pt x="2365188" y="513937"/>
                  </a:lnTo>
                  <a:lnTo>
                    <a:pt x="2399445" y="493399"/>
                  </a:lnTo>
                  <a:lnTo>
                    <a:pt x="2430315" y="468068"/>
                  </a:lnTo>
                  <a:lnTo>
                    <a:pt x="2457144" y="438471"/>
                  </a:lnTo>
                  <a:lnTo>
                    <a:pt x="2479330" y="405265"/>
                  </a:lnTo>
                  <a:lnTo>
                    <a:pt x="2496411" y="369157"/>
                  </a:lnTo>
                  <a:lnTo>
                    <a:pt x="2508003" y="330940"/>
                  </a:lnTo>
                  <a:lnTo>
                    <a:pt x="2513865" y="291434"/>
                  </a:lnTo>
                  <a:lnTo>
                    <a:pt x="2514518" y="278128"/>
                  </a:lnTo>
                  <a:lnTo>
                    <a:pt x="2514518" y="264796"/>
                  </a:lnTo>
                  <a:lnTo>
                    <a:pt x="2510602" y="225039"/>
                  </a:lnTo>
                  <a:lnTo>
                    <a:pt x="2500893" y="186298"/>
                  </a:lnTo>
                  <a:lnTo>
                    <a:pt x="2485614" y="149395"/>
                  </a:lnTo>
                  <a:lnTo>
                    <a:pt x="2465082" y="115134"/>
                  </a:lnTo>
                  <a:lnTo>
                    <a:pt x="2439740" y="84272"/>
                  </a:lnTo>
                  <a:lnTo>
                    <a:pt x="2410146" y="57446"/>
                  </a:lnTo>
                  <a:lnTo>
                    <a:pt x="2376938" y="35259"/>
                  </a:lnTo>
                  <a:lnTo>
                    <a:pt x="2340834" y="18180"/>
                  </a:lnTo>
                  <a:lnTo>
                    <a:pt x="2302618" y="6592"/>
                  </a:lnTo>
                  <a:lnTo>
                    <a:pt x="2263107" y="743"/>
                  </a:lnTo>
                  <a:lnTo>
                    <a:pt x="2249802" y="87"/>
                  </a:lnTo>
                  <a:close/>
                </a:path>
              </a:pathLst>
            </a:custGeom>
            <a:solidFill>
              <a:srgbClr val="C46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3587412" y="4338637"/>
              <a:ext cx="2514600" cy="542925"/>
            </a:xfrm>
            <a:custGeom>
              <a:avLst/>
              <a:gdLst/>
              <a:ahLst/>
              <a:cxnLst/>
              <a:rect l="l" t="t" r="r" b="b"/>
              <a:pathLst>
                <a:path w="2514600" h="542925">
                  <a:moveTo>
                    <a:pt x="0" y="271462"/>
                  </a:moveTo>
                  <a:lnTo>
                    <a:pt x="2936" y="231624"/>
                  </a:lnTo>
                  <a:lnTo>
                    <a:pt x="11687" y="192690"/>
                  </a:lnTo>
                  <a:lnTo>
                    <a:pt x="26059" y="155388"/>
                  </a:lnTo>
                  <a:lnTo>
                    <a:pt x="45748" y="120586"/>
                  </a:lnTo>
                  <a:lnTo>
                    <a:pt x="70318" y="89177"/>
                  </a:lnTo>
                  <a:lnTo>
                    <a:pt x="99250" y="61626"/>
                  </a:lnTo>
                  <a:lnTo>
                    <a:pt x="131901" y="38576"/>
                  </a:lnTo>
                  <a:lnTo>
                    <a:pt x="167573" y="20669"/>
                  </a:lnTo>
                  <a:lnTo>
                    <a:pt x="205504" y="8155"/>
                  </a:lnTo>
                  <a:lnTo>
                    <a:pt x="244859" y="1333"/>
                  </a:lnTo>
                  <a:lnTo>
                    <a:pt x="271462" y="0"/>
                  </a:lnTo>
                  <a:lnTo>
                    <a:pt x="2243137" y="0"/>
                  </a:lnTo>
                  <a:lnTo>
                    <a:pt x="2282969" y="2964"/>
                  </a:lnTo>
                  <a:lnTo>
                    <a:pt x="2321937" y="11715"/>
                  </a:lnTo>
                  <a:lnTo>
                    <a:pt x="2359200" y="26050"/>
                  </a:lnTo>
                  <a:lnTo>
                    <a:pt x="2393956" y="45719"/>
                  </a:lnTo>
                  <a:lnTo>
                    <a:pt x="2425440" y="70330"/>
                  </a:lnTo>
                  <a:lnTo>
                    <a:pt x="2452982" y="99250"/>
                  </a:lnTo>
                  <a:lnTo>
                    <a:pt x="2475982" y="131873"/>
                  </a:lnTo>
                  <a:lnTo>
                    <a:pt x="2493930" y="167544"/>
                  </a:lnTo>
                  <a:lnTo>
                    <a:pt x="2506464" y="205489"/>
                  </a:lnTo>
                  <a:lnTo>
                    <a:pt x="2513295" y="244887"/>
                  </a:lnTo>
                  <a:lnTo>
                    <a:pt x="2514600" y="271462"/>
                  </a:lnTo>
                  <a:lnTo>
                    <a:pt x="2514517" y="278119"/>
                  </a:lnTo>
                  <a:lnTo>
                    <a:pt x="2510604" y="317847"/>
                  </a:lnTo>
                  <a:lnTo>
                    <a:pt x="2500899" y="356614"/>
                  </a:lnTo>
                  <a:lnTo>
                    <a:pt x="2485616" y="393489"/>
                  </a:lnTo>
                  <a:lnTo>
                    <a:pt x="2465079" y="427761"/>
                  </a:lnTo>
                  <a:lnTo>
                    <a:pt x="2439748" y="458622"/>
                  </a:lnTo>
                  <a:lnTo>
                    <a:pt x="2410148" y="485457"/>
                  </a:lnTo>
                  <a:lnTo>
                    <a:pt x="2376943" y="507612"/>
                  </a:lnTo>
                  <a:lnTo>
                    <a:pt x="2340830" y="524739"/>
                  </a:lnTo>
                  <a:lnTo>
                    <a:pt x="2302614" y="536312"/>
                  </a:lnTo>
                  <a:lnTo>
                    <a:pt x="2263104" y="542161"/>
                  </a:lnTo>
                  <a:lnTo>
                    <a:pt x="2243137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3" y="497205"/>
                  </a:lnTo>
                  <a:lnTo>
                    <a:pt x="89156" y="472594"/>
                  </a:lnTo>
                  <a:lnTo>
                    <a:pt x="61617" y="443674"/>
                  </a:lnTo>
                  <a:lnTo>
                    <a:pt x="38617" y="411027"/>
                  </a:lnTo>
                  <a:lnTo>
                    <a:pt x="20659" y="375380"/>
                  </a:lnTo>
                  <a:lnTo>
                    <a:pt x="8130" y="337435"/>
                  </a:lnTo>
                  <a:lnTo>
                    <a:pt x="1304" y="298037"/>
                  </a:lnTo>
                  <a:lnTo>
                    <a:pt x="0" y="271462"/>
                  </a:lnTo>
                  <a:close/>
                </a:path>
              </a:pathLst>
            </a:custGeom>
            <a:ln w="9524">
              <a:solidFill>
                <a:srgbClr val="C46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5" name="object 115"/>
          <p:cNvGrpSpPr/>
          <p:nvPr/>
        </p:nvGrpSpPr>
        <p:grpSpPr>
          <a:xfrm>
            <a:off x="13582650" y="5019675"/>
            <a:ext cx="2381250" cy="552450"/>
            <a:chOff x="13582650" y="5019675"/>
            <a:chExt cx="2381250" cy="552450"/>
          </a:xfrm>
        </p:grpSpPr>
        <p:sp>
          <p:nvSpPr>
            <p:cNvPr id="116" name="object 116"/>
            <p:cNvSpPr/>
            <p:nvPr/>
          </p:nvSpPr>
          <p:spPr>
            <a:xfrm>
              <a:off x="13587412" y="5024437"/>
              <a:ext cx="2371725" cy="542925"/>
            </a:xfrm>
            <a:custGeom>
              <a:avLst/>
              <a:gdLst/>
              <a:ahLst/>
              <a:cxnLst/>
              <a:rect l="l" t="t" r="r" b="b"/>
              <a:pathLst>
                <a:path w="2371725" h="542925">
                  <a:moveTo>
                    <a:pt x="2106927" y="87"/>
                  </a:moveTo>
                  <a:lnTo>
                    <a:pt x="271462" y="0"/>
                  </a:lnTo>
                  <a:lnTo>
                    <a:pt x="231632" y="2942"/>
                  </a:lnTo>
                  <a:lnTo>
                    <a:pt x="192659" y="11682"/>
                  </a:lnTo>
                  <a:lnTo>
                    <a:pt x="155394" y="26057"/>
                  </a:lnTo>
                  <a:lnTo>
                    <a:pt x="120637" y="45736"/>
                  </a:lnTo>
                  <a:lnTo>
                    <a:pt x="89157" y="70321"/>
                  </a:lnTo>
                  <a:lnTo>
                    <a:pt x="61620" y="99249"/>
                  </a:lnTo>
                  <a:lnTo>
                    <a:pt x="38619" y="131902"/>
                  </a:lnTo>
                  <a:lnTo>
                    <a:pt x="20662" y="167571"/>
                  </a:lnTo>
                  <a:lnTo>
                    <a:pt x="8132" y="205502"/>
                  </a:lnTo>
                  <a:lnTo>
                    <a:pt x="1308" y="244850"/>
                  </a:lnTo>
                  <a:lnTo>
                    <a:pt x="0" y="271462"/>
                  </a:lnTo>
                  <a:lnTo>
                    <a:pt x="81" y="278131"/>
                  </a:lnTo>
                  <a:lnTo>
                    <a:pt x="3995" y="317868"/>
                  </a:lnTo>
                  <a:lnTo>
                    <a:pt x="13695" y="356620"/>
                  </a:lnTo>
                  <a:lnTo>
                    <a:pt x="28985" y="393506"/>
                  </a:lnTo>
                  <a:lnTo>
                    <a:pt x="49517" y="427761"/>
                  </a:lnTo>
                  <a:lnTo>
                    <a:pt x="74848" y="458647"/>
                  </a:lnTo>
                  <a:lnTo>
                    <a:pt x="104451" y="485477"/>
                  </a:lnTo>
                  <a:lnTo>
                    <a:pt x="137655" y="507660"/>
                  </a:lnTo>
                  <a:lnTo>
                    <a:pt x="173765" y="524737"/>
                  </a:lnTo>
                  <a:lnTo>
                    <a:pt x="211981" y="536325"/>
                  </a:lnTo>
                  <a:lnTo>
                    <a:pt x="251497" y="542187"/>
                  </a:lnTo>
                  <a:lnTo>
                    <a:pt x="264799" y="542843"/>
                  </a:lnTo>
                  <a:lnTo>
                    <a:pt x="2106925" y="542843"/>
                  </a:lnTo>
                  <a:lnTo>
                    <a:pt x="2146667" y="538921"/>
                  </a:lnTo>
                  <a:lnTo>
                    <a:pt x="2185419" y="529223"/>
                  </a:lnTo>
                  <a:lnTo>
                    <a:pt x="2222315" y="513942"/>
                  </a:lnTo>
                  <a:lnTo>
                    <a:pt x="2256570" y="493409"/>
                  </a:lnTo>
                  <a:lnTo>
                    <a:pt x="2287440" y="468064"/>
                  </a:lnTo>
                  <a:lnTo>
                    <a:pt x="2314269" y="438469"/>
                  </a:lnTo>
                  <a:lnTo>
                    <a:pt x="2336455" y="405256"/>
                  </a:lnTo>
                  <a:lnTo>
                    <a:pt x="2353536" y="369157"/>
                  </a:lnTo>
                  <a:lnTo>
                    <a:pt x="2365128" y="330940"/>
                  </a:lnTo>
                  <a:lnTo>
                    <a:pt x="2370990" y="291436"/>
                  </a:lnTo>
                  <a:lnTo>
                    <a:pt x="2371643" y="278131"/>
                  </a:lnTo>
                  <a:lnTo>
                    <a:pt x="2371643" y="264796"/>
                  </a:lnTo>
                  <a:lnTo>
                    <a:pt x="2367727" y="225052"/>
                  </a:lnTo>
                  <a:lnTo>
                    <a:pt x="2358018" y="186311"/>
                  </a:lnTo>
                  <a:lnTo>
                    <a:pt x="2342739" y="149412"/>
                  </a:lnTo>
                  <a:lnTo>
                    <a:pt x="2322197" y="115147"/>
                  </a:lnTo>
                  <a:lnTo>
                    <a:pt x="2296865" y="84278"/>
                  </a:lnTo>
                  <a:lnTo>
                    <a:pt x="2267271" y="57455"/>
                  </a:lnTo>
                  <a:lnTo>
                    <a:pt x="2234063" y="35259"/>
                  </a:lnTo>
                  <a:lnTo>
                    <a:pt x="2197959" y="18179"/>
                  </a:lnTo>
                  <a:lnTo>
                    <a:pt x="2159743" y="6592"/>
                  </a:lnTo>
                  <a:lnTo>
                    <a:pt x="2120232" y="743"/>
                  </a:lnTo>
                  <a:lnTo>
                    <a:pt x="2106927" y="87"/>
                  </a:lnTo>
                  <a:close/>
                </a:path>
              </a:pathLst>
            </a:custGeom>
            <a:solidFill>
              <a:srgbClr val="C46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3587412" y="5024437"/>
              <a:ext cx="2371725" cy="542925"/>
            </a:xfrm>
            <a:custGeom>
              <a:avLst/>
              <a:gdLst/>
              <a:ahLst/>
              <a:cxnLst/>
              <a:rect l="l" t="t" r="r" b="b"/>
              <a:pathLst>
                <a:path w="2371725" h="542925">
                  <a:moveTo>
                    <a:pt x="0" y="271462"/>
                  </a:moveTo>
                  <a:lnTo>
                    <a:pt x="2936" y="231659"/>
                  </a:lnTo>
                  <a:lnTo>
                    <a:pt x="11687" y="192690"/>
                  </a:lnTo>
                  <a:lnTo>
                    <a:pt x="26059" y="155388"/>
                  </a:lnTo>
                  <a:lnTo>
                    <a:pt x="45748" y="120681"/>
                  </a:lnTo>
                  <a:lnTo>
                    <a:pt x="70318" y="89177"/>
                  </a:lnTo>
                  <a:lnTo>
                    <a:pt x="99250" y="61626"/>
                  </a:lnTo>
                  <a:lnTo>
                    <a:pt x="131901" y="38576"/>
                  </a:lnTo>
                  <a:lnTo>
                    <a:pt x="167573" y="20669"/>
                  </a:lnTo>
                  <a:lnTo>
                    <a:pt x="205504" y="8155"/>
                  </a:lnTo>
                  <a:lnTo>
                    <a:pt x="244859" y="1333"/>
                  </a:lnTo>
                  <a:lnTo>
                    <a:pt x="271462" y="0"/>
                  </a:lnTo>
                  <a:lnTo>
                    <a:pt x="2100262" y="0"/>
                  </a:lnTo>
                  <a:lnTo>
                    <a:pt x="2140098" y="2964"/>
                  </a:lnTo>
                  <a:lnTo>
                    <a:pt x="2179062" y="11715"/>
                  </a:lnTo>
                  <a:lnTo>
                    <a:pt x="2216329" y="26050"/>
                  </a:lnTo>
                  <a:lnTo>
                    <a:pt x="2251081" y="45719"/>
                  </a:lnTo>
                  <a:lnTo>
                    <a:pt x="2282563" y="70330"/>
                  </a:lnTo>
                  <a:lnTo>
                    <a:pt x="2310107" y="99250"/>
                  </a:lnTo>
                  <a:lnTo>
                    <a:pt x="2333102" y="131897"/>
                  </a:lnTo>
                  <a:lnTo>
                    <a:pt x="2351055" y="167544"/>
                  </a:lnTo>
                  <a:lnTo>
                    <a:pt x="2363589" y="205489"/>
                  </a:lnTo>
                  <a:lnTo>
                    <a:pt x="2370420" y="244887"/>
                  </a:lnTo>
                  <a:lnTo>
                    <a:pt x="2371725" y="271462"/>
                  </a:lnTo>
                  <a:lnTo>
                    <a:pt x="2371642" y="278119"/>
                  </a:lnTo>
                  <a:lnTo>
                    <a:pt x="2367725" y="317847"/>
                  </a:lnTo>
                  <a:lnTo>
                    <a:pt x="2358024" y="356614"/>
                  </a:lnTo>
                  <a:lnTo>
                    <a:pt x="2342741" y="393489"/>
                  </a:lnTo>
                  <a:lnTo>
                    <a:pt x="2322204" y="427761"/>
                  </a:lnTo>
                  <a:lnTo>
                    <a:pt x="2296864" y="458622"/>
                  </a:lnTo>
                  <a:lnTo>
                    <a:pt x="2267273" y="485457"/>
                  </a:lnTo>
                  <a:lnTo>
                    <a:pt x="2234068" y="507666"/>
                  </a:lnTo>
                  <a:lnTo>
                    <a:pt x="2197955" y="524739"/>
                  </a:lnTo>
                  <a:lnTo>
                    <a:pt x="2159743" y="536312"/>
                  </a:lnTo>
                  <a:lnTo>
                    <a:pt x="2120229" y="542161"/>
                  </a:lnTo>
                  <a:lnTo>
                    <a:pt x="2100262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62"/>
                  </a:lnTo>
                  <a:lnTo>
                    <a:pt x="120643" y="497205"/>
                  </a:lnTo>
                  <a:lnTo>
                    <a:pt x="89156" y="472594"/>
                  </a:lnTo>
                  <a:lnTo>
                    <a:pt x="61617" y="443674"/>
                  </a:lnTo>
                  <a:lnTo>
                    <a:pt x="38617" y="411027"/>
                  </a:lnTo>
                  <a:lnTo>
                    <a:pt x="20659" y="375380"/>
                  </a:lnTo>
                  <a:lnTo>
                    <a:pt x="8130" y="337435"/>
                  </a:lnTo>
                  <a:lnTo>
                    <a:pt x="1304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C46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13569950" y="2147570"/>
            <a:ext cx="2346960" cy="32924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spc="180" dirty="0">
                <a:solidFill>
                  <a:srgbClr val="8A857C"/>
                </a:solidFill>
                <a:latin typeface="Courier New"/>
                <a:cs typeface="Courier New"/>
              </a:rPr>
              <a:t>MERANIE</a:t>
            </a:r>
            <a:r>
              <a:rPr sz="1800" spc="459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185" dirty="0">
                <a:solidFill>
                  <a:srgbClr val="8A857C"/>
                </a:solidFill>
                <a:latin typeface="Courier New"/>
                <a:cs typeface="Courier New"/>
              </a:rPr>
              <a:t>TRANSFORMÁCIE</a:t>
            </a:r>
            <a:endParaRPr sz="1800">
              <a:latin typeface="Courier New"/>
              <a:cs typeface="Courier New"/>
            </a:endParaRPr>
          </a:p>
          <a:p>
            <a:pPr marL="212725" marR="38100">
              <a:lnSpc>
                <a:spcPts val="5400"/>
              </a:lnSpc>
              <a:spcBef>
                <a:spcPts val="45"/>
              </a:spcBef>
              <a:tabLst>
                <a:tab pos="1596390" algn="l"/>
              </a:tabLst>
            </a:pP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Length</a:t>
            </a:r>
            <a:r>
              <a:rPr sz="1800" dirty="0">
                <a:solidFill>
                  <a:srgbClr val="1A1A1A"/>
                </a:solidFill>
                <a:latin typeface="Courier New"/>
                <a:cs typeface="Courier New"/>
              </a:rPr>
              <a:t>	</a:t>
            </a:r>
            <a:r>
              <a:rPr sz="1800" spc="-20" dirty="0">
                <a:solidFill>
                  <a:srgbClr val="1A1A1A"/>
                </a:solidFill>
                <a:latin typeface="Courier New"/>
                <a:cs typeface="Courier New"/>
              </a:rPr>
              <a:t>Angle </a:t>
            </a:r>
            <a:r>
              <a:rPr sz="1800" spc="-10" dirty="0">
                <a:solidFill>
                  <a:srgbClr val="1A1A1A"/>
                </a:solidFill>
                <a:latin typeface="Courier New"/>
                <a:cs typeface="Courier New"/>
              </a:rPr>
              <a:t>Slope</a:t>
            </a:r>
            <a:endParaRPr sz="1800">
              <a:latin typeface="Courier New"/>
              <a:cs typeface="Courier New"/>
            </a:endParaRPr>
          </a:p>
          <a:p>
            <a:pPr marL="212725" marR="5080">
              <a:lnSpc>
                <a:spcPts val="540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Reflect</a:t>
            </a:r>
            <a:r>
              <a:rPr sz="1800" spc="1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point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Reflect</a:t>
            </a:r>
            <a:r>
              <a:rPr sz="1800" spc="1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line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13582650" y="5705475"/>
            <a:ext cx="1247775" cy="552450"/>
            <a:chOff x="13582650" y="5705475"/>
            <a:chExt cx="1247775" cy="552450"/>
          </a:xfrm>
        </p:grpSpPr>
        <p:sp>
          <p:nvSpPr>
            <p:cNvPr id="120" name="object 120"/>
            <p:cNvSpPr/>
            <p:nvPr/>
          </p:nvSpPr>
          <p:spPr>
            <a:xfrm>
              <a:off x="13587412" y="5710237"/>
              <a:ext cx="1238250" cy="542925"/>
            </a:xfrm>
            <a:custGeom>
              <a:avLst/>
              <a:gdLst/>
              <a:ahLst/>
              <a:cxnLst/>
              <a:rect l="l" t="t" r="r" b="b"/>
              <a:pathLst>
                <a:path w="1238250" h="542925">
                  <a:moveTo>
                    <a:pt x="973450" y="87"/>
                  </a:moveTo>
                  <a:lnTo>
                    <a:pt x="271462" y="0"/>
                  </a:lnTo>
                  <a:lnTo>
                    <a:pt x="231632" y="2937"/>
                  </a:lnTo>
                  <a:lnTo>
                    <a:pt x="192659" y="11691"/>
                  </a:lnTo>
                  <a:lnTo>
                    <a:pt x="155394" y="26056"/>
                  </a:lnTo>
                  <a:lnTo>
                    <a:pt x="120637" y="45745"/>
                  </a:lnTo>
                  <a:lnTo>
                    <a:pt x="89157" y="70325"/>
                  </a:lnTo>
                  <a:lnTo>
                    <a:pt x="61620" y="99249"/>
                  </a:lnTo>
                  <a:lnTo>
                    <a:pt x="38619" y="131908"/>
                  </a:lnTo>
                  <a:lnTo>
                    <a:pt x="20662" y="167571"/>
                  </a:lnTo>
                  <a:lnTo>
                    <a:pt x="8132" y="205501"/>
                  </a:lnTo>
                  <a:lnTo>
                    <a:pt x="1308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0"/>
                  </a:lnTo>
                  <a:lnTo>
                    <a:pt x="13695" y="356613"/>
                  </a:lnTo>
                  <a:lnTo>
                    <a:pt x="28985" y="393510"/>
                  </a:lnTo>
                  <a:lnTo>
                    <a:pt x="49517" y="427767"/>
                  </a:lnTo>
                  <a:lnTo>
                    <a:pt x="74848" y="458637"/>
                  </a:lnTo>
                  <a:lnTo>
                    <a:pt x="104451" y="485454"/>
                  </a:lnTo>
                  <a:lnTo>
                    <a:pt x="137655" y="507645"/>
                  </a:lnTo>
                  <a:lnTo>
                    <a:pt x="173765" y="524723"/>
                  </a:lnTo>
                  <a:lnTo>
                    <a:pt x="211981" y="536323"/>
                  </a:lnTo>
                  <a:lnTo>
                    <a:pt x="251497" y="542191"/>
                  </a:lnTo>
                  <a:lnTo>
                    <a:pt x="264799" y="542843"/>
                  </a:lnTo>
                  <a:lnTo>
                    <a:pt x="973450" y="542843"/>
                  </a:lnTo>
                  <a:lnTo>
                    <a:pt x="1013192" y="538923"/>
                  </a:lnTo>
                  <a:lnTo>
                    <a:pt x="1051944" y="529216"/>
                  </a:lnTo>
                  <a:lnTo>
                    <a:pt x="1088840" y="513927"/>
                  </a:lnTo>
                  <a:lnTo>
                    <a:pt x="1123095" y="493390"/>
                  </a:lnTo>
                  <a:lnTo>
                    <a:pt x="1153965" y="468058"/>
                  </a:lnTo>
                  <a:lnTo>
                    <a:pt x="1180794" y="438462"/>
                  </a:lnTo>
                  <a:lnTo>
                    <a:pt x="1202980" y="405263"/>
                  </a:lnTo>
                  <a:lnTo>
                    <a:pt x="1220061" y="369152"/>
                  </a:lnTo>
                  <a:lnTo>
                    <a:pt x="1231654" y="330936"/>
                  </a:lnTo>
                  <a:lnTo>
                    <a:pt x="1237515" y="291434"/>
                  </a:lnTo>
                  <a:lnTo>
                    <a:pt x="1238168" y="278128"/>
                  </a:lnTo>
                  <a:lnTo>
                    <a:pt x="1238168" y="264798"/>
                  </a:lnTo>
                  <a:lnTo>
                    <a:pt x="1234252" y="225054"/>
                  </a:lnTo>
                  <a:lnTo>
                    <a:pt x="1224543" y="186307"/>
                  </a:lnTo>
                  <a:lnTo>
                    <a:pt x="1209264" y="149412"/>
                  </a:lnTo>
                  <a:lnTo>
                    <a:pt x="1188732" y="115151"/>
                  </a:lnTo>
                  <a:lnTo>
                    <a:pt x="1163390" y="84277"/>
                  </a:lnTo>
                  <a:lnTo>
                    <a:pt x="1133796" y="57455"/>
                  </a:lnTo>
                  <a:lnTo>
                    <a:pt x="1100588" y="35260"/>
                  </a:lnTo>
                  <a:lnTo>
                    <a:pt x="1064484" y="18188"/>
                  </a:lnTo>
                  <a:lnTo>
                    <a:pt x="1026263" y="6601"/>
                  </a:lnTo>
                  <a:lnTo>
                    <a:pt x="986752" y="743"/>
                  </a:lnTo>
                  <a:lnTo>
                    <a:pt x="973450" y="87"/>
                  </a:lnTo>
                  <a:close/>
                </a:path>
              </a:pathLst>
            </a:custGeom>
            <a:solidFill>
              <a:srgbClr val="C46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3587412" y="5710237"/>
              <a:ext cx="1238250" cy="542925"/>
            </a:xfrm>
            <a:custGeom>
              <a:avLst/>
              <a:gdLst/>
              <a:ahLst/>
              <a:cxnLst/>
              <a:rect l="l" t="t" r="r" b="b"/>
              <a:pathLst>
                <a:path w="1238250" h="542925">
                  <a:moveTo>
                    <a:pt x="0" y="271462"/>
                  </a:moveTo>
                  <a:lnTo>
                    <a:pt x="2936" y="231659"/>
                  </a:lnTo>
                  <a:lnTo>
                    <a:pt x="11687" y="192690"/>
                  </a:lnTo>
                  <a:lnTo>
                    <a:pt x="26059" y="155400"/>
                  </a:lnTo>
                  <a:lnTo>
                    <a:pt x="45748" y="120681"/>
                  </a:lnTo>
                  <a:lnTo>
                    <a:pt x="70318" y="89177"/>
                  </a:lnTo>
                  <a:lnTo>
                    <a:pt x="99250" y="61626"/>
                  </a:lnTo>
                  <a:lnTo>
                    <a:pt x="131901" y="38588"/>
                  </a:lnTo>
                  <a:lnTo>
                    <a:pt x="167573" y="20669"/>
                  </a:lnTo>
                  <a:lnTo>
                    <a:pt x="205504" y="8155"/>
                  </a:lnTo>
                  <a:lnTo>
                    <a:pt x="244859" y="1333"/>
                  </a:lnTo>
                  <a:lnTo>
                    <a:pt x="271462" y="0"/>
                  </a:lnTo>
                  <a:lnTo>
                    <a:pt x="966787" y="0"/>
                  </a:lnTo>
                  <a:lnTo>
                    <a:pt x="1006618" y="2964"/>
                  </a:lnTo>
                  <a:lnTo>
                    <a:pt x="1045587" y="11715"/>
                  </a:lnTo>
                  <a:lnTo>
                    <a:pt x="1082854" y="26050"/>
                  </a:lnTo>
                  <a:lnTo>
                    <a:pt x="1117606" y="45719"/>
                  </a:lnTo>
                  <a:lnTo>
                    <a:pt x="1149092" y="70330"/>
                  </a:lnTo>
                  <a:lnTo>
                    <a:pt x="1176632" y="99250"/>
                  </a:lnTo>
                  <a:lnTo>
                    <a:pt x="1199628" y="131897"/>
                  </a:lnTo>
                  <a:lnTo>
                    <a:pt x="1217580" y="167544"/>
                  </a:lnTo>
                  <a:lnTo>
                    <a:pt x="1230114" y="205489"/>
                  </a:lnTo>
                  <a:lnTo>
                    <a:pt x="1236945" y="244887"/>
                  </a:lnTo>
                  <a:lnTo>
                    <a:pt x="1238250" y="271462"/>
                  </a:lnTo>
                  <a:lnTo>
                    <a:pt x="1238167" y="278119"/>
                  </a:lnTo>
                  <a:lnTo>
                    <a:pt x="1234254" y="317847"/>
                  </a:lnTo>
                  <a:lnTo>
                    <a:pt x="1224549" y="356614"/>
                  </a:lnTo>
                  <a:lnTo>
                    <a:pt x="1209266" y="393489"/>
                  </a:lnTo>
                  <a:lnTo>
                    <a:pt x="1188729" y="427761"/>
                  </a:lnTo>
                  <a:lnTo>
                    <a:pt x="1163394" y="458622"/>
                  </a:lnTo>
                  <a:lnTo>
                    <a:pt x="1133798" y="485457"/>
                  </a:lnTo>
                  <a:lnTo>
                    <a:pt x="1100593" y="507612"/>
                  </a:lnTo>
                  <a:lnTo>
                    <a:pt x="1064480" y="524739"/>
                  </a:lnTo>
                  <a:lnTo>
                    <a:pt x="1026264" y="536312"/>
                  </a:lnTo>
                  <a:lnTo>
                    <a:pt x="986754" y="542161"/>
                  </a:lnTo>
                  <a:lnTo>
                    <a:pt x="966787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3" y="497205"/>
                  </a:lnTo>
                  <a:lnTo>
                    <a:pt x="89156" y="472594"/>
                  </a:lnTo>
                  <a:lnTo>
                    <a:pt x="61617" y="443674"/>
                  </a:lnTo>
                  <a:lnTo>
                    <a:pt x="38617" y="411027"/>
                  </a:lnTo>
                  <a:lnTo>
                    <a:pt x="20659" y="375380"/>
                  </a:lnTo>
                  <a:lnTo>
                    <a:pt x="8130" y="337435"/>
                  </a:lnTo>
                  <a:lnTo>
                    <a:pt x="1304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C46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122"/>
          <p:cNvGrpSpPr/>
          <p:nvPr/>
        </p:nvGrpSpPr>
        <p:grpSpPr>
          <a:xfrm>
            <a:off x="14963775" y="5705475"/>
            <a:ext cx="1676400" cy="552450"/>
            <a:chOff x="14963775" y="5705475"/>
            <a:chExt cx="1676400" cy="552450"/>
          </a:xfrm>
        </p:grpSpPr>
        <p:sp>
          <p:nvSpPr>
            <p:cNvPr id="123" name="object 123"/>
            <p:cNvSpPr/>
            <p:nvPr/>
          </p:nvSpPr>
          <p:spPr>
            <a:xfrm>
              <a:off x="14968537" y="5710237"/>
              <a:ext cx="1666875" cy="542925"/>
            </a:xfrm>
            <a:custGeom>
              <a:avLst/>
              <a:gdLst/>
              <a:ahLst/>
              <a:cxnLst/>
              <a:rect l="l" t="t" r="r" b="b"/>
              <a:pathLst>
                <a:path w="1666875" h="542925">
                  <a:moveTo>
                    <a:pt x="1402075" y="87"/>
                  </a:moveTo>
                  <a:lnTo>
                    <a:pt x="271462" y="0"/>
                  </a:lnTo>
                  <a:lnTo>
                    <a:pt x="231632" y="2937"/>
                  </a:lnTo>
                  <a:lnTo>
                    <a:pt x="192659" y="11691"/>
                  </a:lnTo>
                  <a:lnTo>
                    <a:pt x="155394" y="26056"/>
                  </a:lnTo>
                  <a:lnTo>
                    <a:pt x="120637" y="45745"/>
                  </a:lnTo>
                  <a:lnTo>
                    <a:pt x="89157" y="70325"/>
                  </a:lnTo>
                  <a:lnTo>
                    <a:pt x="61620" y="99249"/>
                  </a:lnTo>
                  <a:lnTo>
                    <a:pt x="38619" y="131908"/>
                  </a:lnTo>
                  <a:lnTo>
                    <a:pt x="20662" y="167571"/>
                  </a:lnTo>
                  <a:lnTo>
                    <a:pt x="8131" y="205501"/>
                  </a:lnTo>
                  <a:lnTo>
                    <a:pt x="1308" y="244858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0" y="317860"/>
                  </a:lnTo>
                  <a:lnTo>
                    <a:pt x="13695" y="356613"/>
                  </a:lnTo>
                  <a:lnTo>
                    <a:pt x="28985" y="393510"/>
                  </a:lnTo>
                  <a:lnTo>
                    <a:pt x="49517" y="427767"/>
                  </a:lnTo>
                  <a:lnTo>
                    <a:pt x="74848" y="458637"/>
                  </a:lnTo>
                  <a:lnTo>
                    <a:pt x="104451" y="485454"/>
                  </a:lnTo>
                  <a:lnTo>
                    <a:pt x="137655" y="507645"/>
                  </a:lnTo>
                  <a:lnTo>
                    <a:pt x="173765" y="524723"/>
                  </a:lnTo>
                  <a:lnTo>
                    <a:pt x="211981" y="536323"/>
                  </a:lnTo>
                  <a:lnTo>
                    <a:pt x="251497" y="542191"/>
                  </a:lnTo>
                  <a:lnTo>
                    <a:pt x="264799" y="542843"/>
                  </a:lnTo>
                  <a:lnTo>
                    <a:pt x="1402075" y="542843"/>
                  </a:lnTo>
                  <a:lnTo>
                    <a:pt x="1441817" y="538923"/>
                  </a:lnTo>
                  <a:lnTo>
                    <a:pt x="1480569" y="529216"/>
                  </a:lnTo>
                  <a:lnTo>
                    <a:pt x="1517463" y="513927"/>
                  </a:lnTo>
                  <a:lnTo>
                    <a:pt x="1551720" y="493390"/>
                  </a:lnTo>
                  <a:lnTo>
                    <a:pt x="1582590" y="468058"/>
                  </a:lnTo>
                  <a:lnTo>
                    <a:pt x="1609419" y="438462"/>
                  </a:lnTo>
                  <a:lnTo>
                    <a:pt x="1631605" y="405263"/>
                  </a:lnTo>
                  <a:lnTo>
                    <a:pt x="1648686" y="369152"/>
                  </a:lnTo>
                  <a:lnTo>
                    <a:pt x="1660279" y="330936"/>
                  </a:lnTo>
                  <a:lnTo>
                    <a:pt x="1666140" y="291434"/>
                  </a:lnTo>
                  <a:lnTo>
                    <a:pt x="1666793" y="278128"/>
                  </a:lnTo>
                  <a:lnTo>
                    <a:pt x="1666793" y="264798"/>
                  </a:lnTo>
                  <a:lnTo>
                    <a:pt x="1662877" y="225054"/>
                  </a:lnTo>
                  <a:lnTo>
                    <a:pt x="1653173" y="186307"/>
                  </a:lnTo>
                  <a:lnTo>
                    <a:pt x="1637889" y="149412"/>
                  </a:lnTo>
                  <a:lnTo>
                    <a:pt x="1617352" y="115151"/>
                  </a:lnTo>
                  <a:lnTo>
                    <a:pt x="1592015" y="84277"/>
                  </a:lnTo>
                  <a:lnTo>
                    <a:pt x="1562421" y="57455"/>
                  </a:lnTo>
                  <a:lnTo>
                    <a:pt x="1529213" y="35260"/>
                  </a:lnTo>
                  <a:lnTo>
                    <a:pt x="1493109" y="18188"/>
                  </a:lnTo>
                  <a:lnTo>
                    <a:pt x="1454893" y="6601"/>
                  </a:lnTo>
                  <a:lnTo>
                    <a:pt x="1415377" y="743"/>
                  </a:lnTo>
                  <a:lnTo>
                    <a:pt x="1402075" y="87"/>
                  </a:lnTo>
                  <a:close/>
                </a:path>
              </a:pathLst>
            </a:custGeom>
            <a:solidFill>
              <a:srgbClr val="C46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4968537" y="5710237"/>
              <a:ext cx="1666875" cy="542925"/>
            </a:xfrm>
            <a:custGeom>
              <a:avLst/>
              <a:gdLst/>
              <a:ahLst/>
              <a:cxnLst/>
              <a:rect l="l" t="t" r="r" b="b"/>
              <a:pathLst>
                <a:path w="1666875" h="542925">
                  <a:moveTo>
                    <a:pt x="0" y="271462"/>
                  </a:moveTo>
                  <a:lnTo>
                    <a:pt x="2936" y="231659"/>
                  </a:lnTo>
                  <a:lnTo>
                    <a:pt x="11687" y="192690"/>
                  </a:lnTo>
                  <a:lnTo>
                    <a:pt x="26059" y="155400"/>
                  </a:lnTo>
                  <a:lnTo>
                    <a:pt x="45748" y="120681"/>
                  </a:lnTo>
                  <a:lnTo>
                    <a:pt x="70318" y="89177"/>
                  </a:lnTo>
                  <a:lnTo>
                    <a:pt x="99250" y="61626"/>
                  </a:lnTo>
                  <a:lnTo>
                    <a:pt x="131901" y="38588"/>
                  </a:lnTo>
                  <a:lnTo>
                    <a:pt x="167573" y="20669"/>
                  </a:lnTo>
                  <a:lnTo>
                    <a:pt x="205500" y="8155"/>
                  </a:lnTo>
                  <a:lnTo>
                    <a:pt x="244859" y="1333"/>
                  </a:lnTo>
                  <a:lnTo>
                    <a:pt x="271462" y="0"/>
                  </a:lnTo>
                  <a:lnTo>
                    <a:pt x="1395412" y="0"/>
                  </a:lnTo>
                  <a:lnTo>
                    <a:pt x="1435244" y="2964"/>
                  </a:lnTo>
                  <a:lnTo>
                    <a:pt x="1474212" y="11715"/>
                  </a:lnTo>
                  <a:lnTo>
                    <a:pt x="1511475" y="26050"/>
                  </a:lnTo>
                  <a:lnTo>
                    <a:pt x="1546221" y="45719"/>
                  </a:lnTo>
                  <a:lnTo>
                    <a:pt x="1577713" y="70330"/>
                  </a:lnTo>
                  <a:lnTo>
                    <a:pt x="1605257" y="99250"/>
                  </a:lnTo>
                  <a:lnTo>
                    <a:pt x="1628253" y="131897"/>
                  </a:lnTo>
                  <a:lnTo>
                    <a:pt x="1646205" y="167544"/>
                  </a:lnTo>
                  <a:lnTo>
                    <a:pt x="1658739" y="205489"/>
                  </a:lnTo>
                  <a:lnTo>
                    <a:pt x="1665570" y="244887"/>
                  </a:lnTo>
                  <a:lnTo>
                    <a:pt x="1666875" y="271462"/>
                  </a:lnTo>
                  <a:lnTo>
                    <a:pt x="1666792" y="278119"/>
                  </a:lnTo>
                  <a:lnTo>
                    <a:pt x="1662875" y="317847"/>
                  </a:lnTo>
                  <a:lnTo>
                    <a:pt x="1653174" y="356614"/>
                  </a:lnTo>
                  <a:lnTo>
                    <a:pt x="1637891" y="393489"/>
                  </a:lnTo>
                  <a:lnTo>
                    <a:pt x="1617354" y="427761"/>
                  </a:lnTo>
                  <a:lnTo>
                    <a:pt x="1592015" y="458622"/>
                  </a:lnTo>
                  <a:lnTo>
                    <a:pt x="1562419" y="485457"/>
                  </a:lnTo>
                  <a:lnTo>
                    <a:pt x="1529217" y="507612"/>
                  </a:lnTo>
                  <a:lnTo>
                    <a:pt x="1493105" y="524739"/>
                  </a:lnTo>
                  <a:lnTo>
                    <a:pt x="1454893" y="536312"/>
                  </a:lnTo>
                  <a:lnTo>
                    <a:pt x="1415385" y="542161"/>
                  </a:lnTo>
                  <a:lnTo>
                    <a:pt x="1395412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3" y="497205"/>
                  </a:lnTo>
                  <a:lnTo>
                    <a:pt x="89156" y="472594"/>
                  </a:lnTo>
                  <a:lnTo>
                    <a:pt x="61617" y="443674"/>
                  </a:lnTo>
                  <a:lnTo>
                    <a:pt x="38617" y="411027"/>
                  </a:lnTo>
                  <a:lnTo>
                    <a:pt x="20659" y="375380"/>
                  </a:lnTo>
                  <a:lnTo>
                    <a:pt x="8130" y="337435"/>
                  </a:lnTo>
                  <a:lnTo>
                    <a:pt x="1304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C46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5" name="object 125"/>
          <p:cNvGrpSpPr/>
          <p:nvPr/>
        </p:nvGrpSpPr>
        <p:grpSpPr>
          <a:xfrm>
            <a:off x="13582650" y="6391275"/>
            <a:ext cx="1247775" cy="552450"/>
            <a:chOff x="13582650" y="6391275"/>
            <a:chExt cx="1247775" cy="552450"/>
          </a:xfrm>
        </p:grpSpPr>
        <p:sp>
          <p:nvSpPr>
            <p:cNvPr id="126" name="object 126"/>
            <p:cNvSpPr/>
            <p:nvPr/>
          </p:nvSpPr>
          <p:spPr>
            <a:xfrm>
              <a:off x="13587412" y="6396037"/>
              <a:ext cx="1238250" cy="542925"/>
            </a:xfrm>
            <a:custGeom>
              <a:avLst/>
              <a:gdLst/>
              <a:ahLst/>
              <a:cxnLst/>
              <a:rect l="l" t="t" r="r" b="b"/>
              <a:pathLst>
                <a:path w="1238250" h="542925">
                  <a:moveTo>
                    <a:pt x="973450" y="81"/>
                  </a:moveTo>
                  <a:lnTo>
                    <a:pt x="271462" y="0"/>
                  </a:lnTo>
                  <a:lnTo>
                    <a:pt x="231632" y="2934"/>
                  </a:lnTo>
                  <a:lnTo>
                    <a:pt x="192659" y="11691"/>
                  </a:lnTo>
                  <a:lnTo>
                    <a:pt x="155394" y="26065"/>
                  </a:lnTo>
                  <a:lnTo>
                    <a:pt x="120637" y="45736"/>
                  </a:lnTo>
                  <a:lnTo>
                    <a:pt x="89157" y="70313"/>
                  </a:lnTo>
                  <a:lnTo>
                    <a:pt x="61620" y="99249"/>
                  </a:lnTo>
                  <a:lnTo>
                    <a:pt x="38619" y="131893"/>
                  </a:lnTo>
                  <a:lnTo>
                    <a:pt x="20662" y="167571"/>
                  </a:lnTo>
                  <a:lnTo>
                    <a:pt x="8132" y="205492"/>
                  </a:lnTo>
                  <a:lnTo>
                    <a:pt x="1308" y="244850"/>
                  </a:lnTo>
                  <a:lnTo>
                    <a:pt x="0" y="271462"/>
                  </a:lnTo>
                  <a:lnTo>
                    <a:pt x="81" y="278128"/>
                  </a:lnTo>
                  <a:lnTo>
                    <a:pt x="3995" y="317868"/>
                  </a:lnTo>
                  <a:lnTo>
                    <a:pt x="13695" y="356611"/>
                  </a:lnTo>
                  <a:lnTo>
                    <a:pt x="28985" y="393501"/>
                  </a:lnTo>
                  <a:lnTo>
                    <a:pt x="49517" y="427767"/>
                  </a:lnTo>
                  <a:lnTo>
                    <a:pt x="74848" y="458637"/>
                  </a:lnTo>
                  <a:lnTo>
                    <a:pt x="104451" y="485456"/>
                  </a:lnTo>
                  <a:lnTo>
                    <a:pt x="137655" y="507641"/>
                  </a:lnTo>
                  <a:lnTo>
                    <a:pt x="173765" y="524728"/>
                  </a:lnTo>
                  <a:lnTo>
                    <a:pt x="211981" y="536319"/>
                  </a:lnTo>
                  <a:lnTo>
                    <a:pt x="251497" y="542187"/>
                  </a:lnTo>
                  <a:lnTo>
                    <a:pt x="264799" y="542843"/>
                  </a:lnTo>
                  <a:lnTo>
                    <a:pt x="973450" y="542843"/>
                  </a:lnTo>
                  <a:lnTo>
                    <a:pt x="1013192" y="538920"/>
                  </a:lnTo>
                  <a:lnTo>
                    <a:pt x="1051944" y="529213"/>
                  </a:lnTo>
                  <a:lnTo>
                    <a:pt x="1088840" y="513923"/>
                  </a:lnTo>
                  <a:lnTo>
                    <a:pt x="1123095" y="493381"/>
                  </a:lnTo>
                  <a:lnTo>
                    <a:pt x="1153965" y="468055"/>
                  </a:lnTo>
                  <a:lnTo>
                    <a:pt x="1180794" y="438471"/>
                  </a:lnTo>
                  <a:lnTo>
                    <a:pt x="1202980" y="405256"/>
                  </a:lnTo>
                  <a:lnTo>
                    <a:pt x="1220061" y="369148"/>
                  </a:lnTo>
                  <a:lnTo>
                    <a:pt x="1231654" y="330936"/>
                  </a:lnTo>
                  <a:lnTo>
                    <a:pt x="1237515" y="291434"/>
                  </a:lnTo>
                  <a:lnTo>
                    <a:pt x="1238168" y="278128"/>
                  </a:lnTo>
                  <a:lnTo>
                    <a:pt x="1238168" y="264801"/>
                  </a:lnTo>
                  <a:lnTo>
                    <a:pt x="1234252" y="225045"/>
                  </a:lnTo>
                  <a:lnTo>
                    <a:pt x="1224543" y="186307"/>
                  </a:lnTo>
                  <a:lnTo>
                    <a:pt x="1209264" y="149405"/>
                  </a:lnTo>
                  <a:lnTo>
                    <a:pt x="1188732" y="115138"/>
                  </a:lnTo>
                  <a:lnTo>
                    <a:pt x="1163390" y="84272"/>
                  </a:lnTo>
                  <a:lnTo>
                    <a:pt x="1133796" y="57446"/>
                  </a:lnTo>
                  <a:lnTo>
                    <a:pt x="1100588" y="35260"/>
                  </a:lnTo>
                  <a:lnTo>
                    <a:pt x="1064484" y="18188"/>
                  </a:lnTo>
                  <a:lnTo>
                    <a:pt x="1026263" y="6592"/>
                  </a:lnTo>
                  <a:lnTo>
                    <a:pt x="986752" y="733"/>
                  </a:lnTo>
                  <a:lnTo>
                    <a:pt x="973450" y="81"/>
                  </a:lnTo>
                  <a:close/>
                </a:path>
              </a:pathLst>
            </a:custGeom>
            <a:solidFill>
              <a:srgbClr val="C468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3587412" y="6396037"/>
              <a:ext cx="1238250" cy="542925"/>
            </a:xfrm>
            <a:custGeom>
              <a:avLst/>
              <a:gdLst/>
              <a:ahLst/>
              <a:cxnLst/>
              <a:rect l="l" t="t" r="r" b="b"/>
              <a:pathLst>
                <a:path w="1238250" h="542925">
                  <a:moveTo>
                    <a:pt x="0" y="271462"/>
                  </a:moveTo>
                  <a:lnTo>
                    <a:pt x="2936" y="231624"/>
                  </a:lnTo>
                  <a:lnTo>
                    <a:pt x="11687" y="192690"/>
                  </a:lnTo>
                  <a:lnTo>
                    <a:pt x="26059" y="155388"/>
                  </a:lnTo>
                  <a:lnTo>
                    <a:pt x="45748" y="120681"/>
                  </a:lnTo>
                  <a:lnTo>
                    <a:pt x="70318" y="89177"/>
                  </a:lnTo>
                  <a:lnTo>
                    <a:pt x="99250" y="61626"/>
                  </a:lnTo>
                  <a:lnTo>
                    <a:pt x="131901" y="38576"/>
                  </a:lnTo>
                  <a:lnTo>
                    <a:pt x="167573" y="20669"/>
                  </a:lnTo>
                  <a:lnTo>
                    <a:pt x="205504" y="8155"/>
                  </a:lnTo>
                  <a:lnTo>
                    <a:pt x="244859" y="1333"/>
                  </a:lnTo>
                  <a:lnTo>
                    <a:pt x="271462" y="0"/>
                  </a:lnTo>
                  <a:lnTo>
                    <a:pt x="966787" y="0"/>
                  </a:lnTo>
                  <a:lnTo>
                    <a:pt x="1006618" y="2964"/>
                  </a:lnTo>
                  <a:lnTo>
                    <a:pt x="1045587" y="11715"/>
                  </a:lnTo>
                  <a:lnTo>
                    <a:pt x="1082854" y="26086"/>
                  </a:lnTo>
                  <a:lnTo>
                    <a:pt x="1117606" y="45719"/>
                  </a:lnTo>
                  <a:lnTo>
                    <a:pt x="1149092" y="70330"/>
                  </a:lnTo>
                  <a:lnTo>
                    <a:pt x="1176632" y="99250"/>
                  </a:lnTo>
                  <a:lnTo>
                    <a:pt x="1199628" y="131885"/>
                  </a:lnTo>
                  <a:lnTo>
                    <a:pt x="1217580" y="167544"/>
                  </a:lnTo>
                  <a:lnTo>
                    <a:pt x="1230114" y="205489"/>
                  </a:lnTo>
                  <a:lnTo>
                    <a:pt x="1236945" y="244887"/>
                  </a:lnTo>
                  <a:lnTo>
                    <a:pt x="1238250" y="271462"/>
                  </a:lnTo>
                  <a:lnTo>
                    <a:pt x="1238167" y="278119"/>
                  </a:lnTo>
                  <a:lnTo>
                    <a:pt x="1234254" y="317847"/>
                  </a:lnTo>
                  <a:lnTo>
                    <a:pt x="1224549" y="356614"/>
                  </a:lnTo>
                  <a:lnTo>
                    <a:pt x="1209266" y="393489"/>
                  </a:lnTo>
                  <a:lnTo>
                    <a:pt x="1188729" y="427761"/>
                  </a:lnTo>
                  <a:lnTo>
                    <a:pt x="1163394" y="458622"/>
                  </a:lnTo>
                  <a:lnTo>
                    <a:pt x="1133798" y="485456"/>
                  </a:lnTo>
                  <a:lnTo>
                    <a:pt x="1100593" y="507611"/>
                  </a:lnTo>
                  <a:lnTo>
                    <a:pt x="1064480" y="524739"/>
                  </a:lnTo>
                  <a:lnTo>
                    <a:pt x="1026264" y="536312"/>
                  </a:lnTo>
                  <a:lnTo>
                    <a:pt x="986754" y="542161"/>
                  </a:lnTo>
                  <a:lnTo>
                    <a:pt x="966787" y="542925"/>
                  </a:lnTo>
                  <a:lnTo>
                    <a:pt x="271462" y="542925"/>
                  </a:lnTo>
                  <a:lnTo>
                    <a:pt x="231631" y="539960"/>
                  </a:lnTo>
                  <a:lnTo>
                    <a:pt x="192662" y="531209"/>
                  </a:lnTo>
                  <a:lnTo>
                    <a:pt x="155394" y="516826"/>
                  </a:lnTo>
                  <a:lnTo>
                    <a:pt x="120643" y="497109"/>
                  </a:lnTo>
                  <a:lnTo>
                    <a:pt x="89156" y="472594"/>
                  </a:lnTo>
                  <a:lnTo>
                    <a:pt x="61617" y="443674"/>
                  </a:lnTo>
                  <a:lnTo>
                    <a:pt x="38617" y="411027"/>
                  </a:lnTo>
                  <a:lnTo>
                    <a:pt x="20659" y="375380"/>
                  </a:lnTo>
                  <a:lnTo>
                    <a:pt x="8130" y="337399"/>
                  </a:lnTo>
                  <a:lnTo>
                    <a:pt x="1304" y="29803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C46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13769975" y="5826125"/>
            <a:ext cx="268033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6365" algn="l"/>
              </a:tabLst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Rotate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Translate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Dilate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29" name="object 1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499" y="8734425"/>
            <a:ext cx="133350" cy="133350"/>
          </a:xfrm>
          <a:prstGeom prst="rect">
            <a:avLst/>
          </a:prstGeom>
        </p:spPr>
      </p:pic>
      <p:grpSp>
        <p:nvGrpSpPr>
          <p:cNvPr id="130" name="object 130"/>
          <p:cNvGrpSpPr/>
          <p:nvPr/>
        </p:nvGrpSpPr>
        <p:grpSpPr>
          <a:xfrm>
            <a:off x="1212684" y="8661616"/>
            <a:ext cx="1064895" cy="209550"/>
            <a:chOff x="1212684" y="8661616"/>
            <a:chExt cx="1064895" cy="209550"/>
          </a:xfrm>
        </p:grpSpPr>
        <p:pic>
          <p:nvPicPr>
            <p:cNvPr id="131" name="object 1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2684" y="8726957"/>
              <a:ext cx="124282" cy="144017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2171" y="8726957"/>
              <a:ext cx="208826" cy="144017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11401" y="8726957"/>
              <a:ext cx="107480" cy="140817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49018" y="8661616"/>
              <a:ext cx="106146" cy="206159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76501" y="8726957"/>
              <a:ext cx="400582" cy="144017"/>
            </a:xfrm>
            <a:prstGeom prst="rect">
              <a:avLst/>
            </a:prstGeom>
          </p:spPr>
        </p:pic>
      </p:grpSp>
      <p:grpSp>
        <p:nvGrpSpPr>
          <p:cNvPr id="136" name="object 136"/>
          <p:cNvGrpSpPr/>
          <p:nvPr/>
        </p:nvGrpSpPr>
        <p:grpSpPr>
          <a:xfrm>
            <a:off x="2361360" y="8660015"/>
            <a:ext cx="1325880" cy="261620"/>
            <a:chOff x="2361360" y="8660015"/>
            <a:chExt cx="1325880" cy="261620"/>
          </a:xfrm>
        </p:grpSpPr>
        <p:pic>
          <p:nvPicPr>
            <p:cNvPr id="137" name="object 1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1360" y="8730157"/>
              <a:ext cx="241363" cy="137617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2612058" y="8660015"/>
              <a:ext cx="124460" cy="261620"/>
            </a:xfrm>
            <a:custGeom>
              <a:avLst/>
              <a:gdLst/>
              <a:ahLst/>
              <a:cxnLst/>
              <a:rect l="l" t="t" r="r" b="b"/>
              <a:pathLst>
                <a:path w="124460" h="261620">
                  <a:moveTo>
                    <a:pt x="21336" y="70142"/>
                  </a:moveTo>
                  <a:lnTo>
                    <a:pt x="0" y="70142"/>
                  </a:lnTo>
                  <a:lnTo>
                    <a:pt x="51473" y="213093"/>
                  </a:lnTo>
                  <a:lnTo>
                    <a:pt x="41071" y="242430"/>
                  </a:lnTo>
                  <a:lnTo>
                    <a:pt x="19469" y="242430"/>
                  </a:lnTo>
                  <a:lnTo>
                    <a:pt x="19469" y="261099"/>
                  </a:lnTo>
                  <a:lnTo>
                    <a:pt x="37160" y="261099"/>
                  </a:lnTo>
                  <a:lnTo>
                    <a:pt x="42494" y="260477"/>
                  </a:lnTo>
                  <a:lnTo>
                    <a:pt x="62407" y="239763"/>
                  </a:lnTo>
                  <a:lnTo>
                    <a:pt x="81878" y="186156"/>
                  </a:lnTo>
                  <a:lnTo>
                    <a:pt x="60807" y="186156"/>
                  </a:lnTo>
                  <a:lnTo>
                    <a:pt x="54406" y="163753"/>
                  </a:lnTo>
                  <a:lnTo>
                    <a:pt x="21336" y="70142"/>
                  </a:lnTo>
                  <a:close/>
                </a:path>
                <a:path w="124460" h="261620">
                  <a:moveTo>
                    <a:pt x="124015" y="70142"/>
                  </a:moveTo>
                  <a:lnTo>
                    <a:pt x="102946" y="70142"/>
                  </a:lnTo>
                  <a:lnTo>
                    <a:pt x="69608" y="163753"/>
                  </a:lnTo>
                  <a:lnTo>
                    <a:pt x="62141" y="186156"/>
                  </a:lnTo>
                  <a:lnTo>
                    <a:pt x="81878" y="186156"/>
                  </a:lnTo>
                  <a:lnTo>
                    <a:pt x="124015" y="70142"/>
                  </a:lnTo>
                  <a:close/>
                </a:path>
                <a:path w="124460" h="261620">
                  <a:moveTo>
                    <a:pt x="72809" y="0"/>
                  </a:moveTo>
                  <a:lnTo>
                    <a:pt x="50139" y="45339"/>
                  </a:lnTo>
                  <a:lnTo>
                    <a:pt x="64007" y="51739"/>
                  </a:lnTo>
                  <a:lnTo>
                    <a:pt x="92278" y="9334"/>
                  </a:lnTo>
                  <a:lnTo>
                    <a:pt x="728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63277" y="8726957"/>
              <a:ext cx="331508" cy="144017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6256" y="8726957"/>
              <a:ext cx="107480" cy="140817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67607" y="8726957"/>
              <a:ext cx="121348" cy="144017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4159" y="8726957"/>
              <a:ext cx="107480" cy="140817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65511" y="8660015"/>
              <a:ext cx="121348" cy="210959"/>
            </a:xfrm>
            <a:prstGeom prst="rect">
              <a:avLst/>
            </a:prstGeom>
          </p:spPr>
        </p:pic>
      </p:grpSp>
      <p:grpSp>
        <p:nvGrpSpPr>
          <p:cNvPr id="144" name="object 144"/>
          <p:cNvGrpSpPr/>
          <p:nvPr/>
        </p:nvGrpSpPr>
        <p:grpSpPr>
          <a:xfrm>
            <a:off x="3785005" y="8670417"/>
            <a:ext cx="735330" cy="250825"/>
            <a:chOff x="3785005" y="8670417"/>
            <a:chExt cx="735330" cy="250825"/>
          </a:xfrm>
        </p:grpSpPr>
        <p:pic>
          <p:nvPicPr>
            <p:cNvPr id="145" name="object 1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85005" y="8726957"/>
              <a:ext cx="118681" cy="194157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39689" y="8730158"/>
              <a:ext cx="70675" cy="137617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4035168" y="8670417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70" h="197484">
                  <a:moveTo>
                    <a:pt x="17691" y="0"/>
                  </a:moveTo>
                  <a:lnTo>
                    <a:pt x="8623" y="0"/>
                  </a:lnTo>
                  <a:lnTo>
                    <a:pt x="5334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4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24" y="26358"/>
                  </a:lnTo>
                  <a:lnTo>
                    <a:pt x="25114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14" y="5556"/>
                  </a:lnTo>
                  <a:lnTo>
                    <a:pt x="21024" y="1111"/>
                  </a:lnTo>
                  <a:lnTo>
                    <a:pt x="17691" y="0"/>
                  </a:lnTo>
                  <a:close/>
                </a:path>
                <a:path w="26670" h="197484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7"/>
                  </a:lnTo>
                  <a:lnTo>
                    <a:pt x="23736" y="197357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4243" y="8670417"/>
              <a:ext cx="118681" cy="200558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57596" y="8730158"/>
              <a:ext cx="107480" cy="140817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01080" y="8670417"/>
              <a:ext cx="118681" cy="200558"/>
            </a:xfrm>
            <a:prstGeom prst="rect">
              <a:avLst/>
            </a:prstGeom>
          </p:spPr>
        </p:pic>
      </p:grpSp>
      <p:sp>
        <p:nvSpPr>
          <p:cNvPr id="151" name="object 151"/>
          <p:cNvSpPr/>
          <p:nvPr/>
        </p:nvSpPr>
        <p:spPr>
          <a:xfrm>
            <a:off x="4565091" y="8670417"/>
            <a:ext cx="96520" cy="197485"/>
          </a:xfrm>
          <a:custGeom>
            <a:avLst/>
            <a:gdLst/>
            <a:ahLst/>
            <a:cxnLst/>
            <a:rect l="l" t="t" r="r" b="b"/>
            <a:pathLst>
              <a:path w="96520" h="197484">
                <a:moveTo>
                  <a:pt x="41605" y="178689"/>
                </a:moveTo>
                <a:lnTo>
                  <a:pt x="21336" y="178689"/>
                </a:lnTo>
                <a:lnTo>
                  <a:pt x="21336" y="0"/>
                </a:lnTo>
                <a:lnTo>
                  <a:pt x="0" y="0"/>
                </a:lnTo>
                <a:lnTo>
                  <a:pt x="0" y="181622"/>
                </a:lnTo>
                <a:lnTo>
                  <a:pt x="1955" y="186918"/>
                </a:lnTo>
                <a:lnTo>
                  <a:pt x="9779" y="195275"/>
                </a:lnTo>
                <a:lnTo>
                  <a:pt x="15379" y="197358"/>
                </a:lnTo>
                <a:lnTo>
                  <a:pt x="41605" y="197358"/>
                </a:lnTo>
                <a:lnTo>
                  <a:pt x="41605" y="178689"/>
                </a:lnTo>
                <a:close/>
              </a:path>
              <a:path w="96520" h="197484">
                <a:moveTo>
                  <a:pt x="93878" y="59740"/>
                </a:moveTo>
                <a:lnTo>
                  <a:pt x="72542" y="59740"/>
                </a:lnTo>
                <a:lnTo>
                  <a:pt x="72542" y="197358"/>
                </a:lnTo>
                <a:lnTo>
                  <a:pt x="93878" y="197358"/>
                </a:lnTo>
                <a:lnTo>
                  <a:pt x="93878" y="59740"/>
                </a:lnTo>
                <a:close/>
              </a:path>
              <a:path w="96520" h="197484">
                <a:moveTo>
                  <a:pt x="96278" y="8445"/>
                </a:moveTo>
                <a:lnTo>
                  <a:pt x="95262" y="5562"/>
                </a:lnTo>
                <a:lnTo>
                  <a:pt x="91173" y="1117"/>
                </a:lnTo>
                <a:lnTo>
                  <a:pt x="87833" y="0"/>
                </a:lnTo>
                <a:lnTo>
                  <a:pt x="78765" y="0"/>
                </a:lnTo>
                <a:lnTo>
                  <a:pt x="75476" y="1117"/>
                </a:lnTo>
                <a:lnTo>
                  <a:pt x="71208" y="5562"/>
                </a:lnTo>
                <a:lnTo>
                  <a:pt x="70142" y="8445"/>
                </a:lnTo>
                <a:lnTo>
                  <a:pt x="70142" y="19024"/>
                </a:lnTo>
                <a:lnTo>
                  <a:pt x="71208" y="21920"/>
                </a:lnTo>
                <a:lnTo>
                  <a:pt x="75476" y="26365"/>
                </a:lnTo>
                <a:lnTo>
                  <a:pt x="78765" y="27470"/>
                </a:lnTo>
                <a:lnTo>
                  <a:pt x="87833" y="27470"/>
                </a:lnTo>
                <a:lnTo>
                  <a:pt x="91173" y="26365"/>
                </a:lnTo>
                <a:lnTo>
                  <a:pt x="95262" y="21920"/>
                </a:lnTo>
                <a:lnTo>
                  <a:pt x="96278" y="19024"/>
                </a:lnTo>
                <a:lnTo>
                  <a:pt x="96278" y="8445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2" name="object 15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749391" y="8730157"/>
            <a:ext cx="121615" cy="137617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952083" y="8670417"/>
            <a:ext cx="118681" cy="200558"/>
          </a:xfrm>
          <a:prstGeom prst="rect">
            <a:avLst/>
          </a:prstGeom>
        </p:spPr>
      </p:pic>
      <p:grpSp>
        <p:nvGrpSpPr>
          <p:cNvPr id="154" name="object 154"/>
          <p:cNvGrpSpPr/>
          <p:nvPr/>
        </p:nvGrpSpPr>
        <p:grpSpPr>
          <a:xfrm>
            <a:off x="5116103" y="8730157"/>
            <a:ext cx="204470" cy="140970"/>
            <a:chOff x="5116103" y="8730157"/>
            <a:chExt cx="204470" cy="140970"/>
          </a:xfrm>
        </p:grpSpPr>
        <p:pic>
          <p:nvPicPr>
            <p:cNvPr id="155" name="object 1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16103" y="8730157"/>
              <a:ext cx="70675" cy="137617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12649" y="8730157"/>
              <a:ext cx="107480" cy="140817"/>
            </a:xfrm>
            <a:prstGeom prst="rect">
              <a:avLst/>
            </a:prstGeom>
          </p:spPr>
        </p:pic>
      </p:grpSp>
      <p:grpSp>
        <p:nvGrpSpPr>
          <p:cNvPr id="157" name="object 157"/>
          <p:cNvGrpSpPr/>
          <p:nvPr/>
        </p:nvGrpSpPr>
        <p:grpSpPr>
          <a:xfrm>
            <a:off x="5365468" y="8670417"/>
            <a:ext cx="490220" cy="200660"/>
            <a:chOff x="5365468" y="8670417"/>
            <a:chExt cx="490220" cy="200660"/>
          </a:xfrm>
        </p:grpSpPr>
        <p:pic>
          <p:nvPicPr>
            <p:cNvPr id="158" name="object 15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65468" y="8670417"/>
              <a:ext cx="107480" cy="197358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6819" y="8726957"/>
              <a:ext cx="124282" cy="144017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66304" y="8726957"/>
              <a:ext cx="188823" cy="140817"/>
            </a:xfrm>
            <a:prstGeom prst="rect">
              <a:avLst/>
            </a:prstGeom>
          </p:spPr>
        </p:pic>
      </p:grpSp>
      <p:grpSp>
        <p:nvGrpSpPr>
          <p:cNvPr id="161" name="object 161"/>
          <p:cNvGrpSpPr/>
          <p:nvPr/>
        </p:nvGrpSpPr>
        <p:grpSpPr>
          <a:xfrm>
            <a:off x="5962074" y="8670417"/>
            <a:ext cx="866775" cy="250825"/>
            <a:chOff x="5962074" y="8670417"/>
            <a:chExt cx="866775" cy="250825"/>
          </a:xfrm>
        </p:grpSpPr>
        <p:pic>
          <p:nvPicPr>
            <p:cNvPr id="162" name="object 16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62074" y="8726957"/>
              <a:ext cx="118681" cy="194157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6626" y="8726957"/>
              <a:ext cx="124282" cy="144017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6266112" y="8670417"/>
              <a:ext cx="41910" cy="197485"/>
            </a:xfrm>
            <a:custGeom>
              <a:avLst/>
              <a:gdLst/>
              <a:ahLst/>
              <a:cxnLst/>
              <a:rect l="l" t="t" r="r" b="b"/>
              <a:pathLst>
                <a:path w="41910" h="197484">
                  <a:moveTo>
                    <a:pt x="21336" y="0"/>
                  </a:moveTo>
                  <a:lnTo>
                    <a:pt x="0" y="0"/>
                  </a:lnTo>
                  <a:lnTo>
                    <a:pt x="0" y="181622"/>
                  </a:lnTo>
                  <a:lnTo>
                    <a:pt x="1955" y="186912"/>
                  </a:lnTo>
                  <a:lnTo>
                    <a:pt x="9778" y="195268"/>
                  </a:lnTo>
                  <a:lnTo>
                    <a:pt x="15379" y="197357"/>
                  </a:lnTo>
                  <a:lnTo>
                    <a:pt x="41605" y="197357"/>
                  </a:lnTo>
                  <a:lnTo>
                    <a:pt x="41605" y="178688"/>
                  </a:lnTo>
                  <a:lnTo>
                    <a:pt x="21336" y="178688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38655" y="8726957"/>
              <a:ext cx="210692" cy="144017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584552" y="8670417"/>
              <a:ext cx="113347" cy="197358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21103" y="8730158"/>
              <a:ext cx="107480" cy="140817"/>
            </a:xfrm>
            <a:prstGeom prst="rect">
              <a:avLst/>
            </a:prstGeom>
          </p:spPr>
        </p:pic>
      </p:grpSp>
      <p:pic>
        <p:nvPicPr>
          <p:cNvPr id="168" name="object 16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52499" y="590550"/>
            <a:ext cx="95250" cy="95239"/>
          </a:xfrm>
          <a:prstGeom prst="rect">
            <a:avLst/>
          </a:prstGeom>
        </p:spPr>
      </p:pic>
      <p:sp>
        <p:nvSpPr>
          <p:cNvPr id="169" name="object 169"/>
          <p:cNvSpPr txBox="1"/>
          <p:nvPr/>
        </p:nvSpPr>
        <p:spPr>
          <a:xfrm>
            <a:off x="1149350" y="454025"/>
            <a:ext cx="191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10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NÁSTROJE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939800" y="9636125"/>
            <a:ext cx="191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10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NÁSTROJE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819925"/>
            <a:ext cx="13832205" cy="1834514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 marR="5080">
              <a:lnSpc>
                <a:spcPts val="6450"/>
              </a:lnSpc>
              <a:spcBef>
                <a:spcPts val="1430"/>
              </a:spcBef>
            </a:pPr>
            <a:r>
              <a:rPr sz="6300" spc="265" dirty="0">
                <a:solidFill>
                  <a:srgbClr val="1A1A1A"/>
                </a:solidFill>
                <a:latin typeface="Georgia"/>
                <a:cs typeface="Georgia"/>
              </a:rPr>
              <a:t>Z</a:t>
            </a:r>
            <a:r>
              <a:rPr sz="6300" spc="-24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204" dirty="0">
                <a:solidFill>
                  <a:srgbClr val="1A1A1A"/>
                </a:solidFill>
                <a:latin typeface="Georgia"/>
                <a:cs typeface="Georgia"/>
              </a:rPr>
              <a:t>jednoduchého</a:t>
            </a:r>
            <a:r>
              <a:rPr sz="6300" spc="-23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235" dirty="0">
                <a:solidFill>
                  <a:srgbClr val="1A1A1A"/>
                </a:solidFill>
                <a:latin typeface="Georgia"/>
                <a:cs typeface="Georgia"/>
              </a:rPr>
              <a:t>zoznamu</a:t>
            </a:r>
            <a:r>
              <a:rPr sz="6300" spc="-23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285" dirty="0">
                <a:solidFill>
                  <a:srgbClr val="1A1A1A"/>
                </a:solidFill>
                <a:latin typeface="Georgia"/>
                <a:cs typeface="Georgia"/>
              </a:rPr>
              <a:t>sa</a:t>
            </a:r>
            <a:r>
              <a:rPr sz="6300" spc="-23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300" spc="140" dirty="0">
                <a:solidFill>
                  <a:srgbClr val="1A1A1A"/>
                </a:solidFill>
                <a:latin typeface="Georgia"/>
                <a:cs typeface="Georgia"/>
              </a:rPr>
              <a:t>stal</a:t>
            </a:r>
            <a:r>
              <a:rPr sz="6300" spc="-24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6500" i="1" spc="-20" dirty="0">
                <a:solidFill>
                  <a:srgbClr val="C4683A"/>
                </a:solidFill>
                <a:latin typeface="Georgia"/>
                <a:cs typeface="Georgia"/>
              </a:rPr>
              <a:t>živý </a:t>
            </a:r>
            <a:r>
              <a:rPr sz="6500" i="1" spc="75" dirty="0">
                <a:solidFill>
                  <a:srgbClr val="C4683A"/>
                </a:solidFill>
                <a:latin typeface="Georgia"/>
                <a:cs typeface="Georgia"/>
              </a:rPr>
              <a:t>inšpektor</a:t>
            </a:r>
            <a:r>
              <a:rPr sz="6500" i="1" spc="-275" dirty="0">
                <a:solidFill>
                  <a:srgbClr val="C4683A"/>
                </a:solidFill>
                <a:latin typeface="Georgia"/>
                <a:cs typeface="Georgia"/>
              </a:rPr>
              <a:t> </a:t>
            </a:r>
            <a:r>
              <a:rPr sz="6500" i="1" spc="60" dirty="0">
                <a:solidFill>
                  <a:srgbClr val="C4683A"/>
                </a:solidFill>
                <a:latin typeface="Georgia"/>
                <a:cs typeface="Georgia"/>
              </a:rPr>
              <a:t>scény</a:t>
            </a:r>
            <a:r>
              <a:rPr sz="6300" spc="60" dirty="0">
                <a:solidFill>
                  <a:srgbClr val="1A1A1A"/>
                </a:solidFill>
                <a:latin typeface="Georgia"/>
                <a:cs typeface="Georgia"/>
              </a:rPr>
              <a:t>.</a:t>
            </a:r>
            <a:endParaRPr sz="63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2500" y="3533775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3619500" y="0"/>
                </a:moveTo>
                <a:lnTo>
                  <a:pt x="0" y="0"/>
                </a:lnTo>
                <a:lnTo>
                  <a:pt x="0" y="9525"/>
                </a:lnTo>
                <a:lnTo>
                  <a:pt x="3619500" y="9525"/>
                </a:lnTo>
                <a:lnTo>
                  <a:pt x="3619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9800" y="3073400"/>
            <a:ext cx="1150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70" dirty="0">
                <a:solidFill>
                  <a:srgbClr val="8A857C"/>
                </a:solidFill>
                <a:latin typeface="Courier New"/>
                <a:cs typeface="Courier New"/>
              </a:rPr>
              <a:t>PREDTÝM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62786" y="4074223"/>
            <a:ext cx="202565" cy="22225"/>
          </a:xfrm>
          <a:custGeom>
            <a:avLst/>
            <a:gdLst/>
            <a:ahLst/>
            <a:cxnLst/>
            <a:rect l="l" t="t" r="r" b="b"/>
            <a:pathLst>
              <a:path w="202565" h="22225">
                <a:moveTo>
                  <a:pt x="202310" y="0"/>
                </a:moveTo>
                <a:lnTo>
                  <a:pt x="0" y="0"/>
                </a:lnTo>
                <a:lnTo>
                  <a:pt x="0" y="21716"/>
                </a:lnTo>
                <a:lnTo>
                  <a:pt x="202310" y="21716"/>
                </a:lnTo>
                <a:lnTo>
                  <a:pt x="202310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267152" y="3960495"/>
            <a:ext cx="970915" cy="215265"/>
            <a:chOff x="1267152" y="3960495"/>
            <a:chExt cx="970915" cy="21526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7152" y="4021074"/>
              <a:ext cx="222599" cy="1543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5755" y="4021074"/>
              <a:ext cx="131730" cy="1543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0060" y="3960495"/>
              <a:ext cx="127158" cy="2148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41224" y="4072794"/>
              <a:ext cx="74930" cy="24765"/>
            </a:xfrm>
            <a:custGeom>
              <a:avLst/>
              <a:gdLst/>
              <a:ahLst/>
              <a:cxnLst/>
              <a:rect l="l" t="t" r="r" b="b"/>
              <a:pathLst>
                <a:path w="74930" h="24764">
                  <a:moveTo>
                    <a:pt x="74580" y="0"/>
                  </a:moveTo>
                  <a:lnTo>
                    <a:pt x="0" y="0"/>
                  </a:lnTo>
                  <a:lnTo>
                    <a:pt x="0" y="24574"/>
                  </a:lnTo>
                  <a:lnTo>
                    <a:pt x="74580" y="24574"/>
                  </a:lnTo>
                  <a:lnTo>
                    <a:pt x="7458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1808" y="4021074"/>
              <a:ext cx="133159" cy="1543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22686" y="4021074"/>
              <a:ext cx="115157" cy="15087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4992" y="3960495"/>
            <a:ext cx="188309" cy="26860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555026" y="4021073"/>
            <a:ext cx="953135" cy="154305"/>
            <a:chOff x="2555026" y="4021073"/>
            <a:chExt cx="953135" cy="154305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5026" y="4024502"/>
              <a:ext cx="113728" cy="14744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88757" y="4021073"/>
              <a:ext cx="133159" cy="1543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43348" y="4024502"/>
              <a:ext cx="113728" cy="14744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90795" y="4021073"/>
              <a:ext cx="115157" cy="1508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41385" y="4021073"/>
              <a:ext cx="131730" cy="15430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05691" y="4021073"/>
              <a:ext cx="202311" cy="150875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965930" y="4360545"/>
            <a:ext cx="1080770" cy="268605"/>
            <a:chOff x="965930" y="4360545"/>
            <a:chExt cx="1080770" cy="26860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5930" y="4421124"/>
              <a:ext cx="133159" cy="15430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36808" y="4360545"/>
              <a:ext cx="127158" cy="21488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78540" y="4360545"/>
              <a:ext cx="49530" cy="268605"/>
            </a:xfrm>
            <a:custGeom>
              <a:avLst/>
              <a:gdLst/>
              <a:ahLst/>
              <a:cxnLst/>
              <a:rect l="l" t="t" r="r" b="b"/>
              <a:pathLst>
                <a:path w="49530" h="268604">
                  <a:moveTo>
                    <a:pt x="46862" y="64007"/>
                  </a:moveTo>
                  <a:lnTo>
                    <a:pt x="24003" y="64007"/>
                  </a:lnTo>
                  <a:lnTo>
                    <a:pt x="24003" y="248602"/>
                  </a:lnTo>
                  <a:lnTo>
                    <a:pt x="0" y="248602"/>
                  </a:lnTo>
                  <a:lnTo>
                    <a:pt x="0" y="268604"/>
                  </a:lnTo>
                  <a:lnTo>
                    <a:pt x="14859" y="268604"/>
                  </a:lnTo>
                  <a:lnTo>
                    <a:pt x="46380" y="241539"/>
                  </a:lnTo>
                  <a:lnTo>
                    <a:pt x="46862" y="234314"/>
                  </a:lnTo>
                  <a:lnTo>
                    <a:pt x="46862" y="64007"/>
                  </a:lnTo>
                  <a:close/>
                </a:path>
                <a:path w="49530" h="268604">
                  <a:moveTo>
                    <a:pt x="40386" y="0"/>
                  </a:moveTo>
                  <a:lnTo>
                    <a:pt x="30670" y="0"/>
                  </a:lnTo>
                  <a:lnTo>
                    <a:pt x="27146" y="1189"/>
                  </a:lnTo>
                  <a:lnTo>
                    <a:pt x="22574" y="5952"/>
                  </a:lnTo>
                  <a:lnTo>
                    <a:pt x="21431" y="9048"/>
                  </a:lnTo>
                  <a:lnTo>
                    <a:pt x="21431" y="20383"/>
                  </a:lnTo>
                  <a:lnTo>
                    <a:pt x="22574" y="23478"/>
                  </a:lnTo>
                  <a:lnTo>
                    <a:pt x="27146" y="28240"/>
                  </a:lnTo>
                  <a:lnTo>
                    <a:pt x="30670" y="29432"/>
                  </a:lnTo>
                  <a:lnTo>
                    <a:pt x="40386" y="29432"/>
                  </a:lnTo>
                  <a:lnTo>
                    <a:pt x="43957" y="28240"/>
                  </a:lnTo>
                  <a:lnTo>
                    <a:pt x="48338" y="23478"/>
                  </a:lnTo>
                  <a:lnTo>
                    <a:pt x="49434" y="20383"/>
                  </a:lnTo>
                  <a:lnTo>
                    <a:pt x="49434" y="9048"/>
                  </a:lnTo>
                  <a:lnTo>
                    <a:pt x="48338" y="5952"/>
                  </a:lnTo>
                  <a:lnTo>
                    <a:pt x="43957" y="1189"/>
                  </a:lnTo>
                  <a:lnTo>
                    <a:pt x="40386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63122" y="4421124"/>
              <a:ext cx="130016" cy="15430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30858" y="4360545"/>
              <a:ext cx="211169" cy="21145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66887" y="4421124"/>
              <a:ext cx="279749" cy="154304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962786" y="5102923"/>
            <a:ext cx="202565" cy="22225"/>
          </a:xfrm>
          <a:custGeom>
            <a:avLst/>
            <a:gdLst/>
            <a:ahLst/>
            <a:cxnLst/>
            <a:rect l="l" t="t" r="r" b="b"/>
            <a:pathLst>
              <a:path w="202565" h="22225">
                <a:moveTo>
                  <a:pt x="202310" y="0"/>
                </a:moveTo>
                <a:lnTo>
                  <a:pt x="0" y="0"/>
                </a:lnTo>
                <a:lnTo>
                  <a:pt x="0" y="21716"/>
                </a:lnTo>
                <a:lnTo>
                  <a:pt x="202310" y="21716"/>
                </a:lnTo>
                <a:lnTo>
                  <a:pt x="202310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1251150" y="4978050"/>
            <a:ext cx="604520" cy="226060"/>
            <a:chOff x="1251150" y="4978050"/>
            <a:chExt cx="604520" cy="226060"/>
          </a:xfrm>
        </p:grpSpPr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51150" y="4989195"/>
              <a:ext cx="132016" cy="21145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4048" y="5049774"/>
              <a:ext cx="115157" cy="1508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10884" y="5053203"/>
              <a:ext cx="132873" cy="14744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25495" y="4978050"/>
              <a:ext cx="130016" cy="226028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1960666" y="4989195"/>
            <a:ext cx="966469" cy="268605"/>
            <a:chOff x="1960666" y="4989195"/>
            <a:chExt cx="966469" cy="268605"/>
          </a:xfrm>
        </p:grpSpPr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960666" y="5049774"/>
              <a:ext cx="127158" cy="2080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5543" y="5049774"/>
              <a:ext cx="133159" cy="15430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286421" y="5049774"/>
              <a:ext cx="127158" cy="20802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449584" y="4989195"/>
              <a:ext cx="28575" cy="211454"/>
            </a:xfrm>
            <a:custGeom>
              <a:avLst/>
              <a:gdLst/>
              <a:ahLst/>
              <a:cxnLst/>
              <a:rect l="l" t="t" r="r" b="b"/>
              <a:pathLst>
                <a:path w="28575" h="211454">
                  <a:moveTo>
                    <a:pt x="18954" y="0"/>
                  </a:moveTo>
                  <a:lnTo>
                    <a:pt x="9239" y="0"/>
                  </a:lnTo>
                  <a:lnTo>
                    <a:pt x="5715" y="1189"/>
                  </a:lnTo>
                  <a:lnTo>
                    <a:pt x="1143" y="5952"/>
                  </a:lnTo>
                  <a:lnTo>
                    <a:pt x="0" y="9048"/>
                  </a:lnTo>
                  <a:lnTo>
                    <a:pt x="0" y="20383"/>
                  </a:lnTo>
                  <a:lnTo>
                    <a:pt x="1143" y="23478"/>
                  </a:lnTo>
                  <a:lnTo>
                    <a:pt x="5715" y="28240"/>
                  </a:lnTo>
                  <a:lnTo>
                    <a:pt x="9239" y="29432"/>
                  </a:lnTo>
                  <a:lnTo>
                    <a:pt x="18954" y="29432"/>
                  </a:lnTo>
                  <a:lnTo>
                    <a:pt x="22527" y="28240"/>
                  </a:lnTo>
                  <a:lnTo>
                    <a:pt x="26908" y="23478"/>
                  </a:lnTo>
                  <a:lnTo>
                    <a:pt x="28003" y="20383"/>
                  </a:lnTo>
                  <a:lnTo>
                    <a:pt x="28003" y="9048"/>
                  </a:lnTo>
                  <a:lnTo>
                    <a:pt x="26908" y="5952"/>
                  </a:lnTo>
                  <a:lnTo>
                    <a:pt x="22527" y="1189"/>
                  </a:lnTo>
                  <a:lnTo>
                    <a:pt x="18954" y="0"/>
                  </a:lnTo>
                  <a:close/>
                </a:path>
                <a:path w="28575" h="211454">
                  <a:moveTo>
                    <a:pt x="25431" y="64007"/>
                  </a:moveTo>
                  <a:lnTo>
                    <a:pt x="2571" y="64007"/>
                  </a:lnTo>
                  <a:lnTo>
                    <a:pt x="2571" y="211454"/>
                  </a:lnTo>
                  <a:lnTo>
                    <a:pt x="25431" y="211454"/>
                  </a:lnTo>
                  <a:lnTo>
                    <a:pt x="25431" y="640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509592" y="5049774"/>
              <a:ext cx="112871" cy="15430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62754" y="4989195"/>
              <a:ext cx="264033" cy="268604"/>
            </a:xfrm>
            <a:prstGeom prst="rect">
              <a:avLst/>
            </a:prstGeom>
          </p:spPr>
        </p:pic>
      </p:grpSp>
      <p:sp>
        <p:nvSpPr>
          <p:cNvPr id="41" name="object 41"/>
          <p:cNvSpPr/>
          <p:nvPr/>
        </p:nvSpPr>
        <p:spPr>
          <a:xfrm>
            <a:off x="962786" y="5731573"/>
            <a:ext cx="202565" cy="22225"/>
          </a:xfrm>
          <a:custGeom>
            <a:avLst/>
            <a:gdLst/>
            <a:ahLst/>
            <a:cxnLst/>
            <a:rect l="l" t="t" r="r" b="b"/>
            <a:pathLst>
              <a:path w="202565" h="22225">
                <a:moveTo>
                  <a:pt x="202310" y="0"/>
                </a:moveTo>
                <a:lnTo>
                  <a:pt x="0" y="0"/>
                </a:lnTo>
                <a:lnTo>
                  <a:pt x="0" y="21716"/>
                </a:lnTo>
                <a:lnTo>
                  <a:pt x="202310" y="21716"/>
                </a:lnTo>
                <a:lnTo>
                  <a:pt x="202310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1267152" y="5617845"/>
            <a:ext cx="837565" cy="215265"/>
            <a:chOff x="1267152" y="5617845"/>
            <a:chExt cx="837565" cy="215265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7152" y="5678424"/>
              <a:ext cx="115157" cy="1508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76334" y="5617845"/>
              <a:ext cx="127158" cy="21488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18600" y="5678424"/>
              <a:ext cx="130016" cy="15430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0354" y="5678424"/>
              <a:ext cx="131730" cy="15430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904659" y="5617845"/>
              <a:ext cx="45085" cy="211454"/>
            </a:xfrm>
            <a:custGeom>
              <a:avLst/>
              <a:gdLst/>
              <a:ahLst/>
              <a:cxnLst/>
              <a:rect l="l" t="t" r="r" b="b"/>
              <a:pathLst>
                <a:path w="45085" h="211454">
                  <a:moveTo>
                    <a:pt x="22860" y="0"/>
                  </a:moveTo>
                  <a:lnTo>
                    <a:pt x="0" y="0"/>
                  </a:lnTo>
                  <a:lnTo>
                    <a:pt x="0" y="194595"/>
                  </a:lnTo>
                  <a:lnTo>
                    <a:pt x="2095" y="200262"/>
                  </a:lnTo>
                  <a:lnTo>
                    <a:pt x="10477" y="209215"/>
                  </a:lnTo>
                  <a:lnTo>
                    <a:pt x="16478" y="211454"/>
                  </a:lnTo>
                  <a:lnTo>
                    <a:pt x="44577" y="211454"/>
                  </a:lnTo>
                  <a:lnTo>
                    <a:pt x="44577" y="191452"/>
                  </a:lnTo>
                  <a:lnTo>
                    <a:pt x="22860" y="191452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1525" y="5678424"/>
              <a:ext cx="133159" cy="154304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2195838" y="5678423"/>
            <a:ext cx="273685" cy="154305"/>
            <a:chOff x="2195838" y="5678423"/>
            <a:chExt cx="273685" cy="154305"/>
          </a:xfrm>
        </p:grpSpPr>
        <p:pic>
          <p:nvPicPr>
            <p:cNvPr id="50" name="object 5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95838" y="5678423"/>
              <a:ext cx="112871" cy="15430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37285" y="5678423"/>
              <a:ext cx="131730" cy="154304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2558169" y="5617845"/>
            <a:ext cx="729615" cy="215265"/>
            <a:chOff x="2558169" y="5617845"/>
            <a:chExt cx="729615" cy="215265"/>
          </a:xfrm>
        </p:grpSpPr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58169" y="5678424"/>
              <a:ext cx="133159" cy="15430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878781" y="5640990"/>
              <a:ext cx="79438" cy="18830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19047" y="5617845"/>
              <a:ext cx="127158" cy="21488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992509" y="5617845"/>
              <a:ext cx="28575" cy="211454"/>
            </a:xfrm>
            <a:custGeom>
              <a:avLst/>
              <a:gdLst/>
              <a:ahLst/>
              <a:cxnLst/>
              <a:rect l="l" t="t" r="r" b="b"/>
              <a:pathLst>
                <a:path w="28575" h="211454">
                  <a:moveTo>
                    <a:pt x="18954" y="0"/>
                  </a:moveTo>
                  <a:lnTo>
                    <a:pt x="9239" y="0"/>
                  </a:lnTo>
                  <a:lnTo>
                    <a:pt x="5715" y="1189"/>
                  </a:lnTo>
                  <a:lnTo>
                    <a:pt x="1143" y="5952"/>
                  </a:lnTo>
                  <a:lnTo>
                    <a:pt x="0" y="9048"/>
                  </a:lnTo>
                  <a:lnTo>
                    <a:pt x="0" y="20383"/>
                  </a:lnTo>
                  <a:lnTo>
                    <a:pt x="1143" y="23478"/>
                  </a:lnTo>
                  <a:lnTo>
                    <a:pt x="5715" y="28240"/>
                  </a:lnTo>
                  <a:lnTo>
                    <a:pt x="9239" y="29432"/>
                  </a:lnTo>
                  <a:lnTo>
                    <a:pt x="18954" y="29432"/>
                  </a:lnTo>
                  <a:lnTo>
                    <a:pt x="22525" y="28240"/>
                  </a:lnTo>
                  <a:lnTo>
                    <a:pt x="26907" y="23478"/>
                  </a:lnTo>
                  <a:lnTo>
                    <a:pt x="28003" y="20383"/>
                  </a:lnTo>
                  <a:lnTo>
                    <a:pt x="28003" y="9048"/>
                  </a:lnTo>
                  <a:lnTo>
                    <a:pt x="26907" y="5952"/>
                  </a:lnTo>
                  <a:lnTo>
                    <a:pt x="22525" y="1189"/>
                  </a:lnTo>
                  <a:lnTo>
                    <a:pt x="18954" y="0"/>
                  </a:lnTo>
                  <a:close/>
                </a:path>
                <a:path w="28575" h="211454">
                  <a:moveTo>
                    <a:pt x="25431" y="64007"/>
                  </a:moveTo>
                  <a:lnTo>
                    <a:pt x="2571" y="64007"/>
                  </a:lnTo>
                  <a:lnTo>
                    <a:pt x="2571" y="211454"/>
                  </a:lnTo>
                  <a:lnTo>
                    <a:pt x="25431" y="211454"/>
                  </a:lnTo>
                  <a:lnTo>
                    <a:pt x="25431" y="640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4803" y="5678424"/>
              <a:ext cx="131730" cy="15430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19109" y="5617845"/>
              <a:ext cx="68580" cy="211454"/>
            </a:xfrm>
            <a:prstGeom prst="rect">
              <a:avLst/>
            </a:prstGeom>
          </p:spPr>
        </p:pic>
      </p:grpSp>
      <p:pic>
        <p:nvPicPr>
          <p:cNvPr id="59" name="object 5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64840" y="5678423"/>
            <a:ext cx="115157" cy="150875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3524575" y="5608415"/>
            <a:ext cx="186055" cy="224790"/>
            <a:chOff x="3524575" y="5608415"/>
            <a:chExt cx="186055" cy="224790"/>
          </a:xfrm>
        </p:grpSpPr>
        <p:sp>
          <p:nvSpPr>
            <p:cNvPr id="61" name="object 61"/>
            <p:cNvSpPr/>
            <p:nvPr/>
          </p:nvSpPr>
          <p:spPr>
            <a:xfrm>
              <a:off x="3524575" y="5617845"/>
              <a:ext cx="28575" cy="211454"/>
            </a:xfrm>
            <a:custGeom>
              <a:avLst/>
              <a:gdLst/>
              <a:ahLst/>
              <a:cxnLst/>
              <a:rect l="l" t="t" r="r" b="b"/>
              <a:pathLst>
                <a:path w="28575" h="211454">
                  <a:moveTo>
                    <a:pt x="18954" y="0"/>
                  </a:moveTo>
                  <a:lnTo>
                    <a:pt x="9239" y="0"/>
                  </a:lnTo>
                  <a:lnTo>
                    <a:pt x="5714" y="1189"/>
                  </a:lnTo>
                  <a:lnTo>
                    <a:pt x="1142" y="5952"/>
                  </a:lnTo>
                  <a:lnTo>
                    <a:pt x="0" y="9048"/>
                  </a:lnTo>
                  <a:lnTo>
                    <a:pt x="0" y="20383"/>
                  </a:lnTo>
                  <a:lnTo>
                    <a:pt x="1142" y="23478"/>
                  </a:lnTo>
                  <a:lnTo>
                    <a:pt x="5714" y="28240"/>
                  </a:lnTo>
                  <a:lnTo>
                    <a:pt x="9239" y="29432"/>
                  </a:lnTo>
                  <a:lnTo>
                    <a:pt x="18954" y="29432"/>
                  </a:lnTo>
                  <a:lnTo>
                    <a:pt x="22527" y="28240"/>
                  </a:lnTo>
                  <a:lnTo>
                    <a:pt x="26908" y="23478"/>
                  </a:lnTo>
                  <a:lnTo>
                    <a:pt x="28003" y="20383"/>
                  </a:lnTo>
                  <a:lnTo>
                    <a:pt x="28003" y="9048"/>
                  </a:lnTo>
                  <a:lnTo>
                    <a:pt x="26908" y="5952"/>
                  </a:lnTo>
                  <a:lnTo>
                    <a:pt x="22527" y="1189"/>
                  </a:lnTo>
                  <a:lnTo>
                    <a:pt x="18954" y="0"/>
                  </a:lnTo>
                  <a:close/>
                </a:path>
                <a:path w="28575" h="211454">
                  <a:moveTo>
                    <a:pt x="25431" y="64007"/>
                  </a:moveTo>
                  <a:lnTo>
                    <a:pt x="2571" y="64007"/>
                  </a:lnTo>
                  <a:lnTo>
                    <a:pt x="2571" y="211454"/>
                  </a:lnTo>
                  <a:lnTo>
                    <a:pt x="25431" y="211454"/>
                  </a:lnTo>
                  <a:lnTo>
                    <a:pt x="25431" y="640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587725" y="5608415"/>
              <a:ext cx="122300" cy="224313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3809753" y="5678423"/>
            <a:ext cx="521970" cy="154305"/>
            <a:chOff x="3809753" y="5678423"/>
            <a:chExt cx="521970" cy="154305"/>
          </a:xfrm>
        </p:grpSpPr>
        <p:pic>
          <p:nvPicPr>
            <p:cNvPr id="64" name="object 6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809753" y="5678423"/>
              <a:ext cx="202311" cy="15087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48354" y="5678423"/>
              <a:ext cx="130016" cy="15430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6090" y="5678423"/>
              <a:ext cx="115157" cy="150875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4375824" y="5614701"/>
            <a:ext cx="154940" cy="214629"/>
            <a:chOff x="4375824" y="5614701"/>
            <a:chExt cx="154940" cy="214629"/>
          </a:xfrm>
        </p:grpSpPr>
        <p:sp>
          <p:nvSpPr>
            <p:cNvPr id="68" name="object 68"/>
            <p:cNvSpPr/>
            <p:nvPr/>
          </p:nvSpPr>
          <p:spPr>
            <a:xfrm>
              <a:off x="4375824" y="5617845"/>
              <a:ext cx="28575" cy="211454"/>
            </a:xfrm>
            <a:custGeom>
              <a:avLst/>
              <a:gdLst/>
              <a:ahLst/>
              <a:cxnLst/>
              <a:rect l="l" t="t" r="r" b="b"/>
              <a:pathLst>
                <a:path w="28575" h="211454">
                  <a:moveTo>
                    <a:pt x="18954" y="0"/>
                  </a:moveTo>
                  <a:lnTo>
                    <a:pt x="9239" y="0"/>
                  </a:lnTo>
                  <a:lnTo>
                    <a:pt x="5715" y="1189"/>
                  </a:lnTo>
                  <a:lnTo>
                    <a:pt x="1143" y="5952"/>
                  </a:lnTo>
                  <a:lnTo>
                    <a:pt x="0" y="9048"/>
                  </a:lnTo>
                  <a:lnTo>
                    <a:pt x="0" y="20383"/>
                  </a:lnTo>
                  <a:lnTo>
                    <a:pt x="1143" y="23478"/>
                  </a:lnTo>
                  <a:lnTo>
                    <a:pt x="5715" y="28240"/>
                  </a:lnTo>
                  <a:lnTo>
                    <a:pt x="9239" y="29432"/>
                  </a:lnTo>
                  <a:lnTo>
                    <a:pt x="18954" y="29432"/>
                  </a:lnTo>
                  <a:lnTo>
                    <a:pt x="22525" y="28240"/>
                  </a:lnTo>
                  <a:lnTo>
                    <a:pt x="26907" y="23478"/>
                  </a:lnTo>
                  <a:lnTo>
                    <a:pt x="28003" y="20383"/>
                  </a:lnTo>
                  <a:lnTo>
                    <a:pt x="28003" y="9048"/>
                  </a:lnTo>
                  <a:lnTo>
                    <a:pt x="26907" y="5952"/>
                  </a:lnTo>
                  <a:lnTo>
                    <a:pt x="22525" y="1189"/>
                  </a:lnTo>
                  <a:lnTo>
                    <a:pt x="18954" y="0"/>
                  </a:lnTo>
                  <a:close/>
                </a:path>
                <a:path w="28575" h="211454">
                  <a:moveTo>
                    <a:pt x="25431" y="64007"/>
                  </a:moveTo>
                  <a:lnTo>
                    <a:pt x="2571" y="64007"/>
                  </a:lnTo>
                  <a:lnTo>
                    <a:pt x="2571" y="211454"/>
                  </a:lnTo>
                  <a:lnTo>
                    <a:pt x="25431" y="211454"/>
                  </a:lnTo>
                  <a:lnTo>
                    <a:pt x="25431" y="640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433831" y="5614701"/>
              <a:ext cx="96869" cy="214598"/>
            </a:xfrm>
            <a:prstGeom prst="rect">
              <a:avLst/>
            </a:prstGeom>
          </p:spPr>
        </p:pic>
      </p:grpSp>
      <p:sp>
        <p:nvSpPr>
          <p:cNvPr id="70" name="object 70"/>
          <p:cNvSpPr/>
          <p:nvPr/>
        </p:nvSpPr>
        <p:spPr>
          <a:xfrm>
            <a:off x="962786" y="6360223"/>
            <a:ext cx="202565" cy="22225"/>
          </a:xfrm>
          <a:custGeom>
            <a:avLst/>
            <a:gdLst/>
            <a:ahLst/>
            <a:cxnLst/>
            <a:rect l="l" t="t" r="r" b="b"/>
            <a:pathLst>
              <a:path w="202565" h="22225">
                <a:moveTo>
                  <a:pt x="202310" y="0"/>
                </a:moveTo>
                <a:lnTo>
                  <a:pt x="0" y="0"/>
                </a:lnTo>
                <a:lnTo>
                  <a:pt x="0" y="21716"/>
                </a:lnTo>
                <a:lnTo>
                  <a:pt x="202310" y="21716"/>
                </a:lnTo>
                <a:lnTo>
                  <a:pt x="202310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1" name="object 71"/>
          <p:cNvGrpSpPr/>
          <p:nvPr/>
        </p:nvGrpSpPr>
        <p:grpSpPr>
          <a:xfrm>
            <a:off x="1252293" y="6246495"/>
            <a:ext cx="588010" cy="215265"/>
            <a:chOff x="1252293" y="6246495"/>
            <a:chExt cx="588010" cy="215265"/>
          </a:xfrm>
        </p:grpSpPr>
        <p:pic>
          <p:nvPicPr>
            <p:cNvPr id="72" name="object 7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52293" y="6310503"/>
              <a:ext cx="113728" cy="147447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399740" y="6246495"/>
              <a:ext cx="45085" cy="211454"/>
            </a:xfrm>
            <a:custGeom>
              <a:avLst/>
              <a:gdLst/>
              <a:ahLst/>
              <a:cxnLst/>
              <a:rect l="l" t="t" r="r" b="b"/>
              <a:pathLst>
                <a:path w="45084" h="211454">
                  <a:moveTo>
                    <a:pt x="22859" y="0"/>
                  </a:moveTo>
                  <a:lnTo>
                    <a:pt x="0" y="0"/>
                  </a:lnTo>
                  <a:lnTo>
                    <a:pt x="0" y="194595"/>
                  </a:lnTo>
                  <a:lnTo>
                    <a:pt x="2095" y="200262"/>
                  </a:lnTo>
                  <a:lnTo>
                    <a:pt x="10477" y="209215"/>
                  </a:lnTo>
                  <a:lnTo>
                    <a:pt x="16478" y="211454"/>
                  </a:lnTo>
                  <a:lnTo>
                    <a:pt x="44577" y="211454"/>
                  </a:lnTo>
                  <a:lnTo>
                    <a:pt x="44577" y="191452"/>
                  </a:lnTo>
                  <a:lnTo>
                    <a:pt x="22859" y="191452"/>
                  </a:lnTo>
                  <a:lnTo>
                    <a:pt x="2285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66606" y="6307074"/>
              <a:ext cx="133159" cy="15430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37484" y="6307074"/>
              <a:ext cx="202311" cy="150875"/>
            </a:xfrm>
            <a:prstGeom prst="rect">
              <a:avLst/>
            </a:prstGeom>
          </p:spPr>
        </p:pic>
      </p:grpSp>
      <p:sp>
        <p:nvSpPr>
          <p:cNvPr id="76" name="object 76"/>
          <p:cNvSpPr/>
          <p:nvPr/>
        </p:nvSpPr>
        <p:spPr>
          <a:xfrm>
            <a:off x="1884371" y="6246495"/>
            <a:ext cx="28575" cy="211454"/>
          </a:xfrm>
          <a:custGeom>
            <a:avLst/>
            <a:gdLst/>
            <a:ahLst/>
            <a:cxnLst/>
            <a:rect l="l" t="t" r="r" b="b"/>
            <a:pathLst>
              <a:path w="28575" h="211454">
                <a:moveTo>
                  <a:pt x="18954" y="0"/>
                </a:moveTo>
                <a:lnTo>
                  <a:pt x="9239" y="0"/>
                </a:lnTo>
                <a:lnTo>
                  <a:pt x="5715" y="1189"/>
                </a:lnTo>
                <a:lnTo>
                  <a:pt x="1143" y="5952"/>
                </a:lnTo>
                <a:lnTo>
                  <a:pt x="0" y="9048"/>
                </a:lnTo>
                <a:lnTo>
                  <a:pt x="0" y="20383"/>
                </a:lnTo>
                <a:lnTo>
                  <a:pt x="1143" y="23478"/>
                </a:lnTo>
                <a:lnTo>
                  <a:pt x="5715" y="28240"/>
                </a:lnTo>
                <a:lnTo>
                  <a:pt x="9239" y="29432"/>
                </a:lnTo>
                <a:lnTo>
                  <a:pt x="18954" y="29432"/>
                </a:lnTo>
                <a:lnTo>
                  <a:pt x="22527" y="28240"/>
                </a:lnTo>
                <a:lnTo>
                  <a:pt x="26908" y="23478"/>
                </a:lnTo>
                <a:lnTo>
                  <a:pt x="28003" y="20383"/>
                </a:lnTo>
                <a:lnTo>
                  <a:pt x="28003" y="9048"/>
                </a:lnTo>
                <a:lnTo>
                  <a:pt x="26908" y="5952"/>
                </a:lnTo>
                <a:lnTo>
                  <a:pt x="22527" y="1189"/>
                </a:lnTo>
                <a:lnTo>
                  <a:pt x="18954" y="0"/>
                </a:lnTo>
                <a:close/>
              </a:path>
              <a:path w="28575" h="211454">
                <a:moveTo>
                  <a:pt x="25431" y="64007"/>
                </a:moveTo>
                <a:lnTo>
                  <a:pt x="2571" y="64007"/>
                </a:lnTo>
                <a:lnTo>
                  <a:pt x="2571" y="211454"/>
                </a:lnTo>
                <a:lnTo>
                  <a:pt x="25431" y="211454"/>
                </a:lnTo>
                <a:lnTo>
                  <a:pt x="25431" y="64007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7" name="object 77"/>
          <p:cNvGrpSpPr/>
          <p:nvPr/>
        </p:nvGrpSpPr>
        <p:grpSpPr>
          <a:xfrm>
            <a:off x="1958380" y="6246495"/>
            <a:ext cx="200025" cy="215265"/>
            <a:chOff x="1958380" y="6246495"/>
            <a:chExt cx="200025" cy="215265"/>
          </a:xfrm>
        </p:grpSpPr>
        <p:sp>
          <p:nvSpPr>
            <p:cNvPr id="78" name="object 78"/>
            <p:cNvSpPr/>
            <p:nvPr/>
          </p:nvSpPr>
          <p:spPr>
            <a:xfrm>
              <a:off x="1958380" y="6246495"/>
              <a:ext cx="45085" cy="211454"/>
            </a:xfrm>
            <a:custGeom>
              <a:avLst/>
              <a:gdLst/>
              <a:ahLst/>
              <a:cxnLst/>
              <a:rect l="l" t="t" r="r" b="b"/>
              <a:pathLst>
                <a:path w="45085" h="211454">
                  <a:moveTo>
                    <a:pt x="22859" y="0"/>
                  </a:moveTo>
                  <a:lnTo>
                    <a:pt x="0" y="0"/>
                  </a:lnTo>
                  <a:lnTo>
                    <a:pt x="0" y="194595"/>
                  </a:lnTo>
                  <a:lnTo>
                    <a:pt x="2095" y="200262"/>
                  </a:lnTo>
                  <a:lnTo>
                    <a:pt x="10477" y="209215"/>
                  </a:lnTo>
                  <a:lnTo>
                    <a:pt x="16478" y="211454"/>
                  </a:lnTo>
                  <a:lnTo>
                    <a:pt x="44576" y="211454"/>
                  </a:lnTo>
                  <a:lnTo>
                    <a:pt x="44576" y="191452"/>
                  </a:lnTo>
                  <a:lnTo>
                    <a:pt x="22859" y="191452"/>
                  </a:lnTo>
                  <a:lnTo>
                    <a:pt x="2285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5246" y="6307074"/>
              <a:ext cx="133159" cy="154304"/>
            </a:xfrm>
            <a:prstGeom prst="rect">
              <a:avLst/>
            </a:prstGeom>
          </p:spPr>
        </p:pic>
      </p:grpSp>
      <p:grpSp>
        <p:nvGrpSpPr>
          <p:cNvPr id="80" name="object 80"/>
          <p:cNvGrpSpPr/>
          <p:nvPr/>
        </p:nvGrpSpPr>
        <p:grpSpPr>
          <a:xfrm>
            <a:off x="2249559" y="6307073"/>
            <a:ext cx="273685" cy="154305"/>
            <a:chOff x="2249559" y="6307073"/>
            <a:chExt cx="273685" cy="154305"/>
          </a:xfrm>
        </p:grpSpPr>
        <p:pic>
          <p:nvPicPr>
            <p:cNvPr id="81" name="object 8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49559" y="6307073"/>
              <a:ext cx="112871" cy="154304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1006" y="6307073"/>
              <a:ext cx="131730" cy="154304"/>
            </a:xfrm>
            <a:prstGeom prst="rect">
              <a:avLst/>
            </a:prstGeom>
          </p:spPr>
        </p:pic>
      </p:grpSp>
      <p:grpSp>
        <p:nvGrpSpPr>
          <p:cNvPr id="83" name="object 83"/>
          <p:cNvGrpSpPr/>
          <p:nvPr/>
        </p:nvGrpSpPr>
        <p:grpSpPr>
          <a:xfrm>
            <a:off x="2622749" y="6246495"/>
            <a:ext cx="296545" cy="268605"/>
            <a:chOff x="2622749" y="6246495"/>
            <a:chExt cx="296545" cy="268605"/>
          </a:xfrm>
        </p:grpSpPr>
        <p:pic>
          <p:nvPicPr>
            <p:cNvPr id="84" name="object 8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22749" y="6307074"/>
              <a:ext cx="127158" cy="20802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788484" y="6310503"/>
              <a:ext cx="75723" cy="147447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2890782" y="6246495"/>
              <a:ext cx="28575" cy="211454"/>
            </a:xfrm>
            <a:custGeom>
              <a:avLst/>
              <a:gdLst/>
              <a:ahLst/>
              <a:cxnLst/>
              <a:rect l="l" t="t" r="r" b="b"/>
              <a:pathLst>
                <a:path w="28575" h="211454">
                  <a:moveTo>
                    <a:pt x="18954" y="0"/>
                  </a:moveTo>
                  <a:lnTo>
                    <a:pt x="9239" y="0"/>
                  </a:lnTo>
                  <a:lnTo>
                    <a:pt x="5714" y="1189"/>
                  </a:lnTo>
                  <a:lnTo>
                    <a:pt x="1143" y="5952"/>
                  </a:lnTo>
                  <a:lnTo>
                    <a:pt x="0" y="9048"/>
                  </a:lnTo>
                  <a:lnTo>
                    <a:pt x="0" y="20383"/>
                  </a:lnTo>
                  <a:lnTo>
                    <a:pt x="1143" y="23478"/>
                  </a:lnTo>
                  <a:lnTo>
                    <a:pt x="5714" y="28240"/>
                  </a:lnTo>
                  <a:lnTo>
                    <a:pt x="9239" y="29432"/>
                  </a:lnTo>
                  <a:lnTo>
                    <a:pt x="18954" y="29432"/>
                  </a:lnTo>
                  <a:lnTo>
                    <a:pt x="22525" y="28240"/>
                  </a:lnTo>
                  <a:lnTo>
                    <a:pt x="26907" y="23478"/>
                  </a:lnTo>
                  <a:lnTo>
                    <a:pt x="28003" y="20383"/>
                  </a:lnTo>
                  <a:lnTo>
                    <a:pt x="28003" y="9048"/>
                  </a:lnTo>
                  <a:lnTo>
                    <a:pt x="26907" y="5952"/>
                  </a:lnTo>
                  <a:lnTo>
                    <a:pt x="22525" y="1189"/>
                  </a:lnTo>
                  <a:lnTo>
                    <a:pt x="18954" y="0"/>
                  </a:lnTo>
                  <a:close/>
                </a:path>
                <a:path w="28575" h="211454">
                  <a:moveTo>
                    <a:pt x="25431" y="64007"/>
                  </a:moveTo>
                  <a:lnTo>
                    <a:pt x="2571" y="64007"/>
                  </a:lnTo>
                  <a:lnTo>
                    <a:pt x="2571" y="211454"/>
                  </a:lnTo>
                  <a:lnTo>
                    <a:pt x="25431" y="211454"/>
                  </a:lnTo>
                  <a:lnTo>
                    <a:pt x="25431" y="640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3032229" y="6246495"/>
            <a:ext cx="1092200" cy="268605"/>
            <a:chOff x="3032229" y="6246495"/>
            <a:chExt cx="1092200" cy="268605"/>
          </a:xfrm>
        </p:grpSpPr>
        <p:pic>
          <p:nvPicPr>
            <p:cNvPr id="88" name="object 8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32229" y="6307074"/>
              <a:ext cx="127158" cy="20802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7964" y="6307074"/>
              <a:ext cx="222599" cy="15430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458282" y="6246495"/>
              <a:ext cx="121443" cy="211454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3608871" y="6246495"/>
              <a:ext cx="45085" cy="211454"/>
            </a:xfrm>
            <a:custGeom>
              <a:avLst/>
              <a:gdLst/>
              <a:ahLst/>
              <a:cxnLst/>
              <a:rect l="l" t="t" r="r" b="b"/>
              <a:pathLst>
                <a:path w="45085" h="211454">
                  <a:moveTo>
                    <a:pt x="22860" y="0"/>
                  </a:moveTo>
                  <a:lnTo>
                    <a:pt x="0" y="0"/>
                  </a:lnTo>
                  <a:lnTo>
                    <a:pt x="0" y="194595"/>
                  </a:lnTo>
                  <a:lnTo>
                    <a:pt x="2095" y="200262"/>
                  </a:lnTo>
                  <a:lnTo>
                    <a:pt x="10477" y="209215"/>
                  </a:lnTo>
                  <a:lnTo>
                    <a:pt x="16478" y="211454"/>
                  </a:lnTo>
                  <a:lnTo>
                    <a:pt x="44576" y="211454"/>
                  </a:lnTo>
                  <a:lnTo>
                    <a:pt x="44576" y="191452"/>
                  </a:lnTo>
                  <a:lnTo>
                    <a:pt x="22860" y="191452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74879" y="6307074"/>
              <a:ext cx="131730" cy="15430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829184" y="6246495"/>
              <a:ext cx="127158" cy="21488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94062" y="6307074"/>
              <a:ext cx="130016" cy="154304"/>
            </a:xfrm>
            <a:prstGeom prst="rect">
              <a:avLst/>
            </a:prstGeom>
          </p:spPr>
        </p:pic>
      </p:grpSp>
      <p:sp>
        <p:nvSpPr>
          <p:cNvPr id="95" name="object 95"/>
          <p:cNvSpPr/>
          <p:nvPr/>
        </p:nvSpPr>
        <p:spPr>
          <a:xfrm>
            <a:off x="5143500" y="3533775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3619500" y="0"/>
                </a:moveTo>
                <a:lnTo>
                  <a:pt x="0" y="0"/>
                </a:lnTo>
                <a:lnTo>
                  <a:pt x="0" y="9525"/>
                </a:lnTo>
                <a:lnTo>
                  <a:pt x="3619500" y="9525"/>
                </a:lnTo>
                <a:lnTo>
                  <a:pt x="3619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5130800" y="3073400"/>
            <a:ext cx="16440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8A857C"/>
                </a:solidFill>
                <a:latin typeface="Courier New"/>
                <a:cs typeface="Courier New"/>
              </a:rPr>
              <a:t>PO</a:t>
            </a:r>
            <a:r>
              <a:rPr sz="1800" b="1" spc="434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b="1" spc="170" dirty="0">
                <a:solidFill>
                  <a:srgbClr val="8A857C"/>
                </a:solidFill>
                <a:latin typeface="Courier New"/>
                <a:cs typeface="Courier New"/>
              </a:rPr>
              <a:t>REWORKU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5153786" y="4074223"/>
            <a:ext cx="202565" cy="22225"/>
          </a:xfrm>
          <a:custGeom>
            <a:avLst/>
            <a:gdLst/>
            <a:ahLst/>
            <a:cxnLst/>
            <a:rect l="l" t="t" r="r" b="b"/>
            <a:pathLst>
              <a:path w="202564" h="22225">
                <a:moveTo>
                  <a:pt x="202311" y="0"/>
                </a:moveTo>
                <a:lnTo>
                  <a:pt x="0" y="0"/>
                </a:lnTo>
                <a:lnTo>
                  <a:pt x="0" y="21716"/>
                </a:lnTo>
                <a:lnTo>
                  <a:pt x="202311" y="21716"/>
                </a:lnTo>
                <a:lnTo>
                  <a:pt x="202311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8" name="object 98"/>
          <p:cNvGrpSpPr/>
          <p:nvPr/>
        </p:nvGrpSpPr>
        <p:grpSpPr>
          <a:xfrm>
            <a:off x="5458152" y="3960495"/>
            <a:ext cx="543560" cy="268605"/>
            <a:chOff x="5458152" y="3960495"/>
            <a:chExt cx="543560" cy="268605"/>
          </a:xfrm>
        </p:grpSpPr>
        <p:pic>
          <p:nvPicPr>
            <p:cNvPr id="99" name="object 9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58152" y="4021074"/>
              <a:ext cx="127158" cy="208025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3887" y="4021074"/>
              <a:ext cx="222599" cy="15430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74204" y="3960495"/>
              <a:ext cx="127158" cy="214883"/>
            </a:xfrm>
            <a:prstGeom prst="rect">
              <a:avLst/>
            </a:prstGeom>
          </p:spPr>
        </p:pic>
      </p:grpSp>
      <p:grpSp>
        <p:nvGrpSpPr>
          <p:cNvPr id="102" name="object 102"/>
          <p:cNvGrpSpPr/>
          <p:nvPr/>
        </p:nvGrpSpPr>
        <p:grpSpPr>
          <a:xfrm>
            <a:off x="6049939" y="3960495"/>
            <a:ext cx="485140" cy="268605"/>
            <a:chOff x="6049939" y="3960495"/>
            <a:chExt cx="485140" cy="268605"/>
          </a:xfrm>
        </p:grpSpPr>
        <p:pic>
          <p:nvPicPr>
            <p:cNvPr id="103" name="object 10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49939" y="4021074"/>
              <a:ext cx="127158" cy="208025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213102" y="3960495"/>
              <a:ext cx="28575" cy="211454"/>
            </a:xfrm>
            <a:custGeom>
              <a:avLst/>
              <a:gdLst/>
              <a:ahLst/>
              <a:cxnLst/>
              <a:rect l="l" t="t" r="r" b="b"/>
              <a:pathLst>
                <a:path w="28575" h="211454">
                  <a:moveTo>
                    <a:pt x="18954" y="0"/>
                  </a:moveTo>
                  <a:lnTo>
                    <a:pt x="9239" y="0"/>
                  </a:lnTo>
                  <a:lnTo>
                    <a:pt x="5714" y="1189"/>
                  </a:lnTo>
                  <a:lnTo>
                    <a:pt x="1142" y="5952"/>
                  </a:lnTo>
                  <a:lnTo>
                    <a:pt x="0" y="9048"/>
                  </a:lnTo>
                  <a:lnTo>
                    <a:pt x="0" y="20383"/>
                  </a:lnTo>
                  <a:lnTo>
                    <a:pt x="1142" y="23478"/>
                  </a:lnTo>
                  <a:lnTo>
                    <a:pt x="5714" y="28240"/>
                  </a:lnTo>
                  <a:lnTo>
                    <a:pt x="9239" y="29432"/>
                  </a:lnTo>
                  <a:lnTo>
                    <a:pt x="18954" y="29432"/>
                  </a:lnTo>
                  <a:lnTo>
                    <a:pt x="22527" y="28240"/>
                  </a:lnTo>
                  <a:lnTo>
                    <a:pt x="26908" y="23478"/>
                  </a:lnTo>
                  <a:lnTo>
                    <a:pt x="28003" y="20383"/>
                  </a:lnTo>
                  <a:lnTo>
                    <a:pt x="28003" y="9048"/>
                  </a:lnTo>
                  <a:lnTo>
                    <a:pt x="26908" y="5952"/>
                  </a:lnTo>
                  <a:lnTo>
                    <a:pt x="22527" y="1189"/>
                  </a:lnTo>
                  <a:lnTo>
                    <a:pt x="18954" y="0"/>
                  </a:lnTo>
                  <a:close/>
                </a:path>
                <a:path w="28575" h="211454">
                  <a:moveTo>
                    <a:pt x="25431" y="64007"/>
                  </a:moveTo>
                  <a:lnTo>
                    <a:pt x="2571" y="64007"/>
                  </a:lnTo>
                  <a:lnTo>
                    <a:pt x="2571" y="211454"/>
                  </a:lnTo>
                  <a:lnTo>
                    <a:pt x="25431" y="211454"/>
                  </a:lnTo>
                  <a:lnTo>
                    <a:pt x="25431" y="640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273110" y="4021074"/>
              <a:ext cx="261461" cy="208025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6631154" y="3960495"/>
            <a:ext cx="1026160" cy="268605"/>
            <a:chOff x="6631154" y="3960495"/>
            <a:chExt cx="1026160" cy="268605"/>
          </a:xfrm>
        </p:grpSpPr>
        <p:pic>
          <p:nvPicPr>
            <p:cNvPr id="107" name="object 10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31154" y="4021074"/>
              <a:ext cx="127158" cy="20802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796889" y="4024503"/>
              <a:ext cx="75723" cy="147447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6899188" y="3960495"/>
              <a:ext cx="28575" cy="211454"/>
            </a:xfrm>
            <a:custGeom>
              <a:avLst/>
              <a:gdLst/>
              <a:ahLst/>
              <a:cxnLst/>
              <a:rect l="l" t="t" r="r" b="b"/>
              <a:pathLst>
                <a:path w="28575" h="211454">
                  <a:moveTo>
                    <a:pt x="18954" y="0"/>
                  </a:moveTo>
                  <a:lnTo>
                    <a:pt x="9239" y="0"/>
                  </a:lnTo>
                  <a:lnTo>
                    <a:pt x="5715" y="1189"/>
                  </a:lnTo>
                  <a:lnTo>
                    <a:pt x="1143" y="5952"/>
                  </a:lnTo>
                  <a:lnTo>
                    <a:pt x="0" y="9048"/>
                  </a:lnTo>
                  <a:lnTo>
                    <a:pt x="0" y="20383"/>
                  </a:lnTo>
                  <a:lnTo>
                    <a:pt x="1143" y="23478"/>
                  </a:lnTo>
                  <a:lnTo>
                    <a:pt x="5715" y="28240"/>
                  </a:lnTo>
                  <a:lnTo>
                    <a:pt x="9239" y="29432"/>
                  </a:lnTo>
                  <a:lnTo>
                    <a:pt x="18954" y="29432"/>
                  </a:lnTo>
                  <a:lnTo>
                    <a:pt x="22527" y="28240"/>
                  </a:lnTo>
                  <a:lnTo>
                    <a:pt x="26908" y="23478"/>
                  </a:lnTo>
                  <a:lnTo>
                    <a:pt x="28003" y="20383"/>
                  </a:lnTo>
                  <a:lnTo>
                    <a:pt x="28003" y="9048"/>
                  </a:lnTo>
                  <a:lnTo>
                    <a:pt x="26908" y="5952"/>
                  </a:lnTo>
                  <a:lnTo>
                    <a:pt x="22527" y="1189"/>
                  </a:lnTo>
                  <a:lnTo>
                    <a:pt x="18954" y="0"/>
                  </a:lnTo>
                  <a:close/>
                </a:path>
                <a:path w="28575" h="211454">
                  <a:moveTo>
                    <a:pt x="25431" y="64007"/>
                  </a:moveTo>
                  <a:lnTo>
                    <a:pt x="2571" y="64007"/>
                  </a:lnTo>
                  <a:lnTo>
                    <a:pt x="2571" y="211454"/>
                  </a:lnTo>
                  <a:lnTo>
                    <a:pt x="25431" y="211454"/>
                  </a:lnTo>
                  <a:lnTo>
                    <a:pt x="25431" y="640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61481" y="4021074"/>
              <a:ext cx="131730" cy="154304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25788" y="4021074"/>
              <a:ext cx="202311" cy="150875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64389" y="4021074"/>
              <a:ext cx="133159" cy="154304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535267" y="3960495"/>
              <a:ext cx="121443" cy="211454"/>
            </a:xfrm>
            <a:prstGeom prst="rect">
              <a:avLst/>
            </a:prstGeom>
          </p:spPr>
        </p:pic>
      </p:grpSp>
      <p:pic>
        <p:nvPicPr>
          <p:cNvPr id="114" name="object 1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41579" y="4021073"/>
            <a:ext cx="131730" cy="154304"/>
          </a:xfrm>
          <a:prstGeom prst="rect">
            <a:avLst/>
          </a:prstGeom>
        </p:spPr>
      </p:pic>
      <p:grpSp>
        <p:nvGrpSpPr>
          <p:cNvPr id="115" name="object 115"/>
          <p:cNvGrpSpPr/>
          <p:nvPr/>
        </p:nvGrpSpPr>
        <p:grpSpPr>
          <a:xfrm>
            <a:off x="5167788" y="4421123"/>
            <a:ext cx="517525" cy="154305"/>
            <a:chOff x="5167788" y="4421123"/>
            <a:chExt cx="517525" cy="154305"/>
          </a:xfrm>
        </p:grpSpPr>
        <p:pic>
          <p:nvPicPr>
            <p:cNvPr id="116" name="object 11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167788" y="4421123"/>
              <a:ext cx="372332" cy="154304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569553" y="4421123"/>
              <a:ext cx="115157" cy="150875"/>
            </a:xfrm>
            <a:prstGeom prst="rect">
              <a:avLst/>
            </a:prstGeom>
          </p:spPr>
        </p:pic>
      </p:grpSp>
      <p:grpSp>
        <p:nvGrpSpPr>
          <p:cNvPr id="118" name="object 118"/>
          <p:cNvGrpSpPr/>
          <p:nvPr/>
        </p:nvGrpSpPr>
        <p:grpSpPr>
          <a:xfrm>
            <a:off x="5729287" y="4360545"/>
            <a:ext cx="335280" cy="215265"/>
            <a:chOff x="5729287" y="4360545"/>
            <a:chExt cx="335280" cy="215265"/>
          </a:xfrm>
        </p:grpSpPr>
        <p:sp>
          <p:nvSpPr>
            <p:cNvPr id="119" name="object 119"/>
            <p:cNvSpPr/>
            <p:nvPr/>
          </p:nvSpPr>
          <p:spPr>
            <a:xfrm>
              <a:off x="5729287" y="4360545"/>
              <a:ext cx="28575" cy="211454"/>
            </a:xfrm>
            <a:custGeom>
              <a:avLst/>
              <a:gdLst/>
              <a:ahLst/>
              <a:cxnLst/>
              <a:rect l="l" t="t" r="r" b="b"/>
              <a:pathLst>
                <a:path w="28575" h="211454">
                  <a:moveTo>
                    <a:pt x="18954" y="0"/>
                  </a:moveTo>
                  <a:lnTo>
                    <a:pt x="9239" y="0"/>
                  </a:lnTo>
                  <a:lnTo>
                    <a:pt x="5714" y="1189"/>
                  </a:lnTo>
                  <a:lnTo>
                    <a:pt x="1142" y="5952"/>
                  </a:lnTo>
                  <a:lnTo>
                    <a:pt x="0" y="9048"/>
                  </a:lnTo>
                  <a:lnTo>
                    <a:pt x="0" y="20383"/>
                  </a:lnTo>
                  <a:lnTo>
                    <a:pt x="1142" y="23478"/>
                  </a:lnTo>
                  <a:lnTo>
                    <a:pt x="5714" y="28240"/>
                  </a:lnTo>
                  <a:lnTo>
                    <a:pt x="9239" y="29432"/>
                  </a:lnTo>
                  <a:lnTo>
                    <a:pt x="18954" y="29432"/>
                  </a:lnTo>
                  <a:lnTo>
                    <a:pt x="22525" y="28240"/>
                  </a:lnTo>
                  <a:lnTo>
                    <a:pt x="26907" y="23478"/>
                  </a:lnTo>
                  <a:lnTo>
                    <a:pt x="28003" y="20383"/>
                  </a:lnTo>
                  <a:lnTo>
                    <a:pt x="28003" y="9048"/>
                  </a:lnTo>
                  <a:lnTo>
                    <a:pt x="26907" y="5952"/>
                  </a:lnTo>
                  <a:lnTo>
                    <a:pt x="22525" y="1189"/>
                  </a:lnTo>
                  <a:lnTo>
                    <a:pt x="18954" y="0"/>
                  </a:lnTo>
                  <a:close/>
                </a:path>
                <a:path w="28575" h="211454">
                  <a:moveTo>
                    <a:pt x="25431" y="64007"/>
                  </a:moveTo>
                  <a:lnTo>
                    <a:pt x="2571" y="64007"/>
                  </a:lnTo>
                  <a:lnTo>
                    <a:pt x="2571" y="211454"/>
                  </a:lnTo>
                  <a:lnTo>
                    <a:pt x="25431" y="211454"/>
                  </a:lnTo>
                  <a:lnTo>
                    <a:pt x="25431" y="640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792438" y="4421124"/>
              <a:ext cx="122300" cy="154304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934456" y="4421124"/>
              <a:ext cx="130016" cy="154304"/>
            </a:xfrm>
            <a:prstGeom prst="rect">
              <a:avLst/>
            </a:prstGeom>
          </p:spPr>
        </p:pic>
      </p:grpSp>
      <p:grpSp>
        <p:nvGrpSpPr>
          <p:cNvPr id="122" name="object 122"/>
          <p:cNvGrpSpPr/>
          <p:nvPr/>
        </p:nvGrpSpPr>
        <p:grpSpPr>
          <a:xfrm>
            <a:off x="6169626" y="4351115"/>
            <a:ext cx="666115" cy="224790"/>
            <a:chOff x="6169626" y="4351115"/>
            <a:chExt cx="666115" cy="224790"/>
          </a:xfrm>
        </p:grpSpPr>
        <p:pic>
          <p:nvPicPr>
            <p:cNvPr id="123" name="object 12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169626" y="4360545"/>
              <a:ext cx="121443" cy="211454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320217" y="4424553"/>
              <a:ext cx="75723" cy="147447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423658" y="4424553"/>
              <a:ext cx="115157" cy="150875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572534" y="4351115"/>
              <a:ext cx="113728" cy="220884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9981" y="4421124"/>
              <a:ext cx="115157" cy="150875"/>
            </a:xfrm>
            <a:prstGeom prst="rect">
              <a:avLst/>
            </a:prstGeom>
          </p:spPr>
        </p:pic>
      </p:grpSp>
      <p:pic>
        <p:nvPicPr>
          <p:cNvPr id="128" name="object 128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880859" y="4349400"/>
            <a:ext cx="184308" cy="226028"/>
          </a:xfrm>
          <a:prstGeom prst="rect">
            <a:avLst/>
          </a:prstGeom>
        </p:spPr>
      </p:pic>
      <p:sp>
        <p:nvSpPr>
          <p:cNvPr id="129" name="object 129"/>
          <p:cNvSpPr/>
          <p:nvPr/>
        </p:nvSpPr>
        <p:spPr>
          <a:xfrm>
            <a:off x="5153786" y="5102923"/>
            <a:ext cx="202565" cy="22225"/>
          </a:xfrm>
          <a:custGeom>
            <a:avLst/>
            <a:gdLst/>
            <a:ahLst/>
            <a:cxnLst/>
            <a:rect l="l" t="t" r="r" b="b"/>
            <a:pathLst>
              <a:path w="202564" h="22225">
                <a:moveTo>
                  <a:pt x="202311" y="0"/>
                </a:moveTo>
                <a:lnTo>
                  <a:pt x="0" y="0"/>
                </a:lnTo>
                <a:lnTo>
                  <a:pt x="0" y="21716"/>
                </a:lnTo>
                <a:lnTo>
                  <a:pt x="202311" y="21716"/>
                </a:lnTo>
                <a:lnTo>
                  <a:pt x="202311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0" name="object 13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448151" y="4989195"/>
            <a:ext cx="127158" cy="214883"/>
          </a:xfrm>
          <a:prstGeom prst="rect">
            <a:avLst/>
          </a:prstGeom>
        </p:spPr>
      </p:pic>
      <p:grpSp>
        <p:nvGrpSpPr>
          <p:cNvPr id="131" name="object 131"/>
          <p:cNvGrpSpPr/>
          <p:nvPr/>
        </p:nvGrpSpPr>
        <p:grpSpPr>
          <a:xfrm>
            <a:off x="5622458" y="4920900"/>
            <a:ext cx="521334" cy="337185"/>
            <a:chOff x="5622458" y="4920900"/>
            <a:chExt cx="521334" cy="337185"/>
          </a:xfrm>
        </p:grpSpPr>
        <p:sp>
          <p:nvSpPr>
            <p:cNvPr id="132" name="object 132"/>
            <p:cNvSpPr/>
            <p:nvPr/>
          </p:nvSpPr>
          <p:spPr>
            <a:xfrm>
              <a:off x="5622458" y="4920900"/>
              <a:ext cx="46355" cy="280035"/>
            </a:xfrm>
            <a:custGeom>
              <a:avLst/>
              <a:gdLst/>
              <a:ahLst/>
              <a:cxnLst/>
              <a:rect l="l" t="t" r="r" b="b"/>
              <a:pathLst>
                <a:path w="46354" h="280035">
                  <a:moveTo>
                    <a:pt x="24288" y="68294"/>
                  </a:moveTo>
                  <a:lnTo>
                    <a:pt x="1428" y="68294"/>
                  </a:lnTo>
                  <a:lnTo>
                    <a:pt x="1428" y="262889"/>
                  </a:lnTo>
                  <a:lnTo>
                    <a:pt x="3524" y="268556"/>
                  </a:lnTo>
                  <a:lnTo>
                    <a:pt x="11906" y="277510"/>
                  </a:lnTo>
                  <a:lnTo>
                    <a:pt x="17906" y="279749"/>
                  </a:lnTo>
                  <a:lnTo>
                    <a:pt x="46005" y="279749"/>
                  </a:lnTo>
                  <a:lnTo>
                    <a:pt x="46005" y="259746"/>
                  </a:lnTo>
                  <a:lnTo>
                    <a:pt x="24288" y="259746"/>
                  </a:lnTo>
                  <a:lnTo>
                    <a:pt x="24288" y="68294"/>
                  </a:lnTo>
                  <a:close/>
                </a:path>
                <a:path w="46354" h="280035">
                  <a:moveTo>
                    <a:pt x="24288" y="0"/>
                  </a:moveTo>
                  <a:lnTo>
                    <a:pt x="0" y="48577"/>
                  </a:lnTo>
                  <a:lnTo>
                    <a:pt x="14859" y="55435"/>
                  </a:lnTo>
                  <a:lnTo>
                    <a:pt x="45148" y="10001"/>
                  </a:lnTo>
                  <a:lnTo>
                    <a:pt x="24288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686752" y="4979765"/>
              <a:ext cx="113728" cy="220884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834199" y="4989195"/>
              <a:ext cx="309465" cy="268604"/>
            </a:xfrm>
            <a:prstGeom prst="rect">
              <a:avLst/>
            </a:prstGeom>
          </p:spPr>
        </p:pic>
      </p:grpSp>
      <p:grpSp>
        <p:nvGrpSpPr>
          <p:cNvPr id="135" name="object 135"/>
          <p:cNvGrpSpPr/>
          <p:nvPr/>
        </p:nvGrpSpPr>
        <p:grpSpPr>
          <a:xfrm>
            <a:off x="6245964" y="4989195"/>
            <a:ext cx="902335" cy="268605"/>
            <a:chOff x="6245964" y="4989195"/>
            <a:chExt cx="902335" cy="268605"/>
          </a:xfrm>
        </p:grpSpPr>
        <p:pic>
          <p:nvPicPr>
            <p:cNvPr id="136" name="object 1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5964" y="5049774"/>
              <a:ext cx="133159" cy="154304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416842" y="4989195"/>
              <a:ext cx="127158" cy="214883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68575" y="5049774"/>
              <a:ext cx="112871" cy="154304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10022" y="5049774"/>
              <a:ext cx="131730" cy="154304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874328" y="4989195"/>
              <a:ext cx="115157" cy="211454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014917" y="5053203"/>
              <a:ext cx="132873" cy="204597"/>
            </a:xfrm>
            <a:prstGeom prst="rect">
              <a:avLst/>
            </a:prstGeom>
          </p:spPr>
        </p:pic>
      </p:grpSp>
      <p:pic>
        <p:nvPicPr>
          <p:cNvPr id="142" name="object 1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32658" y="5049773"/>
            <a:ext cx="131730" cy="154304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462972" y="5053203"/>
            <a:ext cx="115157" cy="150875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7626706" y="4989195"/>
            <a:ext cx="115157" cy="211454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7789012" y="4989195"/>
            <a:ext cx="188309" cy="268604"/>
          </a:xfrm>
          <a:prstGeom prst="rect">
            <a:avLst/>
          </a:prstGeom>
        </p:spPr>
      </p:pic>
      <p:grpSp>
        <p:nvGrpSpPr>
          <p:cNvPr id="146" name="object 146"/>
          <p:cNvGrpSpPr/>
          <p:nvPr/>
        </p:nvGrpSpPr>
        <p:grpSpPr>
          <a:xfrm>
            <a:off x="8059046" y="4979765"/>
            <a:ext cx="480059" cy="224790"/>
            <a:chOff x="8059046" y="4979765"/>
            <a:chExt cx="480059" cy="224790"/>
          </a:xfrm>
        </p:grpSpPr>
        <p:pic>
          <p:nvPicPr>
            <p:cNvPr id="147" name="object 14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059046" y="4979765"/>
              <a:ext cx="113728" cy="220884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8203922" y="4989195"/>
              <a:ext cx="28575" cy="211454"/>
            </a:xfrm>
            <a:custGeom>
              <a:avLst/>
              <a:gdLst/>
              <a:ahLst/>
              <a:cxnLst/>
              <a:rect l="l" t="t" r="r" b="b"/>
              <a:pathLst>
                <a:path w="28575" h="211454">
                  <a:moveTo>
                    <a:pt x="18954" y="0"/>
                  </a:moveTo>
                  <a:lnTo>
                    <a:pt x="9239" y="0"/>
                  </a:lnTo>
                  <a:lnTo>
                    <a:pt x="5714" y="1189"/>
                  </a:lnTo>
                  <a:lnTo>
                    <a:pt x="1142" y="5952"/>
                  </a:lnTo>
                  <a:lnTo>
                    <a:pt x="0" y="9048"/>
                  </a:lnTo>
                  <a:lnTo>
                    <a:pt x="0" y="20383"/>
                  </a:lnTo>
                  <a:lnTo>
                    <a:pt x="1142" y="23478"/>
                  </a:lnTo>
                  <a:lnTo>
                    <a:pt x="5714" y="28240"/>
                  </a:lnTo>
                  <a:lnTo>
                    <a:pt x="9239" y="29432"/>
                  </a:lnTo>
                  <a:lnTo>
                    <a:pt x="18954" y="29432"/>
                  </a:lnTo>
                  <a:lnTo>
                    <a:pt x="22527" y="28240"/>
                  </a:lnTo>
                  <a:lnTo>
                    <a:pt x="26908" y="23478"/>
                  </a:lnTo>
                  <a:lnTo>
                    <a:pt x="28003" y="20383"/>
                  </a:lnTo>
                  <a:lnTo>
                    <a:pt x="28003" y="9048"/>
                  </a:lnTo>
                  <a:lnTo>
                    <a:pt x="26908" y="5952"/>
                  </a:lnTo>
                  <a:lnTo>
                    <a:pt x="22527" y="1189"/>
                  </a:lnTo>
                  <a:lnTo>
                    <a:pt x="18954" y="0"/>
                  </a:lnTo>
                  <a:close/>
                </a:path>
                <a:path w="28575" h="211454">
                  <a:moveTo>
                    <a:pt x="25431" y="64007"/>
                  </a:moveTo>
                  <a:lnTo>
                    <a:pt x="2571" y="64007"/>
                  </a:lnTo>
                  <a:lnTo>
                    <a:pt x="2571" y="211454"/>
                  </a:lnTo>
                  <a:lnTo>
                    <a:pt x="25431" y="211454"/>
                  </a:lnTo>
                  <a:lnTo>
                    <a:pt x="25431" y="640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258786" y="5049774"/>
              <a:ext cx="279749" cy="154304"/>
            </a:xfrm>
            <a:prstGeom prst="rect">
              <a:avLst/>
            </a:prstGeom>
          </p:spPr>
        </p:pic>
      </p:grpSp>
      <p:sp>
        <p:nvSpPr>
          <p:cNvPr id="150" name="object 150"/>
          <p:cNvSpPr/>
          <p:nvPr/>
        </p:nvSpPr>
        <p:spPr>
          <a:xfrm>
            <a:off x="5153786" y="5731573"/>
            <a:ext cx="202565" cy="22225"/>
          </a:xfrm>
          <a:custGeom>
            <a:avLst/>
            <a:gdLst/>
            <a:ahLst/>
            <a:cxnLst/>
            <a:rect l="l" t="t" r="r" b="b"/>
            <a:pathLst>
              <a:path w="202564" h="22225">
                <a:moveTo>
                  <a:pt x="202311" y="0"/>
                </a:moveTo>
                <a:lnTo>
                  <a:pt x="0" y="0"/>
                </a:lnTo>
                <a:lnTo>
                  <a:pt x="0" y="21716"/>
                </a:lnTo>
                <a:lnTo>
                  <a:pt x="202311" y="21716"/>
                </a:lnTo>
                <a:lnTo>
                  <a:pt x="202311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1" name="object 151"/>
          <p:cNvGrpSpPr/>
          <p:nvPr/>
        </p:nvGrpSpPr>
        <p:grpSpPr>
          <a:xfrm>
            <a:off x="5444151" y="5606700"/>
            <a:ext cx="995044" cy="280035"/>
            <a:chOff x="5444151" y="5606700"/>
            <a:chExt cx="995044" cy="280035"/>
          </a:xfrm>
        </p:grpSpPr>
        <p:pic>
          <p:nvPicPr>
            <p:cNvPr id="152" name="object 1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44151" y="5678424"/>
              <a:ext cx="112871" cy="154304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97313" y="5678424"/>
              <a:ext cx="127158" cy="208025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763048" y="5606700"/>
              <a:ext cx="365187" cy="226028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7667" y="5678424"/>
              <a:ext cx="115157" cy="150875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309114" y="5678424"/>
              <a:ext cx="130016" cy="154304"/>
            </a:xfrm>
            <a:prstGeom prst="rect">
              <a:avLst/>
            </a:prstGeom>
          </p:spPr>
        </p:pic>
      </p:grpSp>
      <p:pic>
        <p:nvPicPr>
          <p:cNvPr id="157" name="object 15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544287" y="5617845"/>
            <a:ext cx="915543" cy="272033"/>
          </a:xfrm>
          <a:prstGeom prst="rect">
            <a:avLst/>
          </a:prstGeom>
        </p:spPr>
      </p:pic>
      <p:grpSp>
        <p:nvGrpSpPr>
          <p:cNvPr id="158" name="object 158"/>
          <p:cNvGrpSpPr/>
          <p:nvPr/>
        </p:nvGrpSpPr>
        <p:grpSpPr>
          <a:xfrm>
            <a:off x="7564986" y="5678423"/>
            <a:ext cx="282575" cy="154305"/>
            <a:chOff x="7564986" y="5678423"/>
            <a:chExt cx="282575" cy="154305"/>
          </a:xfrm>
        </p:grpSpPr>
        <p:pic>
          <p:nvPicPr>
            <p:cNvPr id="159" name="object 1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576" y="5678423"/>
              <a:ext cx="131730" cy="154304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564986" y="5678423"/>
              <a:ext cx="115157" cy="150875"/>
            </a:xfrm>
            <a:prstGeom prst="rect">
              <a:avLst/>
            </a:prstGeom>
          </p:spPr>
        </p:pic>
      </p:grpSp>
      <p:grpSp>
        <p:nvGrpSpPr>
          <p:cNvPr id="161" name="object 161"/>
          <p:cNvGrpSpPr/>
          <p:nvPr/>
        </p:nvGrpSpPr>
        <p:grpSpPr>
          <a:xfrm>
            <a:off x="5167788" y="6078473"/>
            <a:ext cx="707390" cy="208279"/>
            <a:chOff x="5167788" y="6078473"/>
            <a:chExt cx="707390" cy="208279"/>
          </a:xfrm>
        </p:grpSpPr>
        <p:pic>
          <p:nvPicPr>
            <p:cNvPr id="162" name="object 1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67788" y="6078473"/>
              <a:ext cx="127158" cy="208025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3523" y="6078473"/>
              <a:ext cx="222599" cy="154304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759577" y="6078473"/>
              <a:ext cx="115157" cy="150875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93842" y="6078473"/>
              <a:ext cx="127158" cy="208025"/>
            </a:xfrm>
            <a:prstGeom prst="rect">
              <a:avLst/>
            </a:prstGeom>
          </p:spPr>
        </p:pic>
      </p:grpSp>
      <p:grpSp>
        <p:nvGrpSpPr>
          <p:cNvPr id="166" name="object 166"/>
          <p:cNvGrpSpPr/>
          <p:nvPr/>
        </p:nvGrpSpPr>
        <p:grpSpPr>
          <a:xfrm>
            <a:off x="5920454" y="6017895"/>
            <a:ext cx="454659" cy="215265"/>
            <a:chOff x="5920454" y="6017895"/>
            <a:chExt cx="454659" cy="215265"/>
          </a:xfrm>
        </p:grpSpPr>
        <p:pic>
          <p:nvPicPr>
            <p:cNvPr id="167" name="object 16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920454" y="6081903"/>
              <a:ext cx="115157" cy="150875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068186" y="6041040"/>
              <a:ext cx="79438" cy="188309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6181914" y="6017895"/>
              <a:ext cx="28575" cy="211454"/>
            </a:xfrm>
            <a:custGeom>
              <a:avLst/>
              <a:gdLst/>
              <a:ahLst/>
              <a:cxnLst/>
              <a:rect l="l" t="t" r="r" b="b"/>
              <a:pathLst>
                <a:path w="28575" h="211454">
                  <a:moveTo>
                    <a:pt x="18954" y="0"/>
                  </a:moveTo>
                  <a:lnTo>
                    <a:pt x="9239" y="0"/>
                  </a:lnTo>
                  <a:lnTo>
                    <a:pt x="5714" y="1189"/>
                  </a:lnTo>
                  <a:lnTo>
                    <a:pt x="1142" y="5952"/>
                  </a:lnTo>
                  <a:lnTo>
                    <a:pt x="0" y="9048"/>
                  </a:lnTo>
                  <a:lnTo>
                    <a:pt x="0" y="20383"/>
                  </a:lnTo>
                  <a:lnTo>
                    <a:pt x="1142" y="23478"/>
                  </a:lnTo>
                  <a:lnTo>
                    <a:pt x="5714" y="28240"/>
                  </a:lnTo>
                  <a:lnTo>
                    <a:pt x="9239" y="29432"/>
                  </a:lnTo>
                  <a:lnTo>
                    <a:pt x="18954" y="29432"/>
                  </a:lnTo>
                  <a:lnTo>
                    <a:pt x="22527" y="28240"/>
                  </a:lnTo>
                  <a:lnTo>
                    <a:pt x="26908" y="23478"/>
                  </a:lnTo>
                  <a:lnTo>
                    <a:pt x="28003" y="20383"/>
                  </a:lnTo>
                  <a:lnTo>
                    <a:pt x="28003" y="9048"/>
                  </a:lnTo>
                  <a:lnTo>
                    <a:pt x="26908" y="5952"/>
                  </a:lnTo>
                  <a:lnTo>
                    <a:pt x="22527" y="1189"/>
                  </a:lnTo>
                  <a:lnTo>
                    <a:pt x="18954" y="0"/>
                  </a:lnTo>
                  <a:close/>
                </a:path>
                <a:path w="28575" h="211454">
                  <a:moveTo>
                    <a:pt x="25431" y="64007"/>
                  </a:moveTo>
                  <a:lnTo>
                    <a:pt x="2571" y="64007"/>
                  </a:lnTo>
                  <a:lnTo>
                    <a:pt x="2571" y="211454"/>
                  </a:lnTo>
                  <a:lnTo>
                    <a:pt x="25431" y="211454"/>
                  </a:lnTo>
                  <a:lnTo>
                    <a:pt x="25431" y="64007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45064" y="6078474"/>
              <a:ext cx="130016" cy="154304"/>
            </a:xfrm>
            <a:prstGeom prst="rect">
              <a:avLst/>
            </a:prstGeom>
          </p:spPr>
        </p:pic>
      </p:grpSp>
      <p:grpSp>
        <p:nvGrpSpPr>
          <p:cNvPr id="171" name="object 171"/>
          <p:cNvGrpSpPr/>
          <p:nvPr/>
        </p:nvGrpSpPr>
        <p:grpSpPr>
          <a:xfrm>
            <a:off x="6456234" y="6017895"/>
            <a:ext cx="792480" cy="268605"/>
            <a:chOff x="6456234" y="6017895"/>
            <a:chExt cx="792480" cy="268605"/>
          </a:xfrm>
        </p:grpSpPr>
        <p:sp>
          <p:nvSpPr>
            <p:cNvPr id="172" name="object 172"/>
            <p:cNvSpPr/>
            <p:nvPr/>
          </p:nvSpPr>
          <p:spPr>
            <a:xfrm>
              <a:off x="6456234" y="6017895"/>
              <a:ext cx="49530" cy="268605"/>
            </a:xfrm>
            <a:custGeom>
              <a:avLst/>
              <a:gdLst/>
              <a:ahLst/>
              <a:cxnLst/>
              <a:rect l="l" t="t" r="r" b="b"/>
              <a:pathLst>
                <a:path w="49529" h="268604">
                  <a:moveTo>
                    <a:pt x="46862" y="64007"/>
                  </a:moveTo>
                  <a:lnTo>
                    <a:pt x="24003" y="64007"/>
                  </a:lnTo>
                  <a:lnTo>
                    <a:pt x="24003" y="248602"/>
                  </a:lnTo>
                  <a:lnTo>
                    <a:pt x="0" y="248602"/>
                  </a:lnTo>
                  <a:lnTo>
                    <a:pt x="0" y="268604"/>
                  </a:lnTo>
                  <a:lnTo>
                    <a:pt x="14859" y="268604"/>
                  </a:lnTo>
                  <a:lnTo>
                    <a:pt x="46380" y="241539"/>
                  </a:lnTo>
                  <a:lnTo>
                    <a:pt x="46862" y="234314"/>
                  </a:lnTo>
                  <a:lnTo>
                    <a:pt x="46862" y="64007"/>
                  </a:lnTo>
                  <a:close/>
                </a:path>
                <a:path w="49529" h="268604">
                  <a:moveTo>
                    <a:pt x="40386" y="0"/>
                  </a:moveTo>
                  <a:lnTo>
                    <a:pt x="30670" y="0"/>
                  </a:lnTo>
                  <a:lnTo>
                    <a:pt x="27146" y="1189"/>
                  </a:lnTo>
                  <a:lnTo>
                    <a:pt x="22574" y="5952"/>
                  </a:lnTo>
                  <a:lnTo>
                    <a:pt x="21431" y="9048"/>
                  </a:lnTo>
                  <a:lnTo>
                    <a:pt x="21431" y="20383"/>
                  </a:lnTo>
                  <a:lnTo>
                    <a:pt x="22574" y="23478"/>
                  </a:lnTo>
                  <a:lnTo>
                    <a:pt x="27146" y="28240"/>
                  </a:lnTo>
                  <a:lnTo>
                    <a:pt x="30670" y="29432"/>
                  </a:lnTo>
                  <a:lnTo>
                    <a:pt x="40386" y="29432"/>
                  </a:lnTo>
                  <a:lnTo>
                    <a:pt x="43958" y="28240"/>
                  </a:lnTo>
                  <a:lnTo>
                    <a:pt x="48340" y="23478"/>
                  </a:lnTo>
                  <a:lnTo>
                    <a:pt x="49434" y="20383"/>
                  </a:lnTo>
                  <a:lnTo>
                    <a:pt x="49434" y="9048"/>
                  </a:lnTo>
                  <a:lnTo>
                    <a:pt x="48340" y="5952"/>
                  </a:lnTo>
                  <a:lnTo>
                    <a:pt x="43958" y="1189"/>
                  </a:lnTo>
                  <a:lnTo>
                    <a:pt x="40386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539958" y="6078474"/>
              <a:ext cx="410336" cy="208025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979442" y="6017895"/>
              <a:ext cx="269176" cy="214883"/>
            </a:xfrm>
            <a:prstGeom prst="rect">
              <a:avLst/>
            </a:prstGeom>
          </p:spPr>
        </p:pic>
      </p:grpSp>
      <p:grpSp>
        <p:nvGrpSpPr>
          <p:cNvPr id="175" name="object 175"/>
          <p:cNvGrpSpPr/>
          <p:nvPr/>
        </p:nvGrpSpPr>
        <p:grpSpPr>
          <a:xfrm>
            <a:off x="9525000" y="3076575"/>
            <a:ext cx="7810500" cy="6448425"/>
            <a:chOff x="9525000" y="3076575"/>
            <a:chExt cx="7810500" cy="6448425"/>
          </a:xfrm>
        </p:grpSpPr>
        <p:pic>
          <p:nvPicPr>
            <p:cNvPr id="176" name="object 17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534525" y="3086100"/>
              <a:ext cx="7791450" cy="6429374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9529762" y="3081337"/>
              <a:ext cx="7800975" cy="6438900"/>
            </a:xfrm>
            <a:custGeom>
              <a:avLst/>
              <a:gdLst/>
              <a:ahLst/>
              <a:cxnLst/>
              <a:rect l="l" t="t" r="r" b="b"/>
              <a:pathLst>
                <a:path w="7800975" h="6438900">
                  <a:moveTo>
                    <a:pt x="0" y="6405562"/>
                  </a:moveTo>
                  <a:lnTo>
                    <a:pt x="0" y="33337"/>
                  </a:lnTo>
                  <a:lnTo>
                    <a:pt x="0" y="28956"/>
                  </a:lnTo>
                  <a:lnTo>
                    <a:pt x="847" y="24669"/>
                  </a:lnTo>
                  <a:lnTo>
                    <a:pt x="20583" y="2571"/>
                  </a:lnTo>
                  <a:lnTo>
                    <a:pt x="24660" y="857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7767637" y="0"/>
                  </a:lnTo>
                  <a:lnTo>
                    <a:pt x="7772057" y="0"/>
                  </a:lnTo>
                  <a:lnTo>
                    <a:pt x="7776305" y="857"/>
                  </a:lnTo>
                  <a:lnTo>
                    <a:pt x="7780391" y="2571"/>
                  </a:lnTo>
                  <a:lnTo>
                    <a:pt x="7784477" y="4190"/>
                  </a:lnTo>
                  <a:lnTo>
                    <a:pt x="7798431" y="20573"/>
                  </a:lnTo>
                  <a:lnTo>
                    <a:pt x="7800127" y="24669"/>
                  </a:lnTo>
                  <a:lnTo>
                    <a:pt x="7800975" y="28956"/>
                  </a:lnTo>
                  <a:lnTo>
                    <a:pt x="7800975" y="33337"/>
                  </a:lnTo>
                  <a:lnTo>
                    <a:pt x="7800975" y="6405562"/>
                  </a:lnTo>
                  <a:lnTo>
                    <a:pt x="7800975" y="6409943"/>
                  </a:lnTo>
                  <a:lnTo>
                    <a:pt x="7800127" y="6414230"/>
                  </a:lnTo>
                  <a:lnTo>
                    <a:pt x="7798431" y="6418326"/>
                  </a:lnTo>
                  <a:lnTo>
                    <a:pt x="7796745" y="6422421"/>
                  </a:lnTo>
                  <a:lnTo>
                    <a:pt x="7794336" y="6425945"/>
                  </a:lnTo>
                  <a:lnTo>
                    <a:pt x="7791211" y="6429089"/>
                  </a:lnTo>
                  <a:lnTo>
                    <a:pt x="7788087" y="6432232"/>
                  </a:lnTo>
                  <a:lnTo>
                    <a:pt x="7784477" y="6434613"/>
                  </a:lnTo>
                  <a:lnTo>
                    <a:pt x="7780391" y="6436328"/>
                  </a:lnTo>
                  <a:lnTo>
                    <a:pt x="7776305" y="6438042"/>
                  </a:lnTo>
                  <a:lnTo>
                    <a:pt x="7772057" y="6438900"/>
                  </a:lnTo>
                  <a:lnTo>
                    <a:pt x="7767637" y="6438900"/>
                  </a:lnTo>
                  <a:lnTo>
                    <a:pt x="33337" y="6438900"/>
                  </a:lnTo>
                  <a:lnTo>
                    <a:pt x="28917" y="6438900"/>
                  </a:lnTo>
                  <a:lnTo>
                    <a:pt x="24660" y="6438042"/>
                  </a:lnTo>
                  <a:lnTo>
                    <a:pt x="20583" y="6436328"/>
                  </a:lnTo>
                  <a:lnTo>
                    <a:pt x="16497" y="6434613"/>
                  </a:lnTo>
                  <a:lnTo>
                    <a:pt x="12887" y="6432232"/>
                  </a:lnTo>
                  <a:lnTo>
                    <a:pt x="9763" y="6429089"/>
                  </a:lnTo>
                  <a:lnTo>
                    <a:pt x="6638" y="6425945"/>
                  </a:lnTo>
                  <a:lnTo>
                    <a:pt x="4229" y="6422421"/>
                  </a:lnTo>
                  <a:lnTo>
                    <a:pt x="2533" y="6418326"/>
                  </a:lnTo>
                  <a:lnTo>
                    <a:pt x="847" y="6414230"/>
                  </a:lnTo>
                  <a:lnTo>
                    <a:pt x="0" y="6409943"/>
                  </a:lnTo>
                  <a:lnTo>
                    <a:pt x="0" y="64055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8" name="object 178"/>
          <p:cNvSpPr txBox="1"/>
          <p:nvPr/>
        </p:nvSpPr>
        <p:spPr>
          <a:xfrm>
            <a:off x="10463904" y="6149975"/>
            <a:ext cx="5914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solidFill>
                  <a:srgbClr val="8A857C"/>
                </a:solidFill>
                <a:latin typeface="Courier New"/>
                <a:cs typeface="Courier New"/>
              </a:rPr>
              <a:t>SCREENSHOT</a:t>
            </a:r>
            <a:r>
              <a:rPr sz="1800" spc="29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29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120" dirty="0">
                <a:solidFill>
                  <a:srgbClr val="8A857C"/>
                </a:solidFill>
                <a:latin typeface="Courier New"/>
                <a:cs typeface="Courier New"/>
              </a:rPr>
              <a:t>SIDEBAR</a:t>
            </a:r>
            <a:r>
              <a:rPr sz="1800" spc="29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120" dirty="0">
                <a:solidFill>
                  <a:srgbClr val="8A857C"/>
                </a:solidFill>
                <a:latin typeface="Courier New"/>
                <a:cs typeface="Courier New"/>
              </a:rPr>
              <a:t>(PREDTÝM</a:t>
            </a:r>
            <a:r>
              <a:rPr sz="1800" spc="29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/</a:t>
            </a:r>
            <a:r>
              <a:rPr sz="1800" spc="29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105" dirty="0">
                <a:solidFill>
                  <a:srgbClr val="8A857C"/>
                </a:solidFill>
                <a:latin typeface="Courier New"/>
                <a:cs typeface="Courier New"/>
              </a:rPr>
              <a:t>TERAZ)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79" name="object 179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952499" y="590550"/>
            <a:ext cx="95250" cy="95239"/>
          </a:xfrm>
          <a:prstGeom prst="rect">
            <a:avLst/>
          </a:prstGeom>
        </p:spPr>
      </p:pic>
      <p:sp>
        <p:nvSpPr>
          <p:cNvPr id="180" name="object 180"/>
          <p:cNvSpPr txBox="1">
            <a:spLocks noGrp="1"/>
          </p:cNvSpPr>
          <p:nvPr>
            <p:ph type="title"/>
          </p:nvPr>
        </p:nvSpPr>
        <p:spPr>
          <a:xfrm>
            <a:off x="1149350" y="454025"/>
            <a:ext cx="1772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11</a:t>
            </a:r>
            <a:r>
              <a:rPr sz="1800" spc="17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·</a:t>
            </a:r>
            <a:r>
              <a:rPr sz="1800" spc="175" dirty="0">
                <a:latin typeface="Courier New"/>
                <a:cs typeface="Courier New"/>
              </a:rPr>
              <a:t> </a:t>
            </a:r>
            <a:r>
              <a:rPr sz="1800" spc="50" dirty="0">
                <a:latin typeface="Courier New"/>
                <a:cs typeface="Courier New"/>
              </a:rPr>
              <a:t>SIDEBAR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939800" y="9636125"/>
            <a:ext cx="1772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11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SIDEBAR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84" name="object 184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9426193" y="2978696"/>
            <a:ext cx="8039100" cy="65280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1055"/>
              </a:spcBef>
            </a:pPr>
            <a:r>
              <a:rPr spc="195" dirty="0"/>
              <a:t>Scény</a:t>
            </a:r>
            <a:r>
              <a:rPr spc="-190" dirty="0"/>
              <a:t> </a:t>
            </a:r>
            <a:r>
              <a:rPr spc="210" dirty="0"/>
              <a:t>vieme</a:t>
            </a:r>
            <a:r>
              <a:rPr spc="-190" dirty="0"/>
              <a:t> </a:t>
            </a:r>
            <a:r>
              <a:rPr spc="55" dirty="0"/>
              <a:t>zdieľať</a:t>
            </a:r>
            <a:r>
              <a:rPr spc="-190" dirty="0"/>
              <a:t> </a:t>
            </a:r>
            <a:r>
              <a:rPr spc="215" dirty="0"/>
              <a:t>medzi</a:t>
            </a:r>
            <a:r>
              <a:rPr spc="-185" dirty="0"/>
              <a:t> </a:t>
            </a:r>
            <a:r>
              <a:rPr spc="165" dirty="0"/>
              <a:t>zariadeniami</a:t>
            </a:r>
            <a:r>
              <a:rPr spc="-190" dirty="0"/>
              <a:t> </a:t>
            </a:r>
            <a:r>
              <a:rPr spc="229" dirty="0"/>
              <a:t>a</a:t>
            </a:r>
            <a:r>
              <a:rPr spc="-190" dirty="0"/>
              <a:t> </a:t>
            </a:r>
            <a:r>
              <a:rPr spc="185" dirty="0"/>
              <a:t>celé </a:t>
            </a:r>
            <a:r>
              <a:rPr spc="-135" dirty="0"/>
              <a:t>UI</a:t>
            </a:r>
            <a:r>
              <a:rPr spc="-185" dirty="0"/>
              <a:t> </a:t>
            </a:r>
            <a:r>
              <a:rPr spc="210" dirty="0"/>
              <a:t>vieme</a:t>
            </a:r>
            <a:r>
              <a:rPr spc="-190" dirty="0"/>
              <a:t> </a:t>
            </a:r>
            <a:r>
              <a:rPr spc="165" dirty="0"/>
              <a:t>prepnúť</a:t>
            </a:r>
            <a:r>
              <a:rPr spc="-185" dirty="0"/>
              <a:t> </a:t>
            </a:r>
            <a:r>
              <a:rPr spc="245" dirty="0"/>
              <a:t>za</a:t>
            </a:r>
            <a:r>
              <a:rPr spc="-185" dirty="0"/>
              <a:t> </a:t>
            </a:r>
            <a:r>
              <a:rPr spc="160" dirty="0"/>
              <a:t>behu.</a:t>
            </a:r>
          </a:p>
        </p:txBody>
      </p:sp>
      <p:sp>
        <p:nvSpPr>
          <p:cNvPr id="3" name="object 3"/>
          <p:cNvSpPr/>
          <p:nvPr/>
        </p:nvSpPr>
        <p:spPr>
          <a:xfrm>
            <a:off x="952500" y="328612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2500" y="4667250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2500" y="6438900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500" y="822007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9800" y="2768600"/>
            <a:ext cx="821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solidFill>
                  <a:srgbClr val="8A857C"/>
                </a:solidFill>
                <a:latin typeface="Courier New"/>
                <a:cs typeface="Courier New"/>
              </a:rPr>
              <a:t>CLOUD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7350" y="2768600"/>
            <a:ext cx="656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0" dirty="0">
                <a:solidFill>
                  <a:srgbClr val="8A857C"/>
                </a:solidFill>
                <a:latin typeface="Courier New"/>
                <a:cs typeface="Courier New"/>
              </a:rPr>
              <a:t>FLOW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9800" y="3616325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A857C"/>
                </a:solidFill>
                <a:latin typeface="Courier New"/>
                <a:cs typeface="Courier New"/>
              </a:rPr>
              <a:t>01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49418" y="3627501"/>
            <a:ext cx="537845" cy="308610"/>
            <a:chOff x="2049418" y="3627501"/>
            <a:chExt cx="537845" cy="308610"/>
          </a:xfrm>
        </p:grpSpPr>
        <p:sp>
          <p:nvSpPr>
            <p:cNvPr id="11" name="object 11"/>
            <p:cNvSpPr/>
            <p:nvPr/>
          </p:nvSpPr>
          <p:spPr>
            <a:xfrm>
              <a:off x="2049411" y="3641089"/>
              <a:ext cx="123825" cy="226060"/>
            </a:xfrm>
            <a:custGeom>
              <a:avLst/>
              <a:gdLst/>
              <a:ahLst/>
              <a:cxnLst/>
              <a:rect l="l" t="t" r="r" b="b"/>
              <a:pathLst>
                <a:path w="123825" h="226060">
                  <a:moveTo>
                    <a:pt x="123393" y="201930"/>
                  </a:moveTo>
                  <a:lnTo>
                    <a:pt x="27203" y="201930"/>
                  </a:lnTo>
                  <a:lnTo>
                    <a:pt x="27203" y="0"/>
                  </a:lnTo>
                  <a:lnTo>
                    <a:pt x="0" y="0"/>
                  </a:lnTo>
                  <a:lnTo>
                    <a:pt x="0" y="201930"/>
                  </a:lnTo>
                  <a:lnTo>
                    <a:pt x="0" y="226060"/>
                  </a:lnTo>
                  <a:lnTo>
                    <a:pt x="123393" y="226060"/>
                  </a:lnTo>
                  <a:lnTo>
                    <a:pt x="123393" y="20193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3531" y="3696157"/>
              <a:ext cx="150914" cy="17487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73592" y="3627500"/>
              <a:ext cx="213995" cy="308610"/>
            </a:xfrm>
            <a:custGeom>
              <a:avLst/>
              <a:gdLst/>
              <a:ahLst/>
              <a:cxnLst/>
              <a:rect l="l" t="t" r="r" b="b"/>
              <a:pathLst>
                <a:path w="213994" h="308610">
                  <a:moveTo>
                    <a:pt x="154470" y="258114"/>
                  </a:moveTo>
                  <a:lnTo>
                    <a:pt x="153593" y="248310"/>
                  </a:lnTo>
                  <a:lnTo>
                    <a:pt x="150952" y="239610"/>
                  </a:lnTo>
                  <a:lnTo>
                    <a:pt x="150025" y="238036"/>
                  </a:lnTo>
                  <a:lnTo>
                    <a:pt x="146545" y="232029"/>
                  </a:lnTo>
                  <a:lnTo>
                    <a:pt x="140385" y="225564"/>
                  </a:lnTo>
                  <a:lnTo>
                    <a:pt x="132270" y="220395"/>
                  </a:lnTo>
                  <a:lnTo>
                    <a:pt x="130187" y="219646"/>
                  </a:lnTo>
                  <a:lnTo>
                    <a:pt x="130187" y="253365"/>
                  </a:lnTo>
                  <a:lnTo>
                    <a:pt x="130187" y="269125"/>
                  </a:lnTo>
                  <a:lnTo>
                    <a:pt x="94754" y="286842"/>
                  </a:lnTo>
                  <a:lnTo>
                    <a:pt x="84518" y="287261"/>
                  </a:lnTo>
                  <a:lnTo>
                    <a:pt x="60553" y="287261"/>
                  </a:lnTo>
                  <a:lnTo>
                    <a:pt x="52539" y="286842"/>
                  </a:lnTo>
                  <a:lnTo>
                    <a:pt x="51714" y="286842"/>
                  </a:lnTo>
                  <a:lnTo>
                    <a:pt x="24282" y="268046"/>
                  </a:lnTo>
                  <a:lnTo>
                    <a:pt x="24282" y="255524"/>
                  </a:lnTo>
                  <a:lnTo>
                    <a:pt x="25527" y="251040"/>
                  </a:lnTo>
                  <a:lnTo>
                    <a:pt x="30492" y="243484"/>
                  </a:lnTo>
                  <a:lnTo>
                    <a:pt x="34429" y="240411"/>
                  </a:lnTo>
                  <a:lnTo>
                    <a:pt x="39827" y="238036"/>
                  </a:lnTo>
                  <a:lnTo>
                    <a:pt x="95529" y="238036"/>
                  </a:lnTo>
                  <a:lnTo>
                    <a:pt x="104508" y="238404"/>
                  </a:lnTo>
                  <a:lnTo>
                    <a:pt x="112547" y="239610"/>
                  </a:lnTo>
                  <a:lnTo>
                    <a:pt x="112268" y="239610"/>
                  </a:lnTo>
                  <a:lnTo>
                    <a:pt x="118021" y="241401"/>
                  </a:lnTo>
                  <a:lnTo>
                    <a:pt x="122567" y="244030"/>
                  </a:lnTo>
                  <a:lnTo>
                    <a:pt x="127647" y="248018"/>
                  </a:lnTo>
                  <a:lnTo>
                    <a:pt x="130187" y="253365"/>
                  </a:lnTo>
                  <a:lnTo>
                    <a:pt x="130187" y="219646"/>
                  </a:lnTo>
                  <a:lnTo>
                    <a:pt x="122047" y="216700"/>
                  </a:lnTo>
                  <a:lnTo>
                    <a:pt x="109689" y="214490"/>
                  </a:lnTo>
                  <a:lnTo>
                    <a:pt x="95211" y="213741"/>
                  </a:lnTo>
                  <a:lnTo>
                    <a:pt x="52031" y="213741"/>
                  </a:lnTo>
                  <a:lnTo>
                    <a:pt x="45872" y="212877"/>
                  </a:lnTo>
                  <a:lnTo>
                    <a:pt x="36372" y="209423"/>
                  </a:lnTo>
                  <a:lnTo>
                    <a:pt x="33997" y="206082"/>
                  </a:lnTo>
                  <a:lnTo>
                    <a:pt x="33997" y="195935"/>
                  </a:lnTo>
                  <a:lnTo>
                    <a:pt x="36322" y="191884"/>
                  </a:lnTo>
                  <a:lnTo>
                    <a:pt x="45605" y="186055"/>
                  </a:lnTo>
                  <a:lnTo>
                    <a:pt x="50380" y="183946"/>
                  </a:lnTo>
                  <a:lnTo>
                    <a:pt x="50241" y="183946"/>
                  </a:lnTo>
                  <a:lnTo>
                    <a:pt x="56019" y="182333"/>
                  </a:lnTo>
                  <a:lnTo>
                    <a:pt x="58394" y="182765"/>
                  </a:lnTo>
                  <a:lnTo>
                    <a:pt x="60985" y="183146"/>
                  </a:lnTo>
                  <a:lnTo>
                    <a:pt x="68008" y="183946"/>
                  </a:lnTo>
                  <a:lnTo>
                    <a:pt x="72212" y="183946"/>
                  </a:lnTo>
                  <a:lnTo>
                    <a:pt x="81457" y="183502"/>
                  </a:lnTo>
                  <a:lnTo>
                    <a:pt x="88823" y="182333"/>
                  </a:lnTo>
                  <a:lnTo>
                    <a:pt x="90106" y="182130"/>
                  </a:lnTo>
                  <a:lnTo>
                    <a:pt x="122491" y="163322"/>
                  </a:lnTo>
                  <a:lnTo>
                    <a:pt x="123304" y="162458"/>
                  </a:lnTo>
                  <a:lnTo>
                    <a:pt x="135369" y="126314"/>
                  </a:lnTo>
                  <a:lnTo>
                    <a:pt x="135369" y="117462"/>
                  </a:lnTo>
                  <a:lnTo>
                    <a:pt x="133692" y="109359"/>
                  </a:lnTo>
                  <a:lnTo>
                    <a:pt x="127000" y="94678"/>
                  </a:lnTo>
                  <a:lnTo>
                    <a:pt x="123024" y="89382"/>
                  </a:lnTo>
                  <a:lnTo>
                    <a:pt x="122301" y="88417"/>
                  </a:lnTo>
                  <a:lnTo>
                    <a:pt x="116255" y="83235"/>
                  </a:lnTo>
                  <a:lnTo>
                    <a:pt x="116255" y="75145"/>
                  </a:lnTo>
                  <a:lnTo>
                    <a:pt x="116255" y="72542"/>
                  </a:lnTo>
                  <a:lnTo>
                    <a:pt x="147993" y="72542"/>
                  </a:lnTo>
                  <a:lnTo>
                    <a:pt x="147993" y="49872"/>
                  </a:lnTo>
                  <a:lnTo>
                    <a:pt x="116154" y="49872"/>
                  </a:lnTo>
                  <a:lnTo>
                    <a:pt x="111188" y="51981"/>
                  </a:lnTo>
                  <a:lnTo>
                    <a:pt x="108165" y="56197"/>
                  </a:lnTo>
                  <a:lnTo>
                    <a:pt x="108165" y="121767"/>
                  </a:lnTo>
                  <a:lnTo>
                    <a:pt x="108165" y="130835"/>
                  </a:lnTo>
                  <a:lnTo>
                    <a:pt x="80048" y="162725"/>
                  </a:lnTo>
                  <a:lnTo>
                    <a:pt x="72212" y="163233"/>
                  </a:lnTo>
                  <a:lnTo>
                    <a:pt x="64376" y="162725"/>
                  </a:lnTo>
                  <a:lnTo>
                    <a:pt x="36271" y="130835"/>
                  </a:lnTo>
                  <a:lnTo>
                    <a:pt x="36271" y="121767"/>
                  </a:lnTo>
                  <a:lnTo>
                    <a:pt x="64376" y="89890"/>
                  </a:lnTo>
                  <a:lnTo>
                    <a:pt x="72212" y="89382"/>
                  </a:lnTo>
                  <a:lnTo>
                    <a:pt x="80048" y="89890"/>
                  </a:lnTo>
                  <a:lnTo>
                    <a:pt x="108165" y="121767"/>
                  </a:lnTo>
                  <a:lnTo>
                    <a:pt x="108165" y="56197"/>
                  </a:lnTo>
                  <a:lnTo>
                    <a:pt x="105143" y="60401"/>
                  </a:lnTo>
                  <a:lnTo>
                    <a:pt x="103632" y="65747"/>
                  </a:lnTo>
                  <a:lnTo>
                    <a:pt x="103632" y="75145"/>
                  </a:lnTo>
                  <a:lnTo>
                    <a:pt x="99098" y="72974"/>
                  </a:lnTo>
                  <a:lnTo>
                    <a:pt x="94183" y="71361"/>
                  </a:lnTo>
                  <a:lnTo>
                    <a:pt x="83604" y="69202"/>
                  </a:lnTo>
                  <a:lnTo>
                    <a:pt x="77939" y="68656"/>
                  </a:lnTo>
                  <a:lnTo>
                    <a:pt x="71894" y="68656"/>
                  </a:lnTo>
                  <a:lnTo>
                    <a:pt x="61087" y="69202"/>
                  </a:lnTo>
                  <a:lnTo>
                    <a:pt x="62255" y="69202"/>
                  </a:lnTo>
                  <a:lnTo>
                    <a:pt x="54241" y="70485"/>
                  </a:lnTo>
                  <a:lnTo>
                    <a:pt x="21120" y="90068"/>
                  </a:lnTo>
                  <a:lnTo>
                    <a:pt x="9652" y="117462"/>
                  </a:lnTo>
                  <a:lnTo>
                    <a:pt x="9550" y="117983"/>
                  </a:lnTo>
                  <a:lnTo>
                    <a:pt x="9067" y="126314"/>
                  </a:lnTo>
                  <a:lnTo>
                    <a:pt x="9563" y="134493"/>
                  </a:lnTo>
                  <a:lnTo>
                    <a:pt x="9575" y="134785"/>
                  </a:lnTo>
                  <a:lnTo>
                    <a:pt x="11023" y="142214"/>
                  </a:lnTo>
                  <a:lnTo>
                    <a:pt x="11125" y="142748"/>
                  </a:lnTo>
                  <a:lnTo>
                    <a:pt x="13703" y="150177"/>
                  </a:lnTo>
                  <a:lnTo>
                    <a:pt x="40474" y="177469"/>
                  </a:lnTo>
                  <a:lnTo>
                    <a:pt x="40474" y="178765"/>
                  </a:lnTo>
                  <a:lnTo>
                    <a:pt x="32054" y="180924"/>
                  </a:lnTo>
                  <a:lnTo>
                    <a:pt x="25146" y="184226"/>
                  </a:lnTo>
                  <a:lnTo>
                    <a:pt x="14351" y="193078"/>
                  </a:lnTo>
                  <a:lnTo>
                    <a:pt x="11658" y="199491"/>
                  </a:lnTo>
                  <a:lnTo>
                    <a:pt x="11709" y="213741"/>
                  </a:lnTo>
                  <a:lnTo>
                    <a:pt x="12954" y="218224"/>
                  </a:lnTo>
                  <a:lnTo>
                    <a:pt x="18135" y="225780"/>
                  </a:lnTo>
                  <a:lnTo>
                    <a:pt x="21805" y="228854"/>
                  </a:lnTo>
                  <a:lnTo>
                    <a:pt x="26555" y="231228"/>
                  </a:lnTo>
                  <a:lnTo>
                    <a:pt x="26555" y="234797"/>
                  </a:lnTo>
                  <a:lnTo>
                    <a:pt x="0" y="258114"/>
                  </a:lnTo>
                  <a:lnTo>
                    <a:pt x="25" y="275920"/>
                  </a:lnTo>
                  <a:lnTo>
                    <a:pt x="31242" y="303453"/>
                  </a:lnTo>
                  <a:lnTo>
                    <a:pt x="73507" y="308305"/>
                  </a:lnTo>
                  <a:lnTo>
                    <a:pt x="85217" y="308013"/>
                  </a:lnTo>
                  <a:lnTo>
                    <a:pt x="86029" y="308013"/>
                  </a:lnTo>
                  <a:lnTo>
                    <a:pt x="96735" y="307098"/>
                  </a:lnTo>
                  <a:lnTo>
                    <a:pt x="97383" y="307098"/>
                  </a:lnTo>
                  <a:lnTo>
                    <a:pt x="108813" y="305308"/>
                  </a:lnTo>
                  <a:lnTo>
                    <a:pt x="144614" y="287261"/>
                  </a:lnTo>
                  <a:lnTo>
                    <a:pt x="153898" y="266319"/>
                  </a:lnTo>
                  <a:lnTo>
                    <a:pt x="154470" y="258114"/>
                  </a:lnTo>
                  <a:close/>
                </a:path>
                <a:path w="213994" h="308610">
                  <a:moveTo>
                    <a:pt x="210502" y="72542"/>
                  </a:moveTo>
                  <a:lnTo>
                    <a:pt x="184594" y="72542"/>
                  </a:lnTo>
                  <a:lnTo>
                    <a:pt x="184594" y="239649"/>
                  </a:lnTo>
                  <a:lnTo>
                    <a:pt x="210502" y="239649"/>
                  </a:lnTo>
                  <a:lnTo>
                    <a:pt x="210502" y="72542"/>
                  </a:lnTo>
                  <a:close/>
                </a:path>
                <a:path w="213994" h="308610">
                  <a:moveTo>
                    <a:pt x="213410" y="10261"/>
                  </a:moveTo>
                  <a:lnTo>
                    <a:pt x="212166" y="6756"/>
                  </a:lnTo>
                  <a:lnTo>
                    <a:pt x="207200" y="1358"/>
                  </a:lnTo>
                  <a:lnTo>
                    <a:pt x="203161" y="0"/>
                  </a:lnTo>
                  <a:lnTo>
                    <a:pt x="192151" y="0"/>
                  </a:lnTo>
                  <a:lnTo>
                    <a:pt x="188150" y="1358"/>
                  </a:lnTo>
                  <a:lnTo>
                    <a:pt x="182968" y="6756"/>
                  </a:lnTo>
                  <a:lnTo>
                    <a:pt x="181673" y="10261"/>
                  </a:lnTo>
                  <a:lnTo>
                    <a:pt x="181673" y="23101"/>
                  </a:lnTo>
                  <a:lnTo>
                    <a:pt x="182968" y="26619"/>
                  </a:lnTo>
                  <a:lnTo>
                    <a:pt x="188150" y="32016"/>
                  </a:lnTo>
                  <a:lnTo>
                    <a:pt x="192151" y="33362"/>
                  </a:lnTo>
                  <a:lnTo>
                    <a:pt x="203161" y="33362"/>
                  </a:lnTo>
                  <a:lnTo>
                    <a:pt x="207200" y="32016"/>
                  </a:lnTo>
                  <a:lnTo>
                    <a:pt x="212166" y="26619"/>
                  </a:lnTo>
                  <a:lnTo>
                    <a:pt x="213410" y="23101"/>
                  </a:lnTo>
                  <a:lnTo>
                    <a:pt x="213410" y="1026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39148" y="3696157"/>
            <a:ext cx="130511" cy="170992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2887217" y="3696157"/>
            <a:ext cx="461645" cy="175260"/>
            <a:chOff x="2887217" y="3696157"/>
            <a:chExt cx="461645" cy="17526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7217" y="3696157"/>
              <a:ext cx="138607" cy="1748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8171" y="3696157"/>
              <a:ext cx="147351" cy="1748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19811" y="3700043"/>
              <a:ext cx="128892" cy="167106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443267" y="3627501"/>
            <a:ext cx="655955" cy="243840"/>
            <a:chOff x="3443267" y="3627501"/>
            <a:chExt cx="655955" cy="24384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43267" y="3641102"/>
              <a:ext cx="192690" cy="22604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69314" y="3700043"/>
              <a:ext cx="130511" cy="17099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36745" y="3653732"/>
              <a:ext cx="90030" cy="21341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68552" y="3627501"/>
              <a:ext cx="130511" cy="239649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44402" y="3637216"/>
            <a:ext cx="155448" cy="233819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4422589" y="3621023"/>
            <a:ext cx="969644" cy="290830"/>
            <a:chOff x="4422589" y="3621023"/>
            <a:chExt cx="969644" cy="290830"/>
          </a:xfrm>
        </p:grpSpPr>
        <p:sp>
          <p:nvSpPr>
            <p:cNvPr id="26" name="object 26"/>
            <p:cNvSpPr/>
            <p:nvPr/>
          </p:nvSpPr>
          <p:spPr>
            <a:xfrm>
              <a:off x="4422589" y="3621023"/>
              <a:ext cx="83820" cy="290830"/>
            </a:xfrm>
            <a:custGeom>
              <a:avLst/>
              <a:gdLst/>
              <a:ahLst/>
              <a:cxnLst/>
              <a:rect l="l" t="t" r="r" b="b"/>
              <a:pathLst>
                <a:path w="83820" h="290829">
                  <a:moveTo>
                    <a:pt x="83229" y="0"/>
                  </a:moveTo>
                  <a:lnTo>
                    <a:pt x="58616" y="0"/>
                  </a:lnTo>
                  <a:lnTo>
                    <a:pt x="50561" y="7478"/>
                  </a:lnTo>
                  <a:lnTo>
                    <a:pt x="22527" y="47544"/>
                  </a:lnTo>
                  <a:lnTo>
                    <a:pt x="7772" y="85981"/>
                  </a:lnTo>
                  <a:lnTo>
                    <a:pt x="485" y="129610"/>
                  </a:lnTo>
                  <a:lnTo>
                    <a:pt x="0" y="145084"/>
                  </a:lnTo>
                  <a:lnTo>
                    <a:pt x="495" y="160589"/>
                  </a:lnTo>
                  <a:lnTo>
                    <a:pt x="7934" y="204673"/>
                  </a:lnTo>
                  <a:lnTo>
                    <a:pt x="22933" y="243474"/>
                  </a:lnTo>
                  <a:lnTo>
                    <a:pt x="50834" y="283166"/>
                  </a:lnTo>
                  <a:lnTo>
                    <a:pt x="58616" y="290493"/>
                  </a:lnTo>
                  <a:lnTo>
                    <a:pt x="83229" y="290493"/>
                  </a:lnTo>
                  <a:lnTo>
                    <a:pt x="74748" y="282316"/>
                  </a:lnTo>
                  <a:lnTo>
                    <a:pt x="66794" y="273329"/>
                  </a:lnTo>
                  <a:lnTo>
                    <a:pt x="40643" y="230297"/>
                  </a:lnTo>
                  <a:lnTo>
                    <a:pt x="26150" y="182448"/>
                  </a:lnTo>
                  <a:lnTo>
                    <a:pt x="24288" y="159334"/>
                  </a:lnTo>
                  <a:lnTo>
                    <a:pt x="24288" y="131483"/>
                  </a:lnTo>
                  <a:lnTo>
                    <a:pt x="31576" y="84524"/>
                  </a:lnTo>
                  <a:lnTo>
                    <a:pt x="52139" y="38214"/>
                  </a:lnTo>
                  <a:lnTo>
                    <a:pt x="74606" y="8460"/>
                  </a:lnTo>
                  <a:lnTo>
                    <a:pt x="8322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22983" y="3637216"/>
              <a:ext cx="191719" cy="23381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36076" y="3641102"/>
              <a:ext cx="192690" cy="22604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62123" y="3700043"/>
              <a:ext cx="130511" cy="17099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29554" y="3653732"/>
              <a:ext cx="90030" cy="21341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61361" y="3627500"/>
              <a:ext cx="130511" cy="239649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516554" y="3637216"/>
            <a:ext cx="150266" cy="229933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5712807" y="3621023"/>
            <a:ext cx="339725" cy="290830"/>
            <a:chOff x="5712807" y="3621023"/>
            <a:chExt cx="339725" cy="290830"/>
          </a:xfrm>
        </p:grpSpPr>
        <p:sp>
          <p:nvSpPr>
            <p:cNvPr id="34" name="object 34"/>
            <p:cNvSpPr/>
            <p:nvPr/>
          </p:nvSpPr>
          <p:spPr>
            <a:xfrm>
              <a:off x="5712807" y="3829259"/>
              <a:ext cx="40005" cy="41910"/>
            </a:xfrm>
            <a:custGeom>
              <a:avLst/>
              <a:gdLst/>
              <a:ahLst/>
              <a:cxnLst/>
              <a:rect l="l" t="t" r="r" b="b"/>
              <a:pathLst>
                <a:path w="40004" h="41910">
                  <a:moveTo>
                    <a:pt x="26663" y="0"/>
                  </a:moveTo>
                  <a:lnTo>
                    <a:pt x="13061" y="0"/>
                  </a:lnTo>
                  <a:lnTo>
                    <a:pt x="8096" y="1727"/>
                  </a:lnTo>
                  <a:lnTo>
                    <a:pt x="1619" y="8636"/>
                  </a:lnTo>
                  <a:lnTo>
                    <a:pt x="0" y="13169"/>
                  </a:lnTo>
                  <a:lnTo>
                    <a:pt x="0" y="28390"/>
                  </a:lnTo>
                  <a:lnTo>
                    <a:pt x="1619" y="32870"/>
                  </a:lnTo>
                  <a:lnTo>
                    <a:pt x="8096" y="39994"/>
                  </a:lnTo>
                  <a:lnTo>
                    <a:pt x="13061" y="41776"/>
                  </a:lnTo>
                  <a:lnTo>
                    <a:pt x="19754" y="41776"/>
                  </a:lnTo>
                  <a:lnTo>
                    <a:pt x="26663" y="41776"/>
                  </a:lnTo>
                  <a:lnTo>
                    <a:pt x="31682" y="39994"/>
                  </a:lnTo>
                  <a:lnTo>
                    <a:pt x="37943" y="32870"/>
                  </a:lnTo>
                  <a:lnTo>
                    <a:pt x="39509" y="28390"/>
                  </a:lnTo>
                  <a:lnTo>
                    <a:pt x="39509" y="13169"/>
                  </a:lnTo>
                  <a:lnTo>
                    <a:pt x="37943" y="8636"/>
                  </a:lnTo>
                  <a:lnTo>
                    <a:pt x="31682" y="1727"/>
                  </a:lnTo>
                  <a:lnTo>
                    <a:pt x="26663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96037" y="3637216"/>
              <a:ext cx="155448" cy="23381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969297" y="3621023"/>
              <a:ext cx="83820" cy="290830"/>
            </a:xfrm>
            <a:custGeom>
              <a:avLst/>
              <a:gdLst/>
              <a:ahLst/>
              <a:cxnLst/>
              <a:rect l="l" t="t" r="r" b="b"/>
              <a:pathLst>
                <a:path w="83820" h="290829">
                  <a:moveTo>
                    <a:pt x="24612" y="0"/>
                  </a:moveTo>
                  <a:lnTo>
                    <a:pt x="0" y="0"/>
                  </a:lnTo>
                  <a:lnTo>
                    <a:pt x="8753" y="8460"/>
                  </a:lnTo>
                  <a:lnTo>
                    <a:pt x="16880" y="17649"/>
                  </a:lnTo>
                  <a:lnTo>
                    <a:pt x="42909" y="60802"/>
                  </a:lnTo>
                  <a:lnTo>
                    <a:pt x="57118" y="108408"/>
                  </a:lnTo>
                  <a:lnTo>
                    <a:pt x="58940" y="131483"/>
                  </a:lnTo>
                  <a:lnTo>
                    <a:pt x="58940" y="159334"/>
                  </a:lnTo>
                  <a:lnTo>
                    <a:pt x="51492" y="206453"/>
                  </a:lnTo>
                  <a:lnTo>
                    <a:pt x="37040" y="241764"/>
                  </a:lnTo>
                  <a:lnTo>
                    <a:pt x="8480" y="282316"/>
                  </a:lnTo>
                  <a:lnTo>
                    <a:pt x="0" y="290493"/>
                  </a:lnTo>
                  <a:lnTo>
                    <a:pt x="24612" y="290493"/>
                  </a:lnTo>
                  <a:lnTo>
                    <a:pt x="54082" y="254869"/>
                  </a:lnTo>
                  <a:lnTo>
                    <a:pt x="70993" y="218376"/>
                  </a:lnTo>
                  <a:lnTo>
                    <a:pt x="81245" y="175688"/>
                  </a:lnTo>
                  <a:lnTo>
                    <a:pt x="83229" y="145084"/>
                  </a:lnTo>
                  <a:lnTo>
                    <a:pt x="82743" y="129610"/>
                  </a:lnTo>
                  <a:lnTo>
                    <a:pt x="75457" y="85981"/>
                  </a:lnTo>
                  <a:lnTo>
                    <a:pt x="60701" y="47544"/>
                  </a:lnTo>
                  <a:lnTo>
                    <a:pt x="32668" y="7478"/>
                  </a:lnTo>
                  <a:lnTo>
                    <a:pt x="24612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2044044" y="4146041"/>
            <a:ext cx="932815" cy="200660"/>
            <a:chOff x="2044044" y="4146041"/>
            <a:chExt cx="932815" cy="200660"/>
          </a:xfrm>
        </p:grpSpPr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44044" y="4146041"/>
              <a:ext cx="114010" cy="20055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97173" y="4203619"/>
              <a:ext cx="203013" cy="14298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21940" y="4206820"/>
              <a:ext cx="182994" cy="13657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24244" y="4203619"/>
              <a:ext cx="101092" cy="14298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54591" y="4203619"/>
              <a:ext cx="116864" cy="14298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10084" y="4206820"/>
              <a:ext cx="66315" cy="136579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3051299" y="4146041"/>
            <a:ext cx="531495" cy="234315"/>
            <a:chOff x="3051299" y="4146041"/>
            <a:chExt cx="531495" cy="234315"/>
          </a:xfrm>
        </p:grpSpPr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051299" y="4146041"/>
              <a:ext cx="68670" cy="19735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150567" y="4146041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30" h="197485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7" y="189767"/>
                  </a:lnTo>
                  <a:lnTo>
                    <a:pt x="7185" y="195839"/>
                  </a:lnTo>
                  <a:lnTo>
                    <a:pt x="11367" y="197358"/>
                  </a:lnTo>
                  <a:lnTo>
                    <a:pt x="36417" y="197358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10071" y="4203619"/>
              <a:ext cx="119506" cy="14298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351331" y="4206820"/>
              <a:ext cx="231029" cy="173504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3675010" y="4146041"/>
            <a:ext cx="633095" cy="200660"/>
            <a:chOff x="3675010" y="4146041"/>
            <a:chExt cx="633095" cy="200660"/>
          </a:xfrm>
        </p:grpSpPr>
        <p:pic>
          <p:nvPicPr>
            <p:cNvPr id="50" name="object 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675010" y="4168578"/>
              <a:ext cx="69888" cy="1748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769243" y="4203619"/>
              <a:ext cx="119505" cy="14298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927378" y="4146041"/>
              <a:ext cx="239033" cy="20055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205039" y="4203619"/>
              <a:ext cx="102604" cy="139780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4404427" y="4203620"/>
            <a:ext cx="250825" cy="143510"/>
            <a:chOff x="4404427" y="4203620"/>
            <a:chExt cx="250825" cy="143510"/>
          </a:xfrm>
        </p:grpSpPr>
        <p:pic>
          <p:nvPicPr>
            <p:cNvPr id="55" name="object 5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404427" y="4203620"/>
              <a:ext cx="101092" cy="14298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534261" y="4203620"/>
              <a:ext cx="120564" cy="142980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4738451" y="4146041"/>
            <a:ext cx="519430" cy="200660"/>
            <a:chOff x="4738451" y="4146041"/>
            <a:chExt cx="519430" cy="200660"/>
          </a:xfrm>
        </p:grpSpPr>
        <p:pic>
          <p:nvPicPr>
            <p:cNvPr id="58" name="object 5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738451" y="4203619"/>
              <a:ext cx="109580" cy="14298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870553" y="4203619"/>
              <a:ext cx="120564" cy="14298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155151" y="4146041"/>
              <a:ext cx="102604" cy="19735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011801" y="4203619"/>
              <a:ext cx="109580" cy="142980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5303540" y="4147908"/>
            <a:ext cx="323215" cy="248920"/>
            <a:chOff x="5303540" y="4147908"/>
            <a:chExt cx="323215" cy="248920"/>
          </a:xfrm>
        </p:grpSpPr>
        <p:pic>
          <p:nvPicPr>
            <p:cNvPr id="63" name="object 6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303540" y="4206820"/>
              <a:ext cx="102600" cy="13978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433123" y="4147908"/>
              <a:ext cx="40640" cy="248920"/>
            </a:xfrm>
            <a:custGeom>
              <a:avLst/>
              <a:gdLst/>
              <a:ahLst/>
              <a:cxnLst/>
              <a:rect l="l" t="t" r="r" b="b"/>
              <a:pathLst>
                <a:path w="40639" h="248920">
                  <a:moveTo>
                    <a:pt x="37721" y="58911"/>
                  </a:moveTo>
                  <a:lnTo>
                    <a:pt x="22506" y="58911"/>
                  </a:lnTo>
                  <a:lnTo>
                    <a:pt x="22506" y="235454"/>
                  </a:lnTo>
                  <a:lnTo>
                    <a:pt x="0" y="235454"/>
                  </a:lnTo>
                  <a:lnTo>
                    <a:pt x="0" y="248831"/>
                  </a:lnTo>
                  <a:lnTo>
                    <a:pt x="23801" y="248831"/>
                  </a:lnTo>
                  <a:lnTo>
                    <a:pt x="29178" y="246769"/>
                  </a:lnTo>
                  <a:lnTo>
                    <a:pt x="36013" y="238523"/>
                  </a:lnTo>
                  <a:lnTo>
                    <a:pt x="37721" y="233065"/>
                  </a:lnTo>
                  <a:lnTo>
                    <a:pt x="37721" y="58911"/>
                  </a:lnTo>
                  <a:close/>
                </a:path>
                <a:path w="40639" h="248920">
                  <a:moveTo>
                    <a:pt x="33784" y="0"/>
                  </a:moveTo>
                  <a:lnTo>
                    <a:pt x="26447" y="0"/>
                  </a:lnTo>
                  <a:lnTo>
                    <a:pt x="23816" y="902"/>
                  </a:lnTo>
                  <a:lnTo>
                    <a:pt x="20518" y="4517"/>
                  </a:lnTo>
                  <a:lnTo>
                    <a:pt x="19693" y="6785"/>
                  </a:lnTo>
                  <a:lnTo>
                    <a:pt x="19693" y="15081"/>
                  </a:lnTo>
                  <a:lnTo>
                    <a:pt x="20518" y="17346"/>
                  </a:lnTo>
                  <a:lnTo>
                    <a:pt x="23816" y="20961"/>
                  </a:lnTo>
                  <a:lnTo>
                    <a:pt x="26447" y="21865"/>
                  </a:lnTo>
                  <a:lnTo>
                    <a:pt x="33784" y="21865"/>
                  </a:lnTo>
                  <a:lnTo>
                    <a:pt x="36443" y="20961"/>
                  </a:lnTo>
                  <a:lnTo>
                    <a:pt x="39632" y="17346"/>
                  </a:lnTo>
                  <a:lnTo>
                    <a:pt x="40430" y="15081"/>
                  </a:lnTo>
                  <a:lnTo>
                    <a:pt x="40430" y="6785"/>
                  </a:lnTo>
                  <a:lnTo>
                    <a:pt x="39632" y="4517"/>
                  </a:lnTo>
                  <a:lnTo>
                    <a:pt x="36443" y="902"/>
                  </a:lnTo>
                  <a:lnTo>
                    <a:pt x="3378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509599" y="4203619"/>
              <a:ext cx="116864" cy="142980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5717173" y="4203620"/>
            <a:ext cx="371475" cy="143510"/>
            <a:chOff x="5717173" y="4203620"/>
            <a:chExt cx="371475" cy="143510"/>
          </a:xfrm>
        </p:grpSpPr>
        <p:pic>
          <p:nvPicPr>
            <p:cNvPr id="67" name="object 6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717173" y="4203620"/>
              <a:ext cx="109579" cy="14298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847772" y="4203620"/>
              <a:ext cx="116864" cy="14298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985365" y="4206820"/>
              <a:ext cx="103134" cy="136579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6146403" y="4064000"/>
            <a:ext cx="25952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15" dirty="0">
                <a:solidFill>
                  <a:srgbClr val="8A857C"/>
                </a:solidFill>
                <a:latin typeface="Cambria"/>
                <a:cs typeface="Cambria"/>
              </a:rPr>
              <a:t>token_manager.py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39800" y="4997450"/>
            <a:ext cx="309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8A857C"/>
                </a:solidFill>
                <a:latin typeface="Courier New"/>
                <a:cs typeface="Courier New"/>
              </a:rPr>
              <a:t>02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2032901" y="5018341"/>
            <a:ext cx="664210" cy="234315"/>
            <a:chOff x="2032901" y="5018341"/>
            <a:chExt cx="664210" cy="234315"/>
          </a:xfrm>
        </p:grpSpPr>
        <p:pic>
          <p:nvPicPr>
            <p:cNvPr id="73" name="object 7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032901" y="5018341"/>
              <a:ext cx="157714" cy="23381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221706" y="5077282"/>
              <a:ext cx="475411" cy="174878"/>
            </a:xfrm>
            <a:prstGeom prst="rect">
              <a:avLst/>
            </a:prstGeom>
          </p:spPr>
        </p:pic>
      </p:grpSp>
      <p:grpSp>
        <p:nvGrpSpPr>
          <p:cNvPr id="75" name="object 75"/>
          <p:cNvGrpSpPr/>
          <p:nvPr/>
        </p:nvGrpSpPr>
        <p:grpSpPr>
          <a:xfrm>
            <a:off x="2800426" y="4995995"/>
            <a:ext cx="822325" cy="317500"/>
            <a:chOff x="2800426" y="4995995"/>
            <a:chExt cx="822325" cy="317500"/>
          </a:xfrm>
        </p:grpSpPr>
        <p:pic>
          <p:nvPicPr>
            <p:cNvPr id="76" name="object 7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800426" y="5077282"/>
              <a:ext cx="127920" cy="17487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1703" y="5077282"/>
              <a:ext cx="138607" cy="174878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122656" y="4995995"/>
              <a:ext cx="147955" cy="256540"/>
            </a:xfrm>
            <a:custGeom>
              <a:avLst/>
              <a:gdLst/>
              <a:ahLst/>
              <a:cxnLst/>
              <a:rect l="l" t="t" r="r" b="b"/>
              <a:pathLst>
                <a:path w="147954" h="256539">
                  <a:moveTo>
                    <a:pt x="75133" y="81286"/>
                  </a:moveTo>
                  <a:lnTo>
                    <a:pt x="35623" y="92134"/>
                  </a:lnTo>
                  <a:lnTo>
                    <a:pt x="9391" y="122576"/>
                  </a:lnTo>
                  <a:lnTo>
                    <a:pt x="0" y="168725"/>
                  </a:lnTo>
                  <a:lnTo>
                    <a:pt x="586" y="181568"/>
                  </a:lnTo>
                  <a:lnTo>
                    <a:pt x="14553" y="224123"/>
                  </a:lnTo>
                  <a:lnTo>
                    <a:pt x="44664" y="250153"/>
                  </a:lnTo>
                  <a:lnTo>
                    <a:pt x="75133" y="256165"/>
                  </a:lnTo>
                  <a:lnTo>
                    <a:pt x="86548" y="255497"/>
                  </a:lnTo>
                  <a:lnTo>
                    <a:pt x="123953" y="239750"/>
                  </a:lnTo>
                  <a:lnTo>
                    <a:pt x="130578" y="233495"/>
                  </a:lnTo>
                  <a:lnTo>
                    <a:pt x="76752" y="233495"/>
                  </a:lnTo>
                  <a:lnTo>
                    <a:pt x="65731" y="232595"/>
                  </a:lnTo>
                  <a:lnTo>
                    <a:pt x="30482" y="202851"/>
                  </a:lnTo>
                  <a:lnTo>
                    <a:pt x="27203" y="182975"/>
                  </a:lnTo>
                  <a:lnTo>
                    <a:pt x="27203" y="175202"/>
                  </a:lnTo>
                  <a:lnTo>
                    <a:pt x="147351" y="175202"/>
                  </a:lnTo>
                  <a:lnTo>
                    <a:pt x="147351" y="162896"/>
                  </a:lnTo>
                  <a:lnTo>
                    <a:pt x="147018" y="155883"/>
                  </a:lnTo>
                  <a:lnTo>
                    <a:pt x="27203" y="155883"/>
                  </a:lnTo>
                  <a:lnTo>
                    <a:pt x="27317" y="151399"/>
                  </a:lnTo>
                  <a:lnTo>
                    <a:pt x="43125" y="113779"/>
                  </a:lnTo>
                  <a:lnTo>
                    <a:pt x="75133" y="102984"/>
                  </a:lnTo>
                  <a:lnTo>
                    <a:pt x="126676" y="102984"/>
                  </a:lnTo>
                  <a:lnTo>
                    <a:pt x="121302" y="97569"/>
                  </a:lnTo>
                  <a:lnTo>
                    <a:pt x="113671" y="91810"/>
                  </a:lnTo>
                  <a:lnTo>
                    <a:pt x="105190" y="87206"/>
                  </a:lnTo>
                  <a:lnTo>
                    <a:pt x="96168" y="83998"/>
                  </a:lnTo>
                  <a:lnTo>
                    <a:pt x="96351" y="83998"/>
                  </a:lnTo>
                  <a:lnTo>
                    <a:pt x="86024" y="81964"/>
                  </a:lnTo>
                  <a:lnTo>
                    <a:pt x="86253" y="81964"/>
                  </a:lnTo>
                  <a:lnTo>
                    <a:pt x="75133" y="81286"/>
                  </a:lnTo>
                  <a:close/>
                </a:path>
                <a:path w="147954" h="256539">
                  <a:moveTo>
                    <a:pt x="122739" y="204673"/>
                  </a:moveTo>
                  <a:lnTo>
                    <a:pt x="91608" y="231633"/>
                  </a:lnTo>
                  <a:lnTo>
                    <a:pt x="76752" y="233495"/>
                  </a:lnTo>
                  <a:lnTo>
                    <a:pt x="130578" y="233495"/>
                  </a:lnTo>
                  <a:lnTo>
                    <a:pt x="130835" y="233252"/>
                  </a:lnTo>
                  <a:lnTo>
                    <a:pt x="136535" y="226047"/>
                  </a:lnTo>
                  <a:lnTo>
                    <a:pt x="141198" y="217951"/>
                  </a:lnTo>
                  <a:lnTo>
                    <a:pt x="122739" y="204673"/>
                  </a:lnTo>
                  <a:close/>
                </a:path>
                <a:path w="147954" h="256539">
                  <a:moveTo>
                    <a:pt x="126676" y="102984"/>
                  </a:moveTo>
                  <a:lnTo>
                    <a:pt x="83985" y="102984"/>
                  </a:lnTo>
                  <a:lnTo>
                    <a:pt x="91757" y="105035"/>
                  </a:lnTo>
                  <a:lnTo>
                    <a:pt x="103222" y="112062"/>
                  </a:lnTo>
                  <a:lnTo>
                    <a:pt x="119461" y="151399"/>
                  </a:lnTo>
                  <a:lnTo>
                    <a:pt x="119500" y="155883"/>
                  </a:lnTo>
                  <a:lnTo>
                    <a:pt x="147018" y="155883"/>
                  </a:lnTo>
                  <a:lnTo>
                    <a:pt x="133770" y="112062"/>
                  </a:lnTo>
                  <a:lnTo>
                    <a:pt x="128001" y="104319"/>
                  </a:lnTo>
                  <a:lnTo>
                    <a:pt x="126676" y="102984"/>
                  </a:lnTo>
                  <a:close/>
                </a:path>
                <a:path w="147954" h="256539">
                  <a:moveTo>
                    <a:pt x="88087" y="0"/>
                  </a:moveTo>
                  <a:lnTo>
                    <a:pt x="60559" y="55054"/>
                  </a:lnTo>
                  <a:lnTo>
                    <a:pt x="77400" y="62826"/>
                  </a:lnTo>
                  <a:lnTo>
                    <a:pt x="111728" y="11334"/>
                  </a:lnTo>
                  <a:lnTo>
                    <a:pt x="88087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312756" y="5077282"/>
              <a:ext cx="130511" cy="17099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472091" y="5081168"/>
              <a:ext cx="150590" cy="231876"/>
            </a:xfrm>
            <a:prstGeom prst="rect">
              <a:avLst/>
            </a:prstGeom>
          </p:spPr>
        </p:pic>
      </p:grpSp>
      <p:pic>
        <p:nvPicPr>
          <p:cNvPr id="81" name="object 81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3736240" y="5039226"/>
            <a:ext cx="230078" cy="189755"/>
          </a:xfrm>
          <a:prstGeom prst="rect">
            <a:avLst/>
          </a:prstGeom>
        </p:spPr>
      </p:pic>
      <p:sp>
        <p:nvSpPr>
          <p:cNvPr id="82" name="object 82"/>
          <p:cNvSpPr/>
          <p:nvPr/>
        </p:nvSpPr>
        <p:spPr>
          <a:xfrm>
            <a:off x="4105605" y="5008625"/>
            <a:ext cx="117475" cy="240029"/>
          </a:xfrm>
          <a:custGeom>
            <a:avLst/>
            <a:gdLst/>
            <a:ahLst/>
            <a:cxnLst/>
            <a:rect l="l" t="t" r="r" b="b"/>
            <a:pathLst>
              <a:path w="117475" h="240029">
                <a:moveTo>
                  <a:pt x="50520" y="216979"/>
                </a:moveTo>
                <a:lnTo>
                  <a:pt x="25908" y="216979"/>
                </a:lnTo>
                <a:lnTo>
                  <a:pt x="25908" y="0"/>
                </a:lnTo>
                <a:lnTo>
                  <a:pt x="0" y="0"/>
                </a:lnTo>
                <a:lnTo>
                  <a:pt x="0" y="220548"/>
                </a:lnTo>
                <a:lnTo>
                  <a:pt x="2374" y="226974"/>
                </a:lnTo>
                <a:lnTo>
                  <a:pt x="11874" y="237121"/>
                </a:lnTo>
                <a:lnTo>
                  <a:pt x="18681" y="239649"/>
                </a:lnTo>
                <a:lnTo>
                  <a:pt x="50520" y="239649"/>
                </a:lnTo>
                <a:lnTo>
                  <a:pt x="50520" y="216979"/>
                </a:lnTo>
                <a:close/>
              </a:path>
              <a:path w="117475" h="240029">
                <a:moveTo>
                  <a:pt x="113995" y="72542"/>
                </a:moveTo>
                <a:lnTo>
                  <a:pt x="88087" y="72542"/>
                </a:lnTo>
                <a:lnTo>
                  <a:pt x="88087" y="239649"/>
                </a:lnTo>
                <a:lnTo>
                  <a:pt x="113995" y="239649"/>
                </a:lnTo>
                <a:lnTo>
                  <a:pt x="113995" y="72542"/>
                </a:lnTo>
                <a:close/>
              </a:path>
              <a:path w="117475" h="240029">
                <a:moveTo>
                  <a:pt x="116916" y="10261"/>
                </a:moveTo>
                <a:lnTo>
                  <a:pt x="115671" y="6756"/>
                </a:lnTo>
                <a:lnTo>
                  <a:pt x="110705" y="1358"/>
                </a:lnTo>
                <a:lnTo>
                  <a:pt x="106654" y="0"/>
                </a:lnTo>
                <a:lnTo>
                  <a:pt x="95643" y="0"/>
                </a:lnTo>
                <a:lnTo>
                  <a:pt x="91655" y="1358"/>
                </a:lnTo>
                <a:lnTo>
                  <a:pt x="86474" y="6756"/>
                </a:lnTo>
                <a:lnTo>
                  <a:pt x="85178" y="10261"/>
                </a:lnTo>
                <a:lnTo>
                  <a:pt x="85178" y="23101"/>
                </a:lnTo>
                <a:lnTo>
                  <a:pt x="86474" y="26619"/>
                </a:lnTo>
                <a:lnTo>
                  <a:pt x="91655" y="32016"/>
                </a:lnTo>
                <a:lnTo>
                  <a:pt x="95643" y="33362"/>
                </a:lnTo>
                <a:lnTo>
                  <a:pt x="106654" y="33362"/>
                </a:lnTo>
                <a:lnTo>
                  <a:pt x="110705" y="32016"/>
                </a:lnTo>
                <a:lnTo>
                  <a:pt x="115671" y="26619"/>
                </a:lnTo>
                <a:lnTo>
                  <a:pt x="116916" y="23101"/>
                </a:lnTo>
                <a:lnTo>
                  <a:pt x="116916" y="1026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3" name="object 83"/>
          <p:cNvGrpSpPr/>
          <p:nvPr/>
        </p:nvGrpSpPr>
        <p:grpSpPr>
          <a:xfrm>
            <a:off x="4274666" y="5008626"/>
            <a:ext cx="559435" cy="293370"/>
            <a:chOff x="4274666" y="5008626"/>
            <a:chExt cx="559435" cy="293370"/>
          </a:xfrm>
        </p:grpSpPr>
        <p:pic>
          <p:nvPicPr>
            <p:cNvPr id="84" name="object 8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274666" y="5008626"/>
              <a:ext cx="144113" cy="24353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448573" y="5018341"/>
              <a:ext cx="157714" cy="233819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4641912" y="5018341"/>
              <a:ext cx="191770" cy="283210"/>
            </a:xfrm>
            <a:custGeom>
              <a:avLst/>
              <a:gdLst/>
              <a:ahLst/>
              <a:cxnLst/>
              <a:rect l="l" t="t" r="r" b="b"/>
              <a:pathLst>
                <a:path w="191770" h="283210">
                  <a:moveTo>
                    <a:pt x="95859" y="0"/>
                  </a:moveTo>
                  <a:lnTo>
                    <a:pt x="56421" y="7559"/>
                  </a:lnTo>
                  <a:lnTo>
                    <a:pt x="18338" y="40703"/>
                  </a:lnTo>
                  <a:lnTo>
                    <a:pt x="2955" y="81974"/>
                  </a:lnTo>
                  <a:lnTo>
                    <a:pt x="815" y="98126"/>
                  </a:lnTo>
                  <a:lnTo>
                    <a:pt x="738" y="98703"/>
                  </a:lnTo>
                  <a:lnTo>
                    <a:pt x="0" y="116909"/>
                  </a:lnTo>
                  <a:lnTo>
                    <a:pt x="630" y="133476"/>
                  </a:lnTo>
                  <a:lnTo>
                    <a:pt x="647" y="133932"/>
                  </a:lnTo>
                  <a:lnTo>
                    <a:pt x="10363" y="177469"/>
                  </a:lnTo>
                  <a:lnTo>
                    <a:pt x="39833" y="216816"/>
                  </a:lnTo>
                  <a:lnTo>
                    <a:pt x="85172" y="233495"/>
                  </a:lnTo>
                  <a:lnTo>
                    <a:pt x="85172" y="264045"/>
                  </a:lnTo>
                  <a:lnTo>
                    <a:pt x="87494" y="270360"/>
                  </a:lnTo>
                  <a:lnTo>
                    <a:pt x="96777" y="280507"/>
                  </a:lnTo>
                  <a:lnTo>
                    <a:pt x="103524" y="283044"/>
                  </a:lnTo>
                  <a:lnTo>
                    <a:pt x="145732" y="283044"/>
                  </a:lnTo>
                  <a:lnTo>
                    <a:pt x="145732" y="260375"/>
                  </a:lnTo>
                  <a:lnTo>
                    <a:pt x="111080" y="260375"/>
                  </a:lnTo>
                  <a:lnTo>
                    <a:pt x="111080" y="232848"/>
                  </a:lnTo>
                  <a:lnTo>
                    <a:pt x="153991" y="215036"/>
                  </a:lnTo>
                  <a:lnTo>
                    <a:pt x="159990" y="209530"/>
                  </a:lnTo>
                  <a:lnTo>
                    <a:pt x="95859" y="209530"/>
                  </a:lnTo>
                  <a:lnTo>
                    <a:pt x="88397" y="209075"/>
                  </a:lnTo>
                  <a:lnTo>
                    <a:pt x="87039" y="209075"/>
                  </a:lnTo>
                  <a:lnTo>
                    <a:pt x="77679" y="207253"/>
                  </a:lnTo>
                  <a:lnTo>
                    <a:pt x="42424" y="182357"/>
                  </a:lnTo>
                  <a:lnTo>
                    <a:pt x="29146" y="135693"/>
                  </a:lnTo>
                  <a:lnTo>
                    <a:pt x="29146" y="98126"/>
                  </a:lnTo>
                  <a:lnTo>
                    <a:pt x="37729" y="59101"/>
                  </a:lnTo>
                  <a:lnTo>
                    <a:pt x="69172" y="29389"/>
                  </a:lnTo>
                  <a:lnTo>
                    <a:pt x="95859" y="24288"/>
                  </a:lnTo>
                  <a:lnTo>
                    <a:pt x="159991" y="24288"/>
                  </a:lnTo>
                  <a:lnTo>
                    <a:pt x="156703" y="20948"/>
                  </a:lnTo>
                  <a:lnTo>
                    <a:pt x="146542" y="13439"/>
                  </a:lnTo>
                  <a:lnTo>
                    <a:pt x="135298" y="7559"/>
                  </a:lnTo>
                  <a:lnTo>
                    <a:pt x="123103" y="3359"/>
                  </a:lnTo>
                  <a:lnTo>
                    <a:pt x="109957" y="839"/>
                  </a:lnTo>
                  <a:lnTo>
                    <a:pt x="95859" y="0"/>
                  </a:lnTo>
                  <a:close/>
                </a:path>
                <a:path w="191770" h="283210">
                  <a:moveTo>
                    <a:pt x="159991" y="24288"/>
                  </a:moveTo>
                  <a:lnTo>
                    <a:pt x="95859" y="24288"/>
                  </a:lnTo>
                  <a:lnTo>
                    <a:pt x="105433" y="24855"/>
                  </a:lnTo>
                  <a:lnTo>
                    <a:pt x="114400" y="26555"/>
                  </a:lnTo>
                  <a:lnTo>
                    <a:pt x="149305" y="51238"/>
                  </a:lnTo>
                  <a:lnTo>
                    <a:pt x="162036" y="87307"/>
                  </a:lnTo>
                  <a:lnTo>
                    <a:pt x="162572" y="98126"/>
                  </a:lnTo>
                  <a:lnTo>
                    <a:pt x="162572" y="135693"/>
                  </a:lnTo>
                  <a:lnTo>
                    <a:pt x="153991" y="174555"/>
                  </a:lnTo>
                  <a:lnTo>
                    <a:pt x="122759" y="204338"/>
                  </a:lnTo>
                  <a:lnTo>
                    <a:pt x="104806" y="209075"/>
                  </a:lnTo>
                  <a:lnTo>
                    <a:pt x="103425" y="209075"/>
                  </a:lnTo>
                  <a:lnTo>
                    <a:pt x="95859" y="209530"/>
                  </a:lnTo>
                  <a:lnTo>
                    <a:pt x="159990" y="209530"/>
                  </a:lnTo>
                  <a:lnTo>
                    <a:pt x="162472" y="207253"/>
                  </a:lnTo>
                  <a:lnTo>
                    <a:pt x="186163" y="163027"/>
                  </a:lnTo>
                  <a:lnTo>
                    <a:pt x="191719" y="116909"/>
                  </a:lnTo>
                  <a:lnTo>
                    <a:pt x="190980" y="98703"/>
                  </a:lnTo>
                  <a:lnTo>
                    <a:pt x="179899" y="52948"/>
                  </a:lnTo>
                  <a:lnTo>
                    <a:pt x="165649" y="30036"/>
                  </a:lnTo>
                  <a:lnTo>
                    <a:pt x="159991" y="2428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/>
          <p:nvPr/>
        </p:nvSpPr>
        <p:spPr>
          <a:xfrm>
            <a:off x="4882527" y="5022849"/>
            <a:ext cx="123825" cy="226060"/>
          </a:xfrm>
          <a:custGeom>
            <a:avLst/>
            <a:gdLst/>
            <a:ahLst/>
            <a:cxnLst/>
            <a:rect l="l" t="t" r="r" b="b"/>
            <a:pathLst>
              <a:path w="123825" h="226060">
                <a:moveTo>
                  <a:pt x="123380" y="201930"/>
                </a:moveTo>
                <a:lnTo>
                  <a:pt x="27203" y="201930"/>
                </a:lnTo>
                <a:lnTo>
                  <a:pt x="27203" y="0"/>
                </a:lnTo>
                <a:lnTo>
                  <a:pt x="0" y="0"/>
                </a:lnTo>
                <a:lnTo>
                  <a:pt x="0" y="201930"/>
                </a:lnTo>
                <a:lnTo>
                  <a:pt x="0" y="226060"/>
                </a:lnTo>
                <a:lnTo>
                  <a:pt x="123380" y="226060"/>
                </a:lnTo>
                <a:lnTo>
                  <a:pt x="123380" y="20193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094006" y="5008626"/>
            <a:ext cx="107950" cy="288925"/>
          </a:xfrm>
          <a:custGeom>
            <a:avLst/>
            <a:gdLst/>
            <a:ahLst/>
            <a:cxnLst/>
            <a:rect l="l" t="t" r="r" b="b"/>
            <a:pathLst>
              <a:path w="107950" h="288925">
                <a:moveTo>
                  <a:pt x="107842" y="0"/>
                </a:moveTo>
                <a:lnTo>
                  <a:pt x="84524" y="0"/>
                </a:lnTo>
                <a:lnTo>
                  <a:pt x="0" y="288550"/>
                </a:lnTo>
                <a:lnTo>
                  <a:pt x="23317" y="288550"/>
                </a:lnTo>
                <a:lnTo>
                  <a:pt x="107842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9" name="object 89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298680" y="5022850"/>
            <a:ext cx="318344" cy="229311"/>
          </a:xfrm>
          <a:prstGeom prst="rect">
            <a:avLst/>
          </a:prstGeom>
        </p:spPr>
      </p:pic>
      <p:grpSp>
        <p:nvGrpSpPr>
          <p:cNvPr id="90" name="object 90"/>
          <p:cNvGrpSpPr/>
          <p:nvPr/>
        </p:nvGrpSpPr>
        <p:grpSpPr>
          <a:xfrm>
            <a:off x="5672078" y="5077282"/>
            <a:ext cx="415290" cy="175260"/>
            <a:chOff x="5672078" y="5077282"/>
            <a:chExt cx="415290" cy="175260"/>
          </a:xfrm>
        </p:grpSpPr>
        <p:pic>
          <p:nvPicPr>
            <p:cNvPr id="91" name="object 9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672078" y="5077282"/>
              <a:ext cx="230905" cy="17487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936340" y="5077282"/>
              <a:ext cx="150914" cy="174878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2026146" y="5535167"/>
            <a:ext cx="622935" cy="193040"/>
            <a:chOff x="2026146" y="5535167"/>
            <a:chExt cx="622935" cy="193040"/>
          </a:xfrm>
        </p:grpSpPr>
        <p:pic>
          <p:nvPicPr>
            <p:cNvPr id="94" name="object 9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026146" y="5538368"/>
              <a:ext cx="99679" cy="18935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161744" y="5535167"/>
              <a:ext cx="125731" cy="19255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318680" y="5535167"/>
              <a:ext cx="152490" cy="192557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514245" y="5538368"/>
              <a:ext cx="134278" cy="186156"/>
            </a:xfrm>
            <a:prstGeom prst="rect">
              <a:avLst/>
            </a:prstGeom>
          </p:spPr>
        </p:pic>
      </p:grpSp>
      <p:pic>
        <p:nvPicPr>
          <p:cNvPr id="98" name="object 98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2762570" y="5527166"/>
            <a:ext cx="882479" cy="250698"/>
          </a:xfrm>
          <a:prstGeom prst="rect">
            <a:avLst/>
          </a:prstGeom>
        </p:spPr>
      </p:pic>
      <p:grpSp>
        <p:nvGrpSpPr>
          <p:cNvPr id="99" name="object 99"/>
          <p:cNvGrpSpPr/>
          <p:nvPr/>
        </p:nvGrpSpPr>
        <p:grpSpPr>
          <a:xfrm>
            <a:off x="3740917" y="5527166"/>
            <a:ext cx="537210" cy="200660"/>
            <a:chOff x="3740917" y="5527166"/>
            <a:chExt cx="537210" cy="200660"/>
          </a:xfrm>
        </p:grpSpPr>
        <p:pic>
          <p:nvPicPr>
            <p:cNvPr id="100" name="object 10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740917" y="5587945"/>
              <a:ext cx="103134" cy="136579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876352" y="5527166"/>
              <a:ext cx="102604" cy="19735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015733" y="5584744"/>
              <a:ext cx="119505" cy="14298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163496" y="5527166"/>
              <a:ext cx="114010" cy="200558"/>
            </a:xfrm>
            <a:prstGeom prst="rect">
              <a:avLst/>
            </a:prstGeom>
          </p:spPr>
        </p:pic>
      </p:grpSp>
      <p:grpSp>
        <p:nvGrpSpPr>
          <p:cNvPr id="104" name="object 104"/>
          <p:cNvGrpSpPr/>
          <p:nvPr/>
        </p:nvGrpSpPr>
        <p:grpSpPr>
          <a:xfrm>
            <a:off x="4326997" y="5519699"/>
            <a:ext cx="246379" cy="258445"/>
            <a:chOff x="4326997" y="5519699"/>
            <a:chExt cx="246379" cy="258445"/>
          </a:xfrm>
        </p:grpSpPr>
        <p:pic>
          <p:nvPicPr>
            <p:cNvPr id="105" name="object 10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326997" y="5584745"/>
              <a:ext cx="102604" cy="139780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4455486" y="5519699"/>
              <a:ext cx="118110" cy="258445"/>
            </a:xfrm>
            <a:custGeom>
              <a:avLst/>
              <a:gdLst/>
              <a:ahLst/>
              <a:cxnLst/>
              <a:rect l="l" t="t" r="r" b="b"/>
              <a:pathLst>
                <a:path w="118110" h="258445">
                  <a:moveTo>
                    <a:pt x="15468" y="68275"/>
                  </a:moveTo>
                  <a:lnTo>
                    <a:pt x="0" y="68275"/>
                  </a:lnTo>
                  <a:lnTo>
                    <a:pt x="51206" y="208826"/>
                  </a:lnTo>
                  <a:lnTo>
                    <a:pt x="38138" y="244830"/>
                  </a:lnTo>
                  <a:lnTo>
                    <a:pt x="15201" y="244830"/>
                  </a:lnTo>
                  <a:lnTo>
                    <a:pt x="15201" y="258165"/>
                  </a:lnTo>
                  <a:lnTo>
                    <a:pt x="35293" y="258165"/>
                  </a:lnTo>
                  <a:lnTo>
                    <a:pt x="39027" y="257721"/>
                  </a:lnTo>
                  <a:lnTo>
                    <a:pt x="53339" y="243230"/>
                  </a:lnTo>
                  <a:lnTo>
                    <a:pt x="73229" y="189090"/>
                  </a:lnTo>
                  <a:lnTo>
                    <a:pt x="57873" y="189090"/>
                  </a:lnTo>
                  <a:lnTo>
                    <a:pt x="47472" y="157886"/>
                  </a:lnTo>
                  <a:lnTo>
                    <a:pt x="15468" y="68275"/>
                  </a:lnTo>
                  <a:close/>
                </a:path>
                <a:path w="118110" h="258445">
                  <a:moveTo>
                    <a:pt x="117614" y="68275"/>
                  </a:moveTo>
                  <a:lnTo>
                    <a:pt x="102412" y="68275"/>
                  </a:lnTo>
                  <a:lnTo>
                    <a:pt x="58940" y="189090"/>
                  </a:lnTo>
                  <a:lnTo>
                    <a:pt x="73229" y="189090"/>
                  </a:lnTo>
                  <a:lnTo>
                    <a:pt x="117614" y="68275"/>
                  </a:lnTo>
                  <a:close/>
                </a:path>
                <a:path w="118110" h="258445">
                  <a:moveTo>
                    <a:pt x="73609" y="0"/>
                  </a:moveTo>
                  <a:lnTo>
                    <a:pt x="48272" y="43738"/>
                  </a:lnTo>
                  <a:lnTo>
                    <a:pt x="58140" y="48539"/>
                  </a:lnTo>
                  <a:lnTo>
                    <a:pt x="87477" y="6934"/>
                  </a:lnTo>
                  <a:lnTo>
                    <a:pt x="736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7" name="object 107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652250" y="5584745"/>
            <a:ext cx="101092" cy="142980"/>
          </a:xfrm>
          <a:prstGeom prst="rect">
            <a:avLst/>
          </a:prstGeom>
        </p:spPr>
      </p:pic>
      <p:grpSp>
        <p:nvGrpSpPr>
          <p:cNvPr id="108" name="object 108"/>
          <p:cNvGrpSpPr/>
          <p:nvPr/>
        </p:nvGrpSpPr>
        <p:grpSpPr>
          <a:xfrm>
            <a:off x="4856272" y="5519699"/>
            <a:ext cx="1026160" cy="258445"/>
            <a:chOff x="4856272" y="5519699"/>
            <a:chExt cx="1026160" cy="258445"/>
          </a:xfrm>
        </p:grpSpPr>
        <p:sp>
          <p:nvSpPr>
            <p:cNvPr id="109" name="object 109"/>
            <p:cNvSpPr/>
            <p:nvPr/>
          </p:nvSpPr>
          <p:spPr>
            <a:xfrm>
              <a:off x="4856272" y="5527167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5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5"/>
                  </a:lnTo>
                  <a:lnTo>
                    <a:pt x="7184" y="195839"/>
                  </a:lnTo>
                  <a:lnTo>
                    <a:pt x="11366" y="197358"/>
                  </a:lnTo>
                  <a:lnTo>
                    <a:pt x="36417" y="197358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915776" y="5584745"/>
              <a:ext cx="119505" cy="14298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073911" y="5519699"/>
              <a:ext cx="244262" cy="208025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5349631" y="5527167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5">
                  <a:moveTo>
                    <a:pt x="15213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5"/>
                  </a:lnTo>
                  <a:lnTo>
                    <a:pt x="7184" y="195839"/>
                  </a:lnTo>
                  <a:lnTo>
                    <a:pt x="11366" y="197358"/>
                  </a:lnTo>
                  <a:lnTo>
                    <a:pt x="36415" y="197358"/>
                  </a:lnTo>
                  <a:lnTo>
                    <a:pt x="36415" y="183981"/>
                  </a:lnTo>
                  <a:lnTo>
                    <a:pt x="15213" y="183981"/>
                  </a:lnTo>
                  <a:lnTo>
                    <a:pt x="15213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5419992" y="5584745"/>
              <a:ext cx="102604" cy="139780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548510" y="5587945"/>
              <a:ext cx="117477" cy="189919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696097" y="5584745"/>
              <a:ext cx="185814" cy="139780"/>
            </a:xfrm>
            <a:prstGeom prst="rect">
              <a:avLst/>
            </a:prstGeom>
          </p:spPr>
        </p:pic>
      </p:grpSp>
      <p:grpSp>
        <p:nvGrpSpPr>
          <p:cNvPr id="116" name="object 116"/>
          <p:cNvGrpSpPr/>
          <p:nvPr/>
        </p:nvGrpSpPr>
        <p:grpSpPr>
          <a:xfrm>
            <a:off x="5975583" y="5519699"/>
            <a:ext cx="1137285" cy="208279"/>
            <a:chOff x="5975583" y="5519699"/>
            <a:chExt cx="1137285" cy="208279"/>
          </a:xfrm>
        </p:grpSpPr>
        <p:pic>
          <p:nvPicPr>
            <p:cNvPr id="117" name="object 117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975583" y="5527167"/>
              <a:ext cx="206745" cy="200558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220959" y="5587945"/>
              <a:ext cx="66316" cy="136579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316139" y="5584745"/>
              <a:ext cx="185814" cy="139780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538447" y="5519699"/>
              <a:ext cx="205505" cy="208025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768297" y="5584745"/>
              <a:ext cx="119505" cy="142980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926432" y="5584745"/>
              <a:ext cx="185814" cy="139780"/>
            </a:xfrm>
            <a:prstGeom prst="rect">
              <a:avLst/>
            </a:prstGeom>
          </p:spPr>
        </p:pic>
      </p:grpSp>
      <p:sp>
        <p:nvSpPr>
          <p:cNvPr id="123" name="object 123"/>
          <p:cNvSpPr/>
          <p:nvPr/>
        </p:nvSpPr>
        <p:spPr>
          <a:xfrm>
            <a:off x="7207681" y="5636217"/>
            <a:ext cx="189230" cy="14604"/>
          </a:xfrm>
          <a:custGeom>
            <a:avLst/>
            <a:gdLst/>
            <a:ahLst/>
            <a:cxnLst/>
            <a:rect l="l" t="t" r="r" b="b"/>
            <a:pathLst>
              <a:path w="189229" h="14604">
                <a:moveTo>
                  <a:pt x="188823" y="0"/>
                </a:moveTo>
                <a:lnTo>
                  <a:pt x="0" y="0"/>
                </a:lnTo>
                <a:lnTo>
                  <a:pt x="0" y="14251"/>
                </a:lnTo>
                <a:lnTo>
                  <a:pt x="188823" y="14251"/>
                </a:lnTo>
                <a:lnTo>
                  <a:pt x="188823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4" name="object 124"/>
          <p:cNvGrpSpPr/>
          <p:nvPr/>
        </p:nvGrpSpPr>
        <p:grpSpPr>
          <a:xfrm>
            <a:off x="7477315" y="5521032"/>
            <a:ext cx="445134" cy="207010"/>
            <a:chOff x="7477315" y="5521032"/>
            <a:chExt cx="445134" cy="207010"/>
          </a:xfrm>
        </p:grpSpPr>
        <p:pic>
          <p:nvPicPr>
            <p:cNvPr id="125" name="object 125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7477315" y="5521032"/>
              <a:ext cx="102946" cy="203492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7609850" y="5529033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2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50" y="20961"/>
                  </a:lnTo>
                  <a:lnTo>
                    <a:pt x="19939" y="17346"/>
                  </a:lnTo>
                  <a:lnTo>
                    <a:pt x="20736" y="15081"/>
                  </a:lnTo>
                  <a:lnTo>
                    <a:pt x="20736" y="6785"/>
                  </a:lnTo>
                  <a:lnTo>
                    <a:pt x="19939" y="4517"/>
                  </a:lnTo>
                  <a:lnTo>
                    <a:pt x="16750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7666118" y="5584744"/>
              <a:ext cx="120564" cy="14298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807854" y="5527166"/>
              <a:ext cx="114010" cy="200558"/>
            </a:xfrm>
            <a:prstGeom prst="rect">
              <a:avLst/>
            </a:prstGeom>
          </p:spPr>
        </p:pic>
      </p:grpSp>
      <p:grpSp>
        <p:nvGrpSpPr>
          <p:cNvPr id="129" name="object 129"/>
          <p:cNvGrpSpPr/>
          <p:nvPr/>
        </p:nvGrpSpPr>
        <p:grpSpPr>
          <a:xfrm>
            <a:off x="7971355" y="5584745"/>
            <a:ext cx="259715" cy="143510"/>
            <a:chOff x="7971355" y="5584745"/>
            <a:chExt cx="259715" cy="143510"/>
          </a:xfrm>
        </p:grpSpPr>
        <p:pic>
          <p:nvPicPr>
            <p:cNvPr id="130" name="object 13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971355" y="5584745"/>
              <a:ext cx="102604" cy="13978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110349" y="5584745"/>
              <a:ext cx="120564" cy="142980"/>
            </a:xfrm>
            <a:prstGeom prst="rect">
              <a:avLst/>
            </a:prstGeom>
          </p:spPr>
        </p:pic>
      </p:grpSp>
      <p:pic>
        <p:nvPicPr>
          <p:cNvPr id="132" name="object 13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2033672" y="5927216"/>
            <a:ext cx="114010" cy="200558"/>
          </a:xfrm>
          <a:prstGeom prst="rect">
            <a:avLst/>
          </a:prstGeom>
        </p:spPr>
      </p:pic>
      <p:grpSp>
        <p:nvGrpSpPr>
          <p:cNvPr id="133" name="object 133"/>
          <p:cNvGrpSpPr/>
          <p:nvPr/>
        </p:nvGrpSpPr>
        <p:grpSpPr>
          <a:xfrm>
            <a:off x="2197173" y="5987995"/>
            <a:ext cx="196215" cy="140335"/>
            <a:chOff x="2197173" y="5987995"/>
            <a:chExt cx="196215" cy="140335"/>
          </a:xfrm>
        </p:grpSpPr>
        <p:pic>
          <p:nvPicPr>
            <p:cNvPr id="134" name="object 13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197173" y="5987995"/>
              <a:ext cx="66316" cy="136579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290503" y="5987995"/>
              <a:ext cx="102600" cy="139780"/>
            </a:xfrm>
            <a:prstGeom prst="rect">
              <a:avLst/>
            </a:prstGeom>
          </p:spPr>
        </p:pic>
      </p:grpSp>
      <p:grpSp>
        <p:nvGrpSpPr>
          <p:cNvPr id="136" name="object 136"/>
          <p:cNvGrpSpPr/>
          <p:nvPr/>
        </p:nvGrpSpPr>
        <p:grpSpPr>
          <a:xfrm>
            <a:off x="2442594" y="5919749"/>
            <a:ext cx="259715" cy="208279"/>
            <a:chOff x="2442594" y="5919749"/>
            <a:chExt cx="259715" cy="208279"/>
          </a:xfrm>
        </p:grpSpPr>
        <p:pic>
          <p:nvPicPr>
            <p:cNvPr id="137" name="object 13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442594" y="5927217"/>
              <a:ext cx="102604" cy="197358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581691" y="5919749"/>
              <a:ext cx="120548" cy="208025"/>
            </a:xfrm>
            <a:prstGeom prst="rect">
              <a:avLst/>
            </a:prstGeom>
          </p:spPr>
        </p:pic>
      </p:grpSp>
      <p:grpSp>
        <p:nvGrpSpPr>
          <p:cNvPr id="139" name="object 139"/>
          <p:cNvGrpSpPr/>
          <p:nvPr/>
        </p:nvGrpSpPr>
        <p:grpSpPr>
          <a:xfrm>
            <a:off x="2782843" y="5919749"/>
            <a:ext cx="911860" cy="208279"/>
            <a:chOff x="2782843" y="5919749"/>
            <a:chExt cx="911860" cy="208279"/>
          </a:xfrm>
        </p:grpSpPr>
        <p:pic>
          <p:nvPicPr>
            <p:cNvPr id="140" name="object 140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782843" y="5984795"/>
              <a:ext cx="101092" cy="142980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913065" y="5984795"/>
              <a:ext cx="109580" cy="142980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056413" y="5927217"/>
              <a:ext cx="102604" cy="197358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195901" y="5919749"/>
              <a:ext cx="116956" cy="208025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351411" y="5984795"/>
              <a:ext cx="185814" cy="139780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573616" y="5984795"/>
              <a:ext cx="120564" cy="142980"/>
            </a:xfrm>
            <a:prstGeom prst="rect">
              <a:avLst/>
            </a:prstGeom>
          </p:spPr>
        </p:pic>
      </p:grpSp>
      <p:grpSp>
        <p:nvGrpSpPr>
          <p:cNvPr id="146" name="object 146"/>
          <p:cNvGrpSpPr/>
          <p:nvPr/>
        </p:nvGrpSpPr>
        <p:grpSpPr>
          <a:xfrm>
            <a:off x="2049418" y="6780276"/>
            <a:ext cx="551815" cy="243840"/>
            <a:chOff x="2049418" y="6780276"/>
            <a:chExt cx="551815" cy="243840"/>
          </a:xfrm>
        </p:grpSpPr>
        <p:sp>
          <p:nvSpPr>
            <p:cNvPr id="147" name="object 147"/>
            <p:cNvSpPr/>
            <p:nvPr/>
          </p:nvSpPr>
          <p:spPr>
            <a:xfrm>
              <a:off x="2049411" y="6780275"/>
              <a:ext cx="229235" cy="240665"/>
            </a:xfrm>
            <a:custGeom>
              <a:avLst/>
              <a:gdLst/>
              <a:ahLst/>
              <a:cxnLst/>
              <a:rect l="l" t="t" r="r" b="b"/>
              <a:pathLst>
                <a:path w="229235" h="240665">
                  <a:moveTo>
                    <a:pt x="134721" y="14224"/>
                  </a:moveTo>
                  <a:lnTo>
                    <a:pt x="0" y="14224"/>
                  </a:lnTo>
                  <a:lnTo>
                    <a:pt x="0" y="37084"/>
                  </a:lnTo>
                  <a:lnTo>
                    <a:pt x="0" y="113284"/>
                  </a:lnTo>
                  <a:lnTo>
                    <a:pt x="0" y="137414"/>
                  </a:lnTo>
                  <a:lnTo>
                    <a:pt x="0" y="240284"/>
                  </a:lnTo>
                  <a:lnTo>
                    <a:pt x="27203" y="240284"/>
                  </a:lnTo>
                  <a:lnTo>
                    <a:pt x="27203" y="137414"/>
                  </a:lnTo>
                  <a:lnTo>
                    <a:pt x="125336" y="137414"/>
                  </a:lnTo>
                  <a:lnTo>
                    <a:pt x="125336" y="113284"/>
                  </a:lnTo>
                  <a:lnTo>
                    <a:pt x="27203" y="113284"/>
                  </a:lnTo>
                  <a:lnTo>
                    <a:pt x="27203" y="37084"/>
                  </a:lnTo>
                  <a:lnTo>
                    <a:pt x="134721" y="37084"/>
                  </a:lnTo>
                  <a:lnTo>
                    <a:pt x="134721" y="14224"/>
                  </a:lnTo>
                  <a:close/>
                </a:path>
                <a:path w="229235" h="240665">
                  <a:moveTo>
                    <a:pt x="228968" y="216979"/>
                  </a:moveTo>
                  <a:lnTo>
                    <a:pt x="204355" y="216979"/>
                  </a:lnTo>
                  <a:lnTo>
                    <a:pt x="204355" y="0"/>
                  </a:lnTo>
                  <a:lnTo>
                    <a:pt x="178447" y="0"/>
                  </a:lnTo>
                  <a:lnTo>
                    <a:pt x="178447" y="220548"/>
                  </a:lnTo>
                  <a:lnTo>
                    <a:pt x="180822" y="226974"/>
                  </a:lnTo>
                  <a:lnTo>
                    <a:pt x="190322" y="237121"/>
                  </a:lnTo>
                  <a:lnTo>
                    <a:pt x="197116" y="239649"/>
                  </a:lnTo>
                  <a:lnTo>
                    <a:pt x="228968" y="239649"/>
                  </a:lnTo>
                  <a:lnTo>
                    <a:pt x="228968" y="21697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302668" y="6848932"/>
              <a:ext cx="149294" cy="174878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473013" y="6848932"/>
              <a:ext cx="127920" cy="174878"/>
            </a:xfrm>
            <a:prstGeom prst="rect">
              <a:avLst/>
            </a:prstGeom>
          </p:spPr>
        </p:pic>
      </p:grpSp>
      <p:pic>
        <p:nvPicPr>
          <p:cNvPr id="150" name="object 150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646597" y="6780276"/>
            <a:ext cx="137636" cy="239649"/>
          </a:xfrm>
          <a:prstGeom prst="rect">
            <a:avLst/>
          </a:prstGeom>
        </p:spPr>
      </p:pic>
      <p:grpSp>
        <p:nvGrpSpPr>
          <p:cNvPr id="151" name="object 151"/>
          <p:cNvGrpSpPr/>
          <p:nvPr/>
        </p:nvGrpSpPr>
        <p:grpSpPr>
          <a:xfrm>
            <a:off x="2876207" y="6780276"/>
            <a:ext cx="586740" cy="243840"/>
            <a:chOff x="2876207" y="6780276"/>
            <a:chExt cx="586740" cy="243840"/>
          </a:xfrm>
        </p:grpSpPr>
        <p:pic>
          <p:nvPicPr>
            <p:cNvPr id="152" name="object 15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876207" y="6852818"/>
              <a:ext cx="228638" cy="167106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3318586" y="6780276"/>
              <a:ext cx="144113" cy="243535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8486" y="6848932"/>
              <a:ext cx="147351" cy="174878"/>
            </a:xfrm>
            <a:prstGeom prst="rect">
              <a:avLst/>
            </a:prstGeom>
          </p:spPr>
        </p:pic>
      </p:grpSp>
      <p:grpSp>
        <p:nvGrpSpPr>
          <p:cNvPr id="155" name="object 155"/>
          <p:cNvGrpSpPr/>
          <p:nvPr/>
        </p:nvGrpSpPr>
        <p:grpSpPr>
          <a:xfrm>
            <a:off x="3561148" y="6780276"/>
            <a:ext cx="649605" cy="243840"/>
            <a:chOff x="3561148" y="6780276"/>
            <a:chExt cx="649605" cy="243840"/>
          </a:xfrm>
        </p:grpSpPr>
        <p:pic>
          <p:nvPicPr>
            <p:cNvPr id="156" name="object 15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561148" y="6852818"/>
              <a:ext cx="147675" cy="167106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3739266" y="6780276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6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6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30" y="32006"/>
                  </a:lnTo>
                  <a:lnTo>
                    <a:pt x="30496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6" y="6746"/>
                  </a:lnTo>
                  <a:lnTo>
                    <a:pt x="25530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0836" y="6848932"/>
              <a:ext cx="147351" cy="174878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981829" y="6852818"/>
              <a:ext cx="228638" cy="167106"/>
            </a:xfrm>
            <a:prstGeom prst="rect">
              <a:avLst/>
            </a:prstGeom>
          </p:spPr>
        </p:pic>
      </p:grpSp>
      <p:sp>
        <p:nvSpPr>
          <p:cNvPr id="160" name="object 160"/>
          <p:cNvSpPr txBox="1"/>
          <p:nvPr/>
        </p:nvSpPr>
        <p:spPr>
          <a:xfrm>
            <a:off x="939800" y="6620509"/>
            <a:ext cx="2216785" cy="94170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800" spc="-25" dirty="0">
                <a:solidFill>
                  <a:srgbClr val="8A857C"/>
                </a:solidFill>
                <a:latin typeface="Courier New"/>
                <a:cs typeface="Courier New"/>
              </a:rPr>
              <a:t>03</a:t>
            </a:r>
            <a:endParaRPr sz="1800">
              <a:latin typeface="Courier New"/>
              <a:cs typeface="Courier New"/>
            </a:endParaRPr>
          </a:p>
          <a:p>
            <a:pPr marL="1079500">
              <a:lnSpc>
                <a:spcPct val="100000"/>
              </a:lnSpc>
              <a:spcBef>
                <a:spcPts val="1365"/>
              </a:spcBef>
            </a:pPr>
            <a:r>
              <a:rPr sz="2100" spc="245" dirty="0">
                <a:solidFill>
                  <a:srgbClr val="8A857C"/>
                </a:solidFill>
                <a:latin typeface="Cambria"/>
                <a:cs typeface="Cambria"/>
              </a:rPr>
              <a:t>/scenes</a:t>
            </a:r>
            <a:endParaRPr sz="2100">
              <a:latin typeface="Cambria"/>
              <a:cs typeface="Cambria"/>
            </a:endParaRPr>
          </a:p>
        </p:txBody>
      </p:sp>
      <p:pic>
        <p:nvPicPr>
          <p:cNvPr id="161" name="object 161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3229234" y="7359595"/>
            <a:ext cx="102600" cy="139780"/>
          </a:xfrm>
          <a:prstGeom prst="rect">
            <a:avLst/>
          </a:prstGeom>
        </p:spPr>
      </p:pic>
      <p:grpSp>
        <p:nvGrpSpPr>
          <p:cNvPr id="162" name="object 162"/>
          <p:cNvGrpSpPr/>
          <p:nvPr/>
        </p:nvGrpSpPr>
        <p:grpSpPr>
          <a:xfrm>
            <a:off x="3381324" y="7291349"/>
            <a:ext cx="501015" cy="208279"/>
            <a:chOff x="3381324" y="7291349"/>
            <a:chExt cx="501015" cy="208279"/>
          </a:xfrm>
        </p:grpSpPr>
        <p:pic>
          <p:nvPicPr>
            <p:cNvPr id="163" name="object 163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381324" y="7291349"/>
              <a:ext cx="362188" cy="208025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65180" y="7356395"/>
              <a:ext cx="116864" cy="142980"/>
            </a:xfrm>
            <a:prstGeom prst="rect">
              <a:avLst/>
            </a:prstGeom>
          </p:spPr>
        </p:pic>
      </p:grpSp>
      <p:grpSp>
        <p:nvGrpSpPr>
          <p:cNvPr id="165" name="object 165"/>
          <p:cNvGrpSpPr/>
          <p:nvPr/>
        </p:nvGrpSpPr>
        <p:grpSpPr>
          <a:xfrm>
            <a:off x="3967048" y="7356395"/>
            <a:ext cx="945515" cy="177165"/>
            <a:chOff x="3967048" y="7356395"/>
            <a:chExt cx="945515" cy="177165"/>
          </a:xfrm>
        </p:grpSpPr>
        <p:pic>
          <p:nvPicPr>
            <p:cNvPr id="166" name="object 16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967048" y="7359595"/>
              <a:ext cx="103134" cy="136579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4089476" y="7356395"/>
              <a:ext cx="119507" cy="142980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365148" y="7356395"/>
              <a:ext cx="102604" cy="139780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229713" y="7359595"/>
              <a:ext cx="103134" cy="136579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504141" y="7356395"/>
              <a:ext cx="120566" cy="142980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4656250" y="7356395"/>
              <a:ext cx="185814" cy="139780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4876604" y="7471613"/>
              <a:ext cx="36195" cy="61594"/>
            </a:xfrm>
            <a:custGeom>
              <a:avLst/>
              <a:gdLst/>
              <a:ahLst/>
              <a:cxnLst/>
              <a:rect l="l" t="t" r="r" b="b"/>
              <a:pathLst>
                <a:path w="36195" h="61595">
                  <a:moveTo>
                    <a:pt x="27510" y="0"/>
                  </a:moveTo>
                  <a:lnTo>
                    <a:pt x="23065" y="0"/>
                  </a:lnTo>
                  <a:lnTo>
                    <a:pt x="18661" y="0"/>
                  </a:lnTo>
                  <a:lnTo>
                    <a:pt x="15420" y="1155"/>
                  </a:lnTo>
                  <a:lnTo>
                    <a:pt x="11261" y="5778"/>
                  </a:lnTo>
                  <a:lnTo>
                    <a:pt x="10222" y="8726"/>
                  </a:lnTo>
                  <a:lnTo>
                    <a:pt x="10222" y="18322"/>
                  </a:lnTo>
                  <a:lnTo>
                    <a:pt x="10980" y="20721"/>
                  </a:lnTo>
                  <a:lnTo>
                    <a:pt x="14014" y="24730"/>
                  </a:lnTo>
                  <a:lnTo>
                    <a:pt x="16480" y="26003"/>
                  </a:lnTo>
                  <a:lnTo>
                    <a:pt x="19898" y="26545"/>
                  </a:lnTo>
                  <a:lnTo>
                    <a:pt x="18822" y="32284"/>
                  </a:lnTo>
                  <a:lnTo>
                    <a:pt x="16709" y="38016"/>
                  </a:lnTo>
                  <a:lnTo>
                    <a:pt x="10406" y="49465"/>
                  </a:lnTo>
                  <a:lnTo>
                    <a:pt x="5886" y="55380"/>
                  </a:lnTo>
                  <a:lnTo>
                    <a:pt x="0" y="61487"/>
                  </a:lnTo>
                  <a:lnTo>
                    <a:pt x="12884" y="61487"/>
                  </a:lnTo>
                  <a:lnTo>
                    <a:pt x="35704" y="23017"/>
                  </a:lnTo>
                  <a:lnTo>
                    <a:pt x="35704" y="8726"/>
                  </a:lnTo>
                  <a:lnTo>
                    <a:pt x="34709" y="5778"/>
                  </a:lnTo>
                  <a:lnTo>
                    <a:pt x="30727" y="1155"/>
                  </a:lnTo>
                  <a:lnTo>
                    <a:pt x="2751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3" name="object 173"/>
          <p:cNvGrpSpPr/>
          <p:nvPr/>
        </p:nvGrpSpPr>
        <p:grpSpPr>
          <a:xfrm>
            <a:off x="4999356" y="7298817"/>
            <a:ext cx="632460" cy="250825"/>
            <a:chOff x="4999356" y="7298817"/>
            <a:chExt cx="632460" cy="250825"/>
          </a:xfrm>
        </p:grpSpPr>
        <p:sp>
          <p:nvSpPr>
            <p:cNvPr id="174" name="object 174"/>
            <p:cNvSpPr/>
            <p:nvPr/>
          </p:nvSpPr>
          <p:spPr>
            <a:xfrm>
              <a:off x="4999356" y="7300684"/>
              <a:ext cx="40640" cy="248920"/>
            </a:xfrm>
            <a:custGeom>
              <a:avLst/>
              <a:gdLst/>
              <a:ahLst/>
              <a:cxnLst/>
              <a:rect l="l" t="t" r="r" b="b"/>
              <a:pathLst>
                <a:path w="40639" h="248920">
                  <a:moveTo>
                    <a:pt x="37721" y="58911"/>
                  </a:moveTo>
                  <a:lnTo>
                    <a:pt x="22508" y="58911"/>
                  </a:lnTo>
                  <a:lnTo>
                    <a:pt x="22508" y="235454"/>
                  </a:lnTo>
                  <a:lnTo>
                    <a:pt x="0" y="235454"/>
                  </a:lnTo>
                  <a:lnTo>
                    <a:pt x="0" y="248831"/>
                  </a:lnTo>
                  <a:lnTo>
                    <a:pt x="23802" y="248831"/>
                  </a:lnTo>
                  <a:lnTo>
                    <a:pt x="29179" y="246769"/>
                  </a:lnTo>
                  <a:lnTo>
                    <a:pt x="36013" y="238523"/>
                  </a:lnTo>
                  <a:lnTo>
                    <a:pt x="37721" y="233065"/>
                  </a:lnTo>
                  <a:lnTo>
                    <a:pt x="37721" y="58911"/>
                  </a:lnTo>
                  <a:close/>
                </a:path>
                <a:path w="40639" h="248920">
                  <a:moveTo>
                    <a:pt x="33785" y="0"/>
                  </a:moveTo>
                  <a:lnTo>
                    <a:pt x="26447" y="0"/>
                  </a:lnTo>
                  <a:lnTo>
                    <a:pt x="23816" y="902"/>
                  </a:lnTo>
                  <a:lnTo>
                    <a:pt x="20519" y="4517"/>
                  </a:lnTo>
                  <a:lnTo>
                    <a:pt x="19695" y="6785"/>
                  </a:lnTo>
                  <a:lnTo>
                    <a:pt x="19695" y="15081"/>
                  </a:lnTo>
                  <a:lnTo>
                    <a:pt x="20519" y="17346"/>
                  </a:lnTo>
                  <a:lnTo>
                    <a:pt x="23816" y="20961"/>
                  </a:lnTo>
                  <a:lnTo>
                    <a:pt x="26447" y="21864"/>
                  </a:lnTo>
                  <a:lnTo>
                    <a:pt x="33785" y="21864"/>
                  </a:lnTo>
                  <a:lnTo>
                    <a:pt x="36443" y="20961"/>
                  </a:lnTo>
                  <a:lnTo>
                    <a:pt x="39632" y="17346"/>
                  </a:lnTo>
                  <a:lnTo>
                    <a:pt x="40430" y="15081"/>
                  </a:lnTo>
                  <a:lnTo>
                    <a:pt x="40430" y="6785"/>
                  </a:lnTo>
                  <a:lnTo>
                    <a:pt x="39632" y="4517"/>
                  </a:lnTo>
                  <a:lnTo>
                    <a:pt x="36443" y="902"/>
                  </a:lnTo>
                  <a:lnTo>
                    <a:pt x="33785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17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075832" y="7356395"/>
              <a:ext cx="116864" cy="142980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220952" y="7298817"/>
              <a:ext cx="114010" cy="200558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373719" y="7356395"/>
              <a:ext cx="116864" cy="142980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529210" y="7356395"/>
              <a:ext cx="102604" cy="139780"/>
            </a:xfrm>
            <a:prstGeom prst="rect">
              <a:avLst/>
            </a:prstGeom>
          </p:spPr>
        </p:pic>
      </p:grpSp>
      <p:grpSp>
        <p:nvGrpSpPr>
          <p:cNvPr id="179" name="object 179"/>
          <p:cNvGrpSpPr/>
          <p:nvPr/>
        </p:nvGrpSpPr>
        <p:grpSpPr>
          <a:xfrm>
            <a:off x="5742392" y="7298817"/>
            <a:ext cx="225425" cy="197485"/>
            <a:chOff x="5742392" y="7298817"/>
            <a:chExt cx="225425" cy="197485"/>
          </a:xfrm>
        </p:grpSpPr>
        <p:pic>
          <p:nvPicPr>
            <p:cNvPr id="180" name="object 180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742392" y="7298817"/>
              <a:ext cx="107224" cy="197357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5879096" y="7298817"/>
              <a:ext cx="88900" cy="197485"/>
            </a:xfrm>
            <a:custGeom>
              <a:avLst/>
              <a:gdLst/>
              <a:ahLst/>
              <a:cxnLst/>
              <a:rect l="l" t="t" r="r" b="b"/>
              <a:pathLst>
                <a:path w="88900" h="197484">
                  <a:moveTo>
                    <a:pt x="36423" y="183984"/>
                  </a:moveTo>
                  <a:lnTo>
                    <a:pt x="15214" y="183984"/>
                  </a:lnTo>
                  <a:lnTo>
                    <a:pt x="15214" y="0"/>
                  </a:lnTo>
                  <a:lnTo>
                    <a:pt x="0" y="0"/>
                  </a:lnTo>
                  <a:lnTo>
                    <a:pt x="0" y="185775"/>
                  </a:lnTo>
                  <a:lnTo>
                    <a:pt x="1435" y="189776"/>
                  </a:lnTo>
                  <a:lnTo>
                    <a:pt x="7188" y="195846"/>
                  </a:lnTo>
                  <a:lnTo>
                    <a:pt x="11366" y="197358"/>
                  </a:lnTo>
                  <a:lnTo>
                    <a:pt x="36423" y="197358"/>
                  </a:lnTo>
                  <a:lnTo>
                    <a:pt x="36423" y="183984"/>
                  </a:lnTo>
                  <a:close/>
                </a:path>
                <a:path w="88900" h="197484">
                  <a:moveTo>
                    <a:pt x="85572" y="60782"/>
                  </a:moveTo>
                  <a:lnTo>
                    <a:pt x="70358" y="60782"/>
                  </a:lnTo>
                  <a:lnTo>
                    <a:pt x="70358" y="197358"/>
                  </a:lnTo>
                  <a:lnTo>
                    <a:pt x="85572" y="197358"/>
                  </a:lnTo>
                  <a:lnTo>
                    <a:pt x="85572" y="60782"/>
                  </a:lnTo>
                  <a:close/>
                </a:path>
                <a:path w="88900" h="197484">
                  <a:moveTo>
                    <a:pt x="88290" y="8661"/>
                  </a:moveTo>
                  <a:lnTo>
                    <a:pt x="87490" y="6388"/>
                  </a:lnTo>
                  <a:lnTo>
                    <a:pt x="84302" y="2781"/>
                  </a:lnTo>
                  <a:lnTo>
                    <a:pt x="81635" y="1866"/>
                  </a:lnTo>
                  <a:lnTo>
                    <a:pt x="74307" y="1866"/>
                  </a:lnTo>
                  <a:lnTo>
                    <a:pt x="71666" y="2781"/>
                  </a:lnTo>
                  <a:lnTo>
                    <a:pt x="68376" y="6388"/>
                  </a:lnTo>
                  <a:lnTo>
                    <a:pt x="67551" y="8661"/>
                  </a:lnTo>
                  <a:lnTo>
                    <a:pt x="67551" y="16954"/>
                  </a:lnTo>
                  <a:lnTo>
                    <a:pt x="68376" y="19215"/>
                  </a:lnTo>
                  <a:lnTo>
                    <a:pt x="71666" y="22834"/>
                  </a:lnTo>
                  <a:lnTo>
                    <a:pt x="74307" y="23736"/>
                  </a:lnTo>
                  <a:lnTo>
                    <a:pt x="81635" y="23736"/>
                  </a:lnTo>
                  <a:lnTo>
                    <a:pt x="84302" y="22834"/>
                  </a:lnTo>
                  <a:lnTo>
                    <a:pt x="87490" y="19215"/>
                  </a:lnTo>
                  <a:lnTo>
                    <a:pt x="88290" y="16954"/>
                  </a:lnTo>
                  <a:lnTo>
                    <a:pt x="88290" y="866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2" name="object 182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6014168" y="7298817"/>
            <a:ext cx="107226" cy="197357"/>
          </a:xfrm>
          <a:prstGeom prst="rect">
            <a:avLst/>
          </a:prstGeom>
        </p:spPr>
      </p:pic>
      <p:pic>
        <p:nvPicPr>
          <p:cNvPr id="183" name="object 183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6202573" y="7356395"/>
            <a:ext cx="120564" cy="142980"/>
          </a:xfrm>
          <a:prstGeom prst="rect">
            <a:avLst/>
          </a:prstGeom>
        </p:spPr>
      </p:pic>
      <p:grpSp>
        <p:nvGrpSpPr>
          <p:cNvPr id="184" name="object 184"/>
          <p:cNvGrpSpPr/>
          <p:nvPr/>
        </p:nvGrpSpPr>
        <p:grpSpPr>
          <a:xfrm>
            <a:off x="6403828" y="7291349"/>
            <a:ext cx="676275" cy="208279"/>
            <a:chOff x="6403828" y="7291349"/>
            <a:chExt cx="676275" cy="208279"/>
          </a:xfrm>
        </p:grpSpPr>
        <p:pic>
          <p:nvPicPr>
            <p:cNvPr id="185" name="object 18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403828" y="7356395"/>
              <a:ext cx="101091" cy="142980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534050" y="7356395"/>
              <a:ext cx="109580" cy="142980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6664632" y="7291349"/>
              <a:ext cx="116956" cy="208025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820142" y="7356395"/>
              <a:ext cx="102603" cy="139780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959135" y="7356395"/>
              <a:ext cx="120564" cy="142980"/>
            </a:xfrm>
            <a:prstGeom prst="rect">
              <a:avLst/>
            </a:prstGeom>
          </p:spPr>
        </p:pic>
      </p:grpSp>
      <p:grpSp>
        <p:nvGrpSpPr>
          <p:cNvPr id="190" name="object 190"/>
          <p:cNvGrpSpPr/>
          <p:nvPr/>
        </p:nvGrpSpPr>
        <p:grpSpPr>
          <a:xfrm>
            <a:off x="7160390" y="7356395"/>
            <a:ext cx="250825" cy="143510"/>
            <a:chOff x="7160390" y="7356395"/>
            <a:chExt cx="250825" cy="143510"/>
          </a:xfrm>
        </p:grpSpPr>
        <p:pic>
          <p:nvPicPr>
            <p:cNvPr id="191" name="object 191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7160390" y="7356395"/>
              <a:ext cx="101092" cy="142980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290225" y="7356395"/>
              <a:ext cx="120564" cy="142980"/>
            </a:xfrm>
            <a:prstGeom prst="rect">
              <a:avLst/>
            </a:prstGeom>
          </p:spPr>
        </p:pic>
      </p:grpSp>
      <p:grpSp>
        <p:nvGrpSpPr>
          <p:cNvPr id="193" name="object 193"/>
          <p:cNvGrpSpPr/>
          <p:nvPr/>
        </p:nvGrpSpPr>
        <p:grpSpPr>
          <a:xfrm>
            <a:off x="7494414" y="7291349"/>
            <a:ext cx="652780" cy="208279"/>
            <a:chOff x="7494414" y="7291349"/>
            <a:chExt cx="652780" cy="208279"/>
          </a:xfrm>
        </p:grpSpPr>
        <p:pic>
          <p:nvPicPr>
            <p:cNvPr id="194" name="object 19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494414" y="7356395"/>
              <a:ext cx="119505" cy="142980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635643" y="7321353"/>
              <a:ext cx="341190" cy="178022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8015462" y="7359595"/>
              <a:ext cx="66316" cy="136579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8107502" y="7291349"/>
              <a:ext cx="39370" cy="205104"/>
            </a:xfrm>
            <a:custGeom>
              <a:avLst/>
              <a:gdLst/>
              <a:ahLst/>
              <a:cxnLst/>
              <a:rect l="l" t="t" r="r" b="b"/>
              <a:pathLst>
                <a:path w="39370" h="205104">
                  <a:moveTo>
                    <a:pt x="18402" y="68275"/>
                  </a:moveTo>
                  <a:lnTo>
                    <a:pt x="3200" y="68275"/>
                  </a:lnTo>
                  <a:lnTo>
                    <a:pt x="3200" y="204825"/>
                  </a:lnTo>
                  <a:lnTo>
                    <a:pt x="18402" y="204825"/>
                  </a:lnTo>
                  <a:lnTo>
                    <a:pt x="18402" y="68275"/>
                  </a:lnTo>
                  <a:close/>
                </a:path>
                <a:path w="39370" h="205104">
                  <a:moveTo>
                    <a:pt x="25336" y="0"/>
                  </a:moveTo>
                  <a:lnTo>
                    <a:pt x="0" y="43738"/>
                  </a:lnTo>
                  <a:lnTo>
                    <a:pt x="9867" y="48539"/>
                  </a:lnTo>
                  <a:lnTo>
                    <a:pt x="39204" y="6934"/>
                  </a:lnTo>
                  <a:lnTo>
                    <a:pt x="25336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8" name="object 198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8219068" y="7359595"/>
            <a:ext cx="116010" cy="136579"/>
          </a:xfrm>
          <a:prstGeom prst="rect">
            <a:avLst/>
          </a:prstGeom>
        </p:spPr>
      </p:pic>
      <p:pic>
        <p:nvPicPr>
          <p:cNvPr id="199" name="object 199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2033672" y="7708392"/>
            <a:ext cx="1392077" cy="250697"/>
          </a:xfrm>
          <a:prstGeom prst="rect">
            <a:avLst/>
          </a:prstGeom>
        </p:spPr>
      </p:pic>
      <p:grpSp>
        <p:nvGrpSpPr>
          <p:cNvPr id="200" name="object 200"/>
          <p:cNvGrpSpPr/>
          <p:nvPr/>
        </p:nvGrpSpPr>
        <p:grpSpPr>
          <a:xfrm>
            <a:off x="3524224" y="7708392"/>
            <a:ext cx="697865" cy="250825"/>
            <a:chOff x="3524224" y="7708392"/>
            <a:chExt cx="697865" cy="250825"/>
          </a:xfrm>
        </p:grpSpPr>
        <p:pic>
          <p:nvPicPr>
            <p:cNvPr id="201" name="object 20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24224" y="7765970"/>
              <a:ext cx="120564" cy="142980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3676332" y="7765970"/>
              <a:ext cx="114009" cy="193120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829461" y="7765970"/>
              <a:ext cx="114010" cy="193120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982590" y="7708392"/>
              <a:ext cx="239033" cy="200558"/>
            </a:xfrm>
            <a:prstGeom prst="rect">
              <a:avLst/>
            </a:prstGeom>
          </p:spPr>
        </p:pic>
      </p:grpSp>
      <p:sp>
        <p:nvSpPr>
          <p:cNvPr id="205" name="object 205"/>
          <p:cNvSpPr/>
          <p:nvPr/>
        </p:nvSpPr>
        <p:spPr>
          <a:xfrm>
            <a:off x="9524998" y="3286125"/>
            <a:ext cx="7810500" cy="3867150"/>
          </a:xfrm>
          <a:custGeom>
            <a:avLst/>
            <a:gdLst/>
            <a:ahLst/>
            <a:cxnLst/>
            <a:rect l="l" t="t" r="r" b="b"/>
            <a:pathLst>
              <a:path w="7810500" h="3867150">
                <a:moveTo>
                  <a:pt x="7777455" y="0"/>
                </a:moveTo>
                <a:lnTo>
                  <a:pt x="33047" y="0"/>
                </a:lnTo>
                <a:lnTo>
                  <a:pt x="28186" y="957"/>
                </a:lnTo>
                <a:lnTo>
                  <a:pt x="966" y="28164"/>
                </a:lnTo>
                <a:lnTo>
                  <a:pt x="0" y="33030"/>
                </a:lnTo>
                <a:lnTo>
                  <a:pt x="1" y="3829050"/>
                </a:lnTo>
                <a:lnTo>
                  <a:pt x="0" y="3834081"/>
                </a:lnTo>
                <a:lnTo>
                  <a:pt x="28186" y="3866164"/>
                </a:lnTo>
                <a:lnTo>
                  <a:pt x="33047" y="3867139"/>
                </a:lnTo>
                <a:lnTo>
                  <a:pt x="7777455" y="3867139"/>
                </a:lnTo>
                <a:lnTo>
                  <a:pt x="7809536" y="3838938"/>
                </a:lnTo>
                <a:lnTo>
                  <a:pt x="7810501" y="3834081"/>
                </a:lnTo>
                <a:lnTo>
                  <a:pt x="7810501" y="33030"/>
                </a:lnTo>
                <a:lnTo>
                  <a:pt x="7782307" y="957"/>
                </a:lnTo>
                <a:lnTo>
                  <a:pt x="7777455" y="0"/>
                </a:lnTo>
                <a:close/>
              </a:path>
            </a:pathLst>
          </a:custGeom>
          <a:solidFill>
            <a:srgbClr val="1411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 txBox="1"/>
          <p:nvPr/>
        </p:nvSpPr>
        <p:spPr>
          <a:xfrm>
            <a:off x="9512300" y="2768600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PREKLADY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9893300" y="3568201"/>
            <a:ext cx="4551680" cy="73025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#</a:t>
            </a:r>
            <a:r>
              <a:rPr sz="1850" i="1" spc="-170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všetky</a:t>
            </a:r>
            <a:r>
              <a:rPr sz="1850" i="1" spc="-165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spc="-20" dirty="0">
                <a:solidFill>
                  <a:srgbClr val="7D7669"/>
                </a:solidFill>
                <a:latin typeface="Courier New"/>
                <a:cs typeface="Courier New"/>
              </a:rPr>
              <a:t>preložiteľné</a:t>
            </a:r>
            <a:r>
              <a:rPr sz="1850" i="1" spc="-165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spc="-10" dirty="0">
                <a:solidFill>
                  <a:srgbClr val="7D7669"/>
                </a:solidFill>
                <a:latin typeface="Courier New"/>
                <a:cs typeface="Courier New"/>
              </a:rPr>
              <a:t>stringy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#</a:t>
            </a:r>
            <a:r>
              <a:rPr sz="1850" i="1" spc="-140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ideme</a:t>
            </a:r>
            <a:r>
              <a:rPr sz="1850" i="1" spc="-140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cez</a:t>
            </a:r>
            <a:r>
              <a:rPr sz="1850" i="1" spc="-140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spc="-40" dirty="0">
                <a:solidFill>
                  <a:srgbClr val="7D7669"/>
                </a:solidFill>
                <a:latin typeface="Courier New"/>
                <a:cs typeface="Courier New"/>
              </a:rPr>
              <a:t>gettext-</a:t>
            </a: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style</a:t>
            </a:r>
            <a:r>
              <a:rPr sz="1850" i="1" spc="-135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spc="-30" dirty="0">
                <a:solidFill>
                  <a:srgbClr val="7D7669"/>
                </a:solidFill>
                <a:latin typeface="Courier New"/>
                <a:cs typeface="Courier New"/>
              </a:rPr>
              <a:t>wrapper</a:t>
            </a:r>
            <a:endParaRPr sz="1850">
              <a:latin typeface="Courier New"/>
              <a:cs typeface="Courier New"/>
            </a:endParaRPr>
          </a:p>
        </p:txBody>
      </p:sp>
      <p:graphicFrame>
        <p:nvGraphicFramePr>
          <p:cNvPr id="208" name="object 208"/>
          <p:cNvGraphicFramePr>
            <a:graphicFrameLocks noGrp="1"/>
          </p:cNvGraphicFramePr>
          <p:nvPr/>
        </p:nvGraphicFramePr>
        <p:xfrm>
          <a:off x="9874250" y="4701948"/>
          <a:ext cx="5549899" cy="657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7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8930"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10" dirty="0">
                          <a:solidFill>
                            <a:srgbClr val="E9E3D6"/>
                          </a:solidFill>
                          <a:latin typeface="Courier New"/>
                          <a:cs typeface="Courier New"/>
                        </a:rPr>
                        <a:t>label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50" dirty="0">
                          <a:solidFill>
                            <a:srgbClr val="E9E3D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10" dirty="0">
                          <a:solidFill>
                            <a:srgbClr val="9AD5FF"/>
                          </a:solidFill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800" spc="-10" dirty="0">
                          <a:solidFill>
                            <a:srgbClr val="E9E3D6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10" dirty="0">
                          <a:solidFill>
                            <a:srgbClr val="FFBA8A"/>
                          </a:solidFill>
                          <a:latin typeface="Courier New"/>
                          <a:cs typeface="Courier New"/>
                        </a:rPr>
                        <a:t>"Bod"</a:t>
                      </a:r>
                      <a:r>
                        <a:rPr sz="1800" spc="-10" dirty="0">
                          <a:solidFill>
                            <a:srgbClr val="E9E3D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50" i="1" spc="-50" dirty="0">
                          <a:solidFill>
                            <a:srgbClr val="7D7669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50" i="1" spc="-55" dirty="0">
                          <a:solidFill>
                            <a:srgbClr val="7D7669"/>
                          </a:solidFill>
                          <a:latin typeface="Courier New"/>
                          <a:cs typeface="Courier New"/>
                        </a:rPr>
                        <a:t>SK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0" dirty="0">
                          <a:solidFill>
                            <a:srgbClr val="E9E3D6"/>
                          </a:solidFill>
                          <a:latin typeface="Courier New"/>
                          <a:cs typeface="Courier New"/>
                        </a:rPr>
                        <a:t>label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0" dirty="0">
                          <a:solidFill>
                            <a:srgbClr val="E9E3D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0" dirty="0">
                          <a:solidFill>
                            <a:srgbClr val="9AD5FF"/>
                          </a:solidFill>
                          <a:latin typeface="Courier New"/>
                          <a:cs typeface="Courier New"/>
                        </a:rPr>
                        <a:t>_</a:t>
                      </a:r>
                      <a:r>
                        <a:rPr sz="1800" spc="-10" dirty="0">
                          <a:solidFill>
                            <a:srgbClr val="E9E3D6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10" dirty="0">
                          <a:solidFill>
                            <a:srgbClr val="FFBA8A"/>
                          </a:solidFill>
                          <a:latin typeface="Courier New"/>
                          <a:cs typeface="Courier New"/>
                        </a:rPr>
                        <a:t>"Bod"</a:t>
                      </a:r>
                      <a:r>
                        <a:rPr sz="1800" spc="-10" dirty="0">
                          <a:solidFill>
                            <a:srgbClr val="E9E3D6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50" i="1" spc="-50" dirty="0">
                          <a:solidFill>
                            <a:srgbClr val="7D7669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i="1" spc="-490" dirty="0">
                          <a:solidFill>
                            <a:srgbClr val="7D7669"/>
                          </a:solidFill>
                          <a:latin typeface="Cambria"/>
                          <a:cs typeface="Cambria"/>
                        </a:rPr>
                        <a:t>→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50" i="1" dirty="0">
                          <a:solidFill>
                            <a:srgbClr val="7D7669"/>
                          </a:solidFill>
                          <a:latin typeface="Courier New"/>
                          <a:cs typeface="Courier New"/>
                        </a:rPr>
                        <a:t>"Point"</a:t>
                      </a:r>
                      <a:r>
                        <a:rPr sz="1850" i="1" spc="-270" dirty="0">
                          <a:solidFill>
                            <a:srgbClr val="7D766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50" i="1" spc="-20" dirty="0">
                          <a:solidFill>
                            <a:srgbClr val="7D7669"/>
                          </a:solidFill>
                          <a:latin typeface="Courier New"/>
                          <a:cs typeface="Courier New"/>
                        </a:rPr>
                        <a:t>(EN)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9" name="object 209"/>
          <p:cNvSpPr txBox="1"/>
          <p:nvPr/>
        </p:nvSpPr>
        <p:spPr>
          <a:xfrm>
            <a:off x="9893300" y="5692276"/>
            <a:ext cx="5511800" cy="108140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#</a:t>
            </a:r>
            <a:r>
              <a:rPr sz="1850" i="1" spc="-195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Widget</a:t>
            </a:r>
            <a:r>
              <a:rPr sz="1850" i="1" spc="-195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spc="-10" dirty="0">
                <a:solidFill>
                  <a:srgbClr val="7D7669"/>
                </a:solidFill>
                <a:latin typeface="Courier New"/>
                <a:cs typeface="Courier New"/>
              </a:rPr>
              <a:t>registry</a:t>
            </a:r>
            <a:r>
              <a:rPr sz="1850" i="1" spc="-190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spc="-10" dirty="0">
                <a:solidFill>
                  <a:srgbClr val="7D7669"/>
                </a:solidFill>
                <a:latin typeface="Courier New"/>
                <a:cs typeface="Courier New"/>
              </a:rPr>
              <a:t>refreshne</a:t>
            </a:r>
            <a:r>
              <a:rPr sz="1850" i="1" spc="-195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spc="-10" dirty="0">
                <a:solidFill>
                  <a:srgbClr val="7D7669"/>
                </a:solidFill>
                <a:latin typeface="Courier New"/>
                <a:cs typeface="Courier New"/>
              </a:rPr>
              <a:t>všetky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#</a:t>
            </a:r>
            <a:r>
              <a:rPr sz="1850" i="1" spc="-195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tkinter</a:t>
            </a:r>
            <a:r>
              <a:rPr sz="1850" i="1" spc="-190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widgety</a:t>
            </a:r>
            <a:r>
              <a:rPr sz="1850" i="1" spc="-190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naraz</a:t>
            </a:r>
            <a:r>
              <a:rPr sz="1850" i="1" spc="-190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pri</a:t>
            </a:r>
            <a:r>
              <a:rPr sz="1850" i="1" spc="-190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dirty="0">
                <a:solidFill>
                  <a:srgbClr val="7D7669"/>
                </a:solidFill>
                <a:latin typeface="Courier New"/>
                <a:cs typeface="Courier New"/>
              </a:rPr>
              <a:t>zmene</a:t>
            </a:r>
            <a:r>
              <a:rPr sz="1850" i="1" spc="-190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850" i="1" spc="-25" dirty="0">
                <a:solidFill>
                  <a:srgbClr val="7D7669"/>
                </a:solidFill>
                <a:latin typeface="Courier New"/>
                <a:cs typeface="Courier New"/>
              </a:rPr>
              <a:t>jazyka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spc="-10" dirty="0">
                <a:solidFill>
                  <a:srgbClr val="E9E3D6"/>
                </a:solidFill>
                <a:latin typeface="Courier New"/>
                <a:cs typeface="Courier New"/>
              </a:rPr>
              <a:t>Widgets.</a:t>
            </a:r>
            <a:r>
              <a:rPr sz="1800" spc="-10" dirty="0">
                <a:solidFill>
                  <a:srgbClr val="9AD5FF"/>
                </a:solidFill>
                <a:latin typeface="Courier New"/>
                <a:cs typeface="Courier New"/>
              </a:rPr>
              <a:t>refresh_all</a:t>
            </a:r>
            <a:r>
              <a:rPr sz="1800" spc="-10" dirty="0">
                <a:solidFill>
                  <a:srgbClr val="E9E3D6"/>
                </a:solidFill>
                <a:latin typeface="Courier New"/>
                <a:cs typeface="Courier New"/>
              </a:rPr>
              <a:t>()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10" name="object 210"/>
          <p:cNvGrpSpPr/>
          <p:nvPr/>
        </p:nvGrpSpPr>
        <p:grpSpPr>
          <a:xfrm>
            <a:off x="9549803" y="7508367"/>
            <a:ext cx="438784" cy="200660"/>
            <a:chOff x="9549803" y="7508367"/>
            <a:chExt cx="438784" cy="200660"/>
          </a:xfrm>
        </p:grpSpPr>
        <p:sp>
          <p:nvSpPr>
            <p:cNvPr id="211" name="object 211"/>
            <p:cNvSpPr/>
            <p:nvPr/>
          </p:nvSpPr>
          <p:spPr>
            <a:xfrm>
              <a:off x="9549803" y="7508367"/>
              <a:ext cx="155575" cy="198120"/>
            </a:xfrm>
            <a:custGeom>
              <a:avLst/>
              <a:gdLst/>
              <a:ahLst/>
              <a:cxnLst/>
              <a:rect l="l" t="t" r="r" b="b"/>
              <a:pathLst>
                <a:path w="155575" h="198120">
                  <a:moveTo>
                    <a:pt x="101612" y="177673"/>
                  </a:moveTo>
                  <a:lnTo>
                    <a:pt x="22402" y="177673"/>
                  </a:lnTo>
                  <a:lnTo>
                    <a:pt x="22402" y="11303"/>
                  </a:lnTo>
                  <a:lnTo>
                    <a:pt x="0" y="11303"/>
                  </a:lnTo>
                  <a:lnTo>
                    <a:pt x="0" y="177673"/>
                  </a:lnTo>
                  <a:lnTo>
                    <a:pt x="0" y="197993"/>
                  </a:lnTo>
                  <a:lnTo>
                    <a:pt x="101612" y="197993"/>
                  </a:lnTo>
                  <a:lnTo>
                    <a:pt x="101612" y="177673"/>
                  </a:lnTo>
                  <a:close/>
                </a:path>
                <a:path w="155575" h="198120">
                  <a:moveTo>
                    <a:pt x="152819" y="59740"/>
                  </a:moveTo>
                  <a:lnTo>
                    <a:pt x="131483" y="59740"/>
                  </a:lnTo>
                  <a:lnTo>
                    <a:pt x="131483" y="197358"/>
                  </a:lnTo>
                  <a:lnTo>
                    <a:pt x="152819" y="197358"/>
                  </a:lnTo>
                  <a:lnTo>
                    <a:pt x="152819" y="59740"/>
                  </a:lnTo>
                  <a:close/>
                </a:path>
                <a:path w="155575" h="198120">
                  <a:moveTo>
                    <a:pt x="155219" y="8445"/>
                  </a:moveTo>
                  <a:lnTo>
                    <a:pt x="154190" y="5562"/>
                  </a:lnTo>
                  <a:lnTo>
                    <a:pt x="150101" y="1117"/>
                  </a:lnTo>
                  <a:lnTo>
                    <a:pt x="146773" y="0"/>
                  </a:lnTo>
                  <a:lnTo>
                    <a:pt x="137706" y="0"/>
                  </a:lnTo>
                  <a:lnTo>
                    <a:pt x="134416" y="1117"/>
                  </a:lnTo>
                  <a:lnTo>
                    <a:pt x="130149" y="5562"/>
                  </a:lnTo>
                  <a:lnTo>
                    <a:pt x="129082" y="8445"/>
                  </a:lnTo>
                  <a:lnTo>
                    <a:pt x="129082" y="19024"/>
                  </a:lnTo>
                  <a:lnTo>
                    <a:pt x="130149" y="21920"/>
                  </a:lnTo>
                  <a:lnTo>
                    <a:pt x="134416" y="26365"/>
                  </a:lnTo>
                  <a:lnTo>
                    <a:pt x="137706" y="27470"/>
                  </a:lnTo>
                  <a:lnTo>
                    <a:pt x="146773" y="27470"/>
                  </a:lnTo>
                  <a:lnTo>
                    <a:pt x="150101" y="26365"/>
                  </a:lnTo>
                  <a:lnTo>
                    <a:pt x="154190" y="21920"/>
                  </a:lnTo>
                  <a:lnTo>
                    <a:pt x="155219" y="19024"/>
                  </a:lnTo>
                  <a:lnTo>
                    <a:pt x="155219" y="844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2" name="object 212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9730092" y="7564907"/>
              <a:ext cx="258165" cy="144018"/>
            </a:xfrm>
            <a:prstGeom prst="rect">
              <a:avLst/>
            </a:prstGeom>
          </p:spPr>
        </p:pic>
      </p:grpSp>
      <p:grpSp>
        <p:nvGrpSpPr>
          <p:cNvPr id="213" name="object 213"/>
          <p:cNvGrpSpPr/>
          <p:nvPr/>
        </p:nvGrpSpPr>
        <p:grpSpPr>
          <a:xfrm>
            <a:off x="10086402" y="7508367"/>
            <a:ext cx="1127125" cy="250825"/>
            <a:chOff x="10086402" y="7508367"/>
            <a:chExt cx="1127125" cy="250825"/>
          </a:xfrm>
        </p:grpSpPr>
        <p:pic>
          <p:nvPicPr>
            <p:cNvPr id="214" name="object 214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0086402" y="7564907"/>
              <a:ext cx="118681" cy="194157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0241088" y="7564907"/>
              <a:ext cx="207759" cy="144018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0484051" y="7564907"/>
              <a:ext cx="118681" cy="194157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0638737" y="7564907"/>
              <a:ext cx="107480" cy="140817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0788889" y="7568108"/>
              <a:ext cx="107480" cy="140817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0926773" y="7529969"/>
              <a:ext cx="74142" cy="175755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11032920" y="7508367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70" h="197484">
                  <a:moveTo>
                    <a:pt x="17691" y="0"/>
                  </a:moveTo>
                  <a:lnTo>
                    <a:pt x="8623" y="0"/>
                  </a:lnTo>
                  <a:lnTo>
                    <a:pt x="5334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4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24" y="26358"/>
                  </a:lnTo>
                  <a:lnTo>
                    <a:pt x="25114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14" y="5556"/>
                  </a:lnTo>
                  <a:lnTo>
                    <a:pt x="21024" y="1111"/>
                  </a:lnTo>
                  <a:lnTo>
                    <a:pt x="17691" y="0"/>
                  </a:lnTo>
                  <a:close/>
                </a:path>
                <a:path w="26670" h="197484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7"/>
                  </a:lnTo>
                  <a:lnTo>
                    <a:pt x="23736" y="197357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1" name="object 221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1091861" y="7564907"/>
              <a:ext cx="121348" cy="144018"/>
            </a:xfrm>
            <a:prstGeom prst="rect">
              <a:avLst/>
            </a:prstGeom>
          </p:spPr>
        </p:pic>
      </p:grpSp>
      <p:grpSp>
        <p:nvGrpSpPr>
          <p:cNvPr id="222" name="object 222"/>
          <p:cNvGrpSpPr/>
          <p:nvPr/>
        </p:nvGrpSpPr>
        <p:grpSpPr>
          <a:xfrm>
            <a:off x="11301221" y="7564907"/>
            <a:ext cx="380365" cy="144145"/>
            <a:chOff x="11301221" y="7564907"/>
            <a:chExt cx="380365" cy="144145"/>
          </a:xfrm>
        </p:grpSpPr>
        <p:pic>
          <p:nvPicPr>
            <p:cNvPr id="223" name="object 223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1301221" y="7564907"/>
              <a:ext cx="253898" cy="144018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1575121" y="7568107"/>
              <a:ext cx="106146" cy="137617"/>
            </a:xfrm>
            <a:prstGeom prst="rect">
              <a:avLst/>
            </a:prstGeom>
          </p:spPr>
        </p:pic>
      </p:grpSp>
      <p:grpSp>
        <p:nvGrpSpPr>
          <p:cNvPr id="225" name="object 225"/>
          <p:cNvGrpSpPr/>
          <p:nvPr/>
        </p:nvGrpSpPr>
        <p:grpSpPr>
          <a:xfrm>
            <a:off x="11777812" y="7519568"/>
            <a:ext cx="618490" cy="189865"/>
            <a:chOff x="11777812" y="7519568"/>
            <a:chExt cx="618490" cy="189865"/>
          </a:xfrm>
        </p:grpSpPr>
        <p:pic>
          <p:nvPicPr>
            <p:cNvPr id="226" name="object 226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1982104" y="7564907"/>
              <a:ext cx="121348" cy="144018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1777812" y="7519568"/>
              <a:ext cx="166954" cy="186156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2138657" y="7564907"/>
              <a:ext cx="107480" cy="140817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2288809" y="7568107"/>
              <a:ext cx="107480" cy="140817"/>
            </a:xfrm>
            <a:prstGeom prst="rect">
              <a:avLst/>
            </a:prstGeom>
          </p:spPr>
        </p:pic>
      </p:grpSp>
      <p:pic>
        <p:nvPicPr>
          <p:cNvPr id="230" name="object 230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12507945" y="7533567"/>
            <a:ext cx="189476" cy="156269"/>
          </a:xfrm>
          <a:prstGeom prst="rect">
            <a:avLst/>
          </a:prstGeom>
        </p:spPr>
      </p:pic>
      <p:grpSp>
        <p:nvGrpSpPr>
          <p:cNvPr id="231" name="object 231"/>
          <p:cNvGrpSpPr/>
          <p:nvPr/>
        </p:nvGrpSpPr>
        <p:grpSpPr>
          <a:xfrm>
            <a:off x="12797523" y="7508367"/>
            <a:ext cx="721360" cy="250825"/>
            <a:chOff x="12797523" y="7508367"/>
            <a:chExt cx="721360" cy="250825"/>
          </a:xfrm>
        </p:grpSpPr>
        <p:pic>
          <p:nvPicPr>
            <p:cNvPr id="232" name="object 232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2797523" y="7519568"/>
              <a:ext cx="105079" cy="189356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2937807" y="7564907"/>
              <a:ext cx="382981" cy="194157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3347992" y="7508367"/>
              <a:ext cx="170421" cy="232829"/>
            </a:xfrm>
            <a:prstGeom prst="rect">
              <a:avLst/>
            </a:prstGeom>
          </p:spPr>
        </p:pic>
      </p:grpSp>
      <p:grpSp>
        <p:nvGrpSpPr>
          <p:cNvPr id="235" name="object 235"/>
          <p:cNvGrpSpPr/>
          <p:nvPr/>
        </p:nvGrpSpPr>
        <p:grpSpPr>
          <a:xfrm>
            <a:off x="13610158" y="7499566"/>
            <a:ext cx="456565" cy="209550"/>
            <a:chOff x="13610158" y="7499566"/>
            <a:chExt cx="456565" cy="209550"/>
          </a:xfrm>
        </p:grpSpPr>
        <p:pic>
          <p:nvPicPr>
            <p:cNvPr id="236" name="object 236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3610158" y="7499566"/>
              <a:ext cx="106146" cy="206159"/>
            </a:xfrm>
            <a:prstGeom prst="rect">
              <a:avLst/>
            </a:prstGeom>
          </p:spPr>
        </p:pic>
        <p:sp>
          <p:nvSpPr>
            <p:cNvPr id="237" name="object 237"/>
            <p:cNvSpPr/>
            <p:nvPr/>
          </p:nvSpPr>
          <p:spPr>
            <a:xfrm>
              <a:off x="13745375" y="7508367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69" h="197484">
                  <a:moveTo>
                    <a:pt x="17691" y="0"/>
                  </a:moveTo>
                  <a:lnTo>
                    <a:pt x="8623" y="0"/>
                  </a:lnTo>
                  <a:lnTo>
                    <a:pt x="5333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3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18" y="26358"/>
                  </a:lnTo>
                  <a:lnTo>
                    <a:pt x="25107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07" y="5556"/>
                  </a:lnTo>
                  <a:lnTo>
                    <a:pt x="21018" y="1111"/>
                  </a:lnTo>
                  <a:lnTo>
                    <a:pt x="17691" y="0"/>
                  </a:lnTo>
                  <a:close/>
                </a:path>
                <a:path w="26669" h="197484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7"/>
                  </a:lnTo>
                  <a:lnTo>
                    <a:pt x="23736" y="197357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8" name="object 238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3803515" y="7564907"/>
              <a:ext cx="122948" cy="144018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3947533" y="7508367"/>
              <a:ext cx="118681" cy="200558"/>
            </a:xfrm>
            <a:prstGeom prst="rect">
              <a:avLst/>
            </a:prstGeom>
          </p:spPr>
        </p:pic>
      </p:grpSp>
      <p:grpSp>
        <p:nvGrpSpPr>
          <p:cNvPr id="240" name="object 240"/>
          <p:cNvGrpSpPr/>
          <p:nvPr/>
        </p:nvGrpSpPr>
        <p:grpSpPr>
          <a:xfrm>
            <a:off x="14111554" y="7564907"/>
            <a:ext cx="255270" cy="194310"/>
            <a:chOff x="14111554" y="7564907"/>
            <a:chExt cx="255270" cy="194310"/>
          </a:xfrm>
        </p:grpSpPr>
        <p:pic>
          <p:nvPicPr>
            <p:cNvPr id="241" name="object 241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4111554" y="7564907"/>
              <a:ext cx="107480" cy="140817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4242770" y="7568107"/>
              <a:ext cx="124015" cy="190957"/>
            </a:xfrm>
            <a:prstGeom prst="rect">
              <a:avLst/>
            </a:prstGeom>
          </p:spPr>
        </p:pic>
      </p:grpSp>
      <p:grpSp>
        <p:nvGrpSpPr>
          <p:cNvPr id="243" name="object 243"/>
          <p:cNvGrpSpPr/>
          <p:nvPr/>
        </p:nvGrpSpPr>
        <p:grpSpPr>
          <a:xfrm>
            <a:off x="14456929" y="7499566"/>
            <a:ext cx="831850" cy="209550"/>
            <a:chOff x="14456929" y="7499566"/>
            <a:chExt cx="831850" cy="209550"/>
          </a:xfrm>
        </p:grpSpPr>
        <p:pic>
          <p:nvPicPr>
            <p:cNvPr id="244" name="object 244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4456929" y="7564907"/>
              <a:ext cx="207759" cy="144018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4686825" y="7499566"/>
              <a:ext cx="105346" cy="209359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4814841" y="7529970"/>
              <a:ext cx="74142" cy="175755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4912453" y="7564907"/>
              <a:ext cx="122948" cy="144018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5065806" y="7529970"/>
              <a:ext cx="158153" cy="175755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15255696" y="7674521"/>
              <a:ext cx="33020" cy="34925"/>
            </a:xfrm>
            <a:custGeom>
              <a:avLst/>
              <a:gdLst/>
              <a:ahLst/>
              <a:cxnLst/>
              <a:rect l="l" t="t" r="r" b="b"/>
              <a:pathLst>
                <a:path w="33019" h="34925">
                  <a:moveTo>
                    <a:pt x="21958" y="0"/>
                  </a:moveTo>
                  <a:lnTo>
                    <a:pt x="10756" y="0"/>
                  </a:lnTo>
                  <a:lnTo>
                    <a:pt x="6667" y="1422"/>
                  </a:lnTo>
                  <a:lnTo>
                    <a:pt x="1333" y="7112"/>
                  </a:lnTo>
                  <a:lnTo>
                    <a:pt x="0" y="10845"/>
                  </a:lnTo>
                  <a:lnTo>
                    <a:pt x="0" y="23380"/>
                  </a:lnTo>
                  <a:lnTo>
                    <a:pt x="1333" y="27070"/>
                  </a:lnTo>
                  <a:lnTo>
                    <a:pt x="6667" y="32937"/>
                  </a:lnTo>
                  <a:lnTo>
                    <a:pt x="10756" y="34404"/>
                  </a:lnTo>
                  <a:lnTo>
                    <a:pt x="16268" y="34404"/>
                  </a:lnTo>
                  <a:lnTo>
                    <a:pt x="21958" y="34404"/>
                  </a:lnTo>
                  <a:lnTo>
                    <a:pt x="26085" y="32937"/>
                  </a:lnTo>
                  <a:lnTo>
                    <a:pt x="31241" y="27070"/>
                  </a:lnTo>
                  <a:lnTo>
                    <a:pt x="32537" y="23380"/>
                  </a:lnTo>
                  <a:lnTo>
                    <a:pt x="32537" y="10845"/>
                  </a:lnTo>
                  <a:lnTo>
                    <a:pt x="31241" y="7112"/>
                  </a:lnTo>
                  <a:lnTo>
                    <a:pt x="26085" y="1422"/>
                  </a:lnTo>
                  <a:lnTo>
                    <a:pt x="2195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0" name="object 250"/>
          <p:cNvPicPr/>
          <p:nvPr/>
        </p:nvPicPr>
        <p:blipFill>
          <a:blip r:embed="rId117" cstate="print"/>
          <a:stretch>
            <a:fillRect/>
          </a:stretch>
        </p:blipFill>
        <p:spPr>
          <a:xfrm>
            <a:off x="952499" y="590550"/>
            <a:ext cx="95250" cy="95239"/>
          </a:xfrm>
          <a:prstGeom prst="rect">
            <a:avLst/>
          </a:prstGeom>
        </p:spPr>
      </p:pic>
      <p:sp>
        <p:nvSpPr>
          <p:cNvPr id="251" name="object 251"/>
          <p:cNvSpPr txBox="1"/>
          <p:nvPr/>
        </p:nvSpPr>
        <p:spPr>
          <a:xfrm>
            <a:off x="1149350" y="454025"/>
            <a:ext cx="2503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12</a:t>
            </a:r>
            <a:r>
              <a:rPr sz="1800" spc="1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6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CLOUD</a:t>
            </a:r>
            <a:r>
              <a:rPr sz="1800" spc="16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+</a:t>
            </a:r>
            <a:r>
              <a:rPr sz="1800" spc="16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30" dirty="0">
                <a:solidFill>
                  <a:srgbClr val="8A857C"/>
                </a:solidFill>
                <a:latin typeface="Courier New"/>
                <a:cs typeface="Courier New"/>
              </a:rPr>
              <a:t>I18N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2" name="object 252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939800" y="9636125"/>
            <a:ext cx="2503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12</a:t>
            </a:r>
            <a:r>
              <a:rPr sz="1800" spc="1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6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CLOUD</a:t>
            </a:r>
            <a:r>
              <a:rPr sz="1800" spc="16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+</a:t>
            </a:r>
            <a:r>
              <a:rPr sz="1800" spc="16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30" dirty="0">
                <a:solidFill>
                  <a:srgbClr val="8A857C"/>
                </a:solidFill>
                <a:latin typeface="Courier New"/>
                <a:cs typeface="Courier New"/>
              </a:rPr>
              <a:t>i18n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254" name="object 254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255" name="Picture 254" descr="So accurate..!!😓 : r/ProgrammerHumor">
            <a:extLst>
              <a:ext uri="{FF2B5EF4-FFF2-40B4-BE49-F238E27FC236}">
                <a16:creationId xmlns:a16="http://schemas.microsoft.com/office/drawing/2014/main" id="{F0F99332-287D-0AD0-812B-91E08E899BDD}"/>
              </a:ext>
            </a:extLst>
          </p:cNvPr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9323554" y="3196907"/>
            <a:ext cx="7584078" cy="66360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1820" algn="l"/>
                <a:tab pos="1750695" algn="l"/>
              </a:tabLst>
            </a:pP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/</a:t>
            </a:r>
            <a:r>
              <a:rPr sz="1950" spc="-81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C4683A"/>
                </a:solidFill>
                <a:latin typeface="Courier New"/>
                <a:cs typeface="Courier New"/>
              </a:rPr>
              <a:t>/</a:t>
            </a:r>
            <a:r>
              <a:rPr sz="1950" dirty="0">
                <a:solidFill>
                  <a:srgbClr val="C4683A"/>
                </a:solidFill>
                <a:latin typeface="Courier New"/>
                <a:cs typeface="Courier New"/>
              </a:rPr>
              <a:t>	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h</a:t>
            </a:r>
            <a:r>
              <a:rPr sz="1950" spc="-81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l</a:t>
            </a:r>
            <a:r>
              <a:rPr sz="1950" spc="-81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b</a:t>
            </a:r>
            <a:r>
              <a:rPr sz="1950" spc="-81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š</a:t>
            </a:r>
            <a:r>
              <a:rPr sz="1950" spc="-81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C4683A"/>
                </a:solidFill>
                <a:latin typeface="Courier New"/>
                <a:cs typeface="Courier New"/>
              </a:rPr>
              <a:t>í</a:t>
            </a:r>
            <a:r>
              <a:rPr sz="1950" dirty="0">
                <a:solidFill>
                  <a:srgbClr val="C4683A"/>
                </a:solidFill>
                <a:latin typeface="Courier New"/>
                <a:cs typeface="Courier New"/>
              </a:rPr>
              <a:t>	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p</a:t>
            </a:r>
            <a:r>
              <a:rPr sz="1950" spc="-81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o</a:t>
            </a:r>
            <a:r>
              <a:rPr sz="1950" spc="-81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h</a:t>
            </a:r>
            <a:r>
              <a:rPr sz="1950" spc="-815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ľ</a:t>
            </a:r>
            <a:r>
              <a:rPr sz="1950" spc="-81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20" dirty="0">
                <a:solidFill>
                  <a:srgbClr val="C4683A"/>
                </a:solidFill>
                <a:latin typeface="Courier New"/>
                <a:cs typeface="Courier New"/>
              </a:rPr>
              <a:t>a</a:t>
            </a:r>
            <a:r>
              <a:rPr sz="1950" spc="-810" dirty="0">
                <a:solidFill>
                  <a:srgbClr val="C4683A"/>
                </a:solidFill>
                <a:latin typeface="Courier New"/>
                <a:cs typeface="Courier New"/>
              </a:rPr>
              <a:t> </a:t>
            </a:r>
            <a:r>
              <a:rPr sz="1950" spc="-50" dirty="0">
                <a:solidFill>
                  <a:srgbClr val="C4683A"/>
                </a:solidFill>
                <a:latin typeface="Courier New"/>
                <a:cs typeface="Courier New"/>
              </a:rPr>
              <a:t>d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9800" y="4635500"/>
            <a:ext cx="11254740" cy="4835525"/>
          </a:xfrm>
          <a:prstGeom prst="rect">
            <a:avLst/>
          </a:prstGeom>
        </p:spPr>
        <p:txBody>
          <a:bodyPr vert="horz" wrap="square" lIns="0" tIns="347980" rIns="0" bIns="0" rtlCol="0">
            <a:spAutoFit/>
          </a:bodyPr>
          <a:lstStyle/>
          <a:p>
            <a:pPr marL="12700" marR="3124200">
              <a:lnSpc>
                <a:spcPts val="11700"/>
              </a:lnSpc>
              <a:spcBef>
                <a:spcPts val="2740"/>
              </a:spcBef>
            </a:pPr>
            <a:r>
              <a:rPr sz="12000" spc="225" dirty="0">
                <a:solidFill>
                  <a:srgbClr val="F1ECE1"/>
                </a:solidFill>
                <a:latin typeface="Georgia"/>
                <a:cs typeface="Georgia"/>
              </a:rPr>
              <a:t>Priese</a:t>
            </a:r>
            <a:r>
              <a:rPr sz="12000" i="1" spc="225" dirty="0">
                <a:solidFill>
                  <a:srgbClr val="F1ECE1"/>
                </a:solidFill>
                <a:latin typeface="Georgia"/>
                <a:cs typeface="Georgia"/>
              </a:rPr>
              <a:t>č</a:t>
            </a:r>
            <a:r>
              <a:rPr sz="12000" spc="225" dirty="0">
                <a:solidFill>
                  <a:srgbClr val="F1ECE1"/>
                </a:solidFill>
                <a:latin typeface="Georgia"/>
                <a:cs typeface="Georgia"/>
              </a:rPr>
              <a:t>níky </a:t>
            </a:r>
            <a:r>
              <a:rPr sz="12000" spc="150" dirty="0">
                <a:solidFill>
                  <a:srgbClr val="F1ECE1"/>
                </a:solidFill>
                <a:latin typeface="Georgia"/>
                <a:cs typeface="Georgia"/>
              </a:rPr>
              <a:t>polyline</a:t>
            </a:r>
            <a:endParaRPr sz="12000">
              <a:latin typeface="Georgia"/>
              <a:cs typeface="Georgia"/>
            </a:endParaRPr>
          </a:p>
          <a:p>
            <a:pPr marL="12700">
              <a:lnSpc>
                <a:spcPts val="11835"/>
              </a:lnSpc>
            </a:pPr>
            <a:r>
              <a:rPr sz="12000" spc="270" dirty="0">
                <a:solidFill>
                  <a:srgbClr val="C4683A"/>
                </a:solidFill>
                <a:latin typeface="Georgia"/>
                <a:cs typeface="Georgia"/>
              </a:rPr>
              <a:t>krok</a:t>
            </a:r>
            <a:r>
              <a:rPr sz="12000" spc="-590" dirty="0">
                <a:solidFill>
                  <a:srgbClr val="C4683A"/>
                </a:solidFill>
                <a:latin typeface="Georgia"/>
                <a:cs typeface="Georgia"/>
              </a:rPr>
              <a:t> </a:t>
            </a:r>
            <a:r>
              <a:rPr sz="12000" spc="490" dirty="0">
                <a:solidFill>
                  <a:srgbClr val="C4683A"/>
                </a:solidFill>
                <a:latin typeface="Georgia"/>
                <a:cs typeface="Georgia"/>
              </a:rPr>
              <a:t>za</a:t>
            </a:r>
            <a:r>
              <a:rPr sz="12000" spc="-585" dirty="0">
                <a:solidFill>
                  <a:srgbClr val="C4683A"/>
                </a:solidFill>
                <a:latin typeface="Georgia"/>
                <a:cs typeface="Georgia"/>
              </a:rPr>
              <a:t> </a:t>
            </a:r>
            <a:r>
              <a:rPr sz="12000" spc="185" dirty="0">
                <a:solidFill>
                  <a:srgbClr val="C4683A"/>
                </a:solidFill>
                <a:latin typeface="Georgia"/>
                <a:cs typeface="Georgia"/>
              </a:rPr>
              <a:t>krokom.</a:t>
            </a:r>
            <a:endParaRPr sz="1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800" y="873125"/>
            <a:ext cx="125037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Hľadanie</a:t>
            </a:r>
            <a:r>
              <a:rPr sz="4200" spc="-110" dirty="0"/>
              <a:t> </a:t>
            </a:r>
            <a:r>
              <a:rPr sz="4200" spc="155" dirty="0"/>
              <a:t>priesečníka</a:t>
            </a:r>
            <a:r>
              <a:rPr sz="4200" spc="-110" dirty="0"/>
              <a:t> </a:t>
            </a:r>
            <a:r>
              <a:rPr sz="4200" spc="270" dirty="0"/>
              <a:t>s</a:t>
            </a:r>
            <a:r>
              <a:rPr sz="4200" spc="-105" dirty="0"/>
              <a:t> </a:t>
            </a:r>
            <a:r>
              <a:rPr sz="4200" spc="114" dirty="0"/>
              <a:t>polyline</a:t>
            </a:r>
            <a:r>
              <a:rPr sz="4200" spc="-110" dirty="0"/>
              <a:t> </a:t>
            </a:r>
            <a:r>
              <a:rPr sz="4200" spc="-325" dirty="0"/>
              <a:t>—</a:t>
            </a:r>
            <a:r>
              <a:rPr sz="4200" spc="-105" dirty="0"/>
              <a:t> </a:t>
            </a:r>
            <a:r>
              <a:rPr sz="4200" spc="160" dirty="0"/>
              <a:t>krok</a:t>
            </a:r>
            <a:r>
              <a:rPr sz="4200" spc="-110" dirty="0"/>
              <a:t> </a:t>
            </a:r>
            <a:r>
              <a:rPr sz="4200" spc="200" dirty="0"/>
              <a:t>za</a:t>
            </a:r>
            <a:r>
              <a:rPr sz="4200" spc="-105" dirty="0"/>
              <a:t> </a:t>
            </a:r>
            <a:r>
              <a:rPr sz="4200" spc="110" dirty="0"/>
              <a:t>krokom.</a:t>
            </a:r>
            <a:endParaRPr sz="4200" dirty="0"/>
          </a:p>
        </p:txBody>
      </p:sp>
      <p:sp>
        <p:nvSpPr>
          <p:cNvPr id="3" name="object 3"/>
          <p:cNvSpPr/>
          <p:nvPr/>
        </p:nvSpPr>
        <p:spPr>
          <a:xfrm>
            <a:off x="902730" y="5523410"/>
            <a:ext cx="7905750" cy="3086100"/>
          </a:xfrm>
          <a:custGeom>
            <a:avLst/>
            <a:gdLst/>
            <a:ahLst/>
            <a:cxnLst/>
            <a:rect l="l" t="t" r="r" b="b"/>
            <a:pathLst>
              <a:path w="7905750" h="3086100">
                <a:moveTo>
                  <a:pt x="7872702" y="0"/>
                </a:moveTo>
                <a:lnTo>
                  <a:pt x="33047" y="0"/>
                </a:lnTo>
                <a:lnTo>
                  <a:pt x="28187" y="957"/>
                </a:lnTo>
                <a:lnTo>
                  <a:pt x="966" y="28174"/>
                </a:lnTo>
                <a:lnTo>
                  <a:pt x="0" y="33040"/>
                </a:lnTo>
                <a:lnTo>
                  <a:pt x="0" y="3048000"/>
                </a:lnTo>
                <a:lnTo>
                  <a:pt x="0" y="3053040"/>
                </a:lnTo>
                <a:lnTo>
                  <a:pt x="28187" y="3085123"/>
                </a:lnTo>
                <a:lnTo>
                  <a:pt x="33047" y="3086089"/>
                </a:lnTo>
                <a:lnTo>
                  <a:pt x="7872702" y="3086089"/>
                </a:lnTo>
                <a:lnTo>
                  <a:pt x="7904782" y="3057897"/>
                </a:lnTo>
                <a:lnTo>
                  <a:pt x="7905748" y="3053040"/>
                </a:lnTo>
                <a:lnTo>
                  <a:pt x="7905748" y="33040"/>
                </a:lnTo>
                <a:lnTo>
                  <a:pt x="7877561" y="967"/>
                </a:lnTo>
                <a:lnTo>
                  <a:pt x="7872702" y="0"/>
                </a:lnTo>
                <a:close/>
              </a:path>
            </a:pathLst>
          </a:custGeom>
          <a:solidFill>
            <a:srgbClr val="1411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06500" y="5827798"/>
            <a:ext cx="5672455" cy="26606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450" i="1" dirty="0">
                <a:solidFill>
                  <a:srgbClr val="7D7669"/>
                </a:solidFill>
                <a:latin typeface="Courier New"/>
                <a:cs typeface="Courier New"/>
              </a:rPr>
              <a:t>#</a:t>
            </a:r>
            <a:r>
              <a:rPr sz="1450" i="1" spc="-50" dirty="0">
                <a:solidFill>
                  <a:srgbClr val="7D7669"/>
                </a:solidFill>
                <a:latin typeface="Courier New"/>
                <a:cs typeface="Courier New"/>
              </a:rPr>
              <a:t> </a:t>
            </a:r>
            <a:r>
              <a:rPr sz="1450" i="1" spc="-10" dirty="0">
                <a:solidFill>
                  <a:srgbClr val="7D7669"/>
                </a:solidFill>
                <a:latin typeface="Courier New"/>
                <a:cs typeface="Courier New"/>
              </a:rPr>
              <a:t>py_geogebra/tools/utils.py</a:t>
            </a:r>
            <a:endParaRPr sz="1450" dirty="0">
              <a:latin typeface="Courier New"/>
              <a:cs typeface="Courier New"/>
            </a:endParaRPr>
          </a:p>
          <a:p>
            <a:pPr marL="446405" marR="5080" indent="-434340">
              <a:lnSpc>
                <a:spcPct val="120500"/>
              </a:lnSpc>
              <a:spcBef>
                <a:spcPts val="65"/>
              </a:spcBef>
            </a:pPr>
            <a:r>
              <a:rPr sz="1400" dirty="0">
                <a:solidFill>
                  <a:srgbClr val="C8A2FF"/>
                </a:solidFill>
                <a:latin typeface="Courier New"/>
                <a:cs typeface="Courier New"/>
              </a:rPr>
              <a:t>def</a:t>
            </a:r>
            <a:r>
              <a:rPr sz="1400" spc="375" dirty="0">
                <a:solidFill>
                  <a:srgbClr val="C8A2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AD5FF"/>
                </a:solidFill>
                <a:latin typeface="Courier New"/>
                <a:cs typeface="Courier New"/>
              </a:rPr>
              <a:t>polyline_segment_intersections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(polyline,</a:t>
            </a:r>
            <a:r>
              <a:rPr sz="1400" spc="37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E9E3D6"/>
                </a:solidFill>
                <a:latin typeface="Courier New"/>
                <a:cs typeface="Courier New"/>
              </a:rPr>
              <a:t>other):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results</a:t>
            </a:r>
            <a:r>
              <a:rPr sz="1400" spc="75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=</a:t>
            </a:r>
            <a:r>
              <a:rPr sz="1400" spc="75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E9E3D6"/>
                </a:solidFill>
                <a:latin typeface="Courier New"/>
                <a:cs typeface="Courier New"/>
              </a:rPr>
              <a:t>[]</a:t>
            </a:r>
            <a:endParaRPr sz="1400" dirty="0">
              <a:latin typeface="Courier New"/>
              <a:cs typeface="Courier New"/>
            </a:endParaRPr>
          </a:p>
          <a:p>
            <a:pPr marL="447040" marR="2067560" indent="-635">
              <a:lnSpc>
                <a:spcPct val="120500"/>
              </a:lnSpc>
              <a:spcBef>
                <a:spcPts val="75"/>
              </a:spcBef>
            </a:pP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pts</a:t>
            </a:r>
            <a:r>
              <a:rPr sz="1400" spc="4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=</a:t>
            </a:r>
            <a:r>
              <a:rPr sz="1400" spc="45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E9E3D6"/>
                </a:solidFill>
                <a:latin typeface="Courier New"/>
                <a:cs typeface="Courier New"/>
              </a:rPr>
              <a:t>polyline.line_points</a:t>
            </a:r>
            <a:r>
              <a:rPr sz="1400" spc="50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C8A2FF"/>
                </a:solidFill>
                <a:latin typeface="Courier New"/>
                <a:cs typeface="Courier New"/>
              </a:rPr>
              <a:t>for</a:t>
            </a:r>
            <a:r>
              <a:rPr sz="1400" spc="85" dirty="0">
                <a:solidFill>
                  <a:srgbClr val="C8A2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i</a:t>
            </a:r>
            <a:r>
              <a:rPr sz="1400" spc="85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C8A2FF"/>
                </a:solidFill>
                <a:latin typeface="Courier New"/>
                <a:cs typeface="Courier New"/>
              </a:rPr>
              <a:t>in</a:t>
            </a:r>
            <a:r>
              <a:rPr sz="1400" spc="85" dirty="0">
                <a:solidFill>
                  <a:srgbClr val="C8A2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AD5FF"/>
                </a:solidFill>
                <a:latin typeface="Courier New"/>
                <a:cs typeface="Courier New"/>
              </a:rPr>
              <a:t>range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(</a:t>
            </a:r>
            <a:r>
              <a:rPr sz="1400" dirty="0">
                <a:solidFill>
                  <a:srgbClr val="9AD5FF"/>
                </a:solidFill>
                <a:latin typeface="Courier New"/>
                <a:cs typeface="Courier New"/>
              </a:rPr>
              <a:t>len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(pts)</a:t>
            </a:r>
            <a:r>
              <a:rPr sz="1400" spc="8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-</a:t>
            </a:r>
            <a:r>
              <a:rPr sz="1400" spc="85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FFD166"/>
                </a:solidFill>
                <a:latin typeface="Courier New"/>
                <a:cs typeface="Courier New"/>
              </a:rPr>
              <a:t>1</a:t>
            </a:r>
            <a:r>
              <a:rPr sz="1400" spc="-25" dirty="0">
                <a:solidFill>
                  <a:srgbClr val="E9E3D6"/>
                </a:solidFill>
                <a:latin typeface="Courier New"/>
                <a:cs typeface="Courier New"/>
              </a:rPr>
              <a:t>):</a:t>
            </a:r>
            <a:endParaRPr sz="1400" dirty="0">
              <a:latin typeface="Courier New"/>
              <a:cs typeface="Courier New"/>
            </a:endParaRPr>
          </a:p>
          <a:p>
            <a:pPr marL="880744">
              <a:lnSpc>
                <a:spcPct val="100000"/>
              </a:lnSpc>
              <a:spcBef>
                <a:spcPts val="420"/>
              </a:spcBef>
            </a:pP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a,</a:t>
            </a:r>
            <a:r>
              <a:rPr sz="1400" spc="55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b</a:t>
            </a:r>
            <a:r>
              <a:rPr sz="1400" spc="55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=</a:t>
            </a:r>
            <a:r>
              <a:rPr sz="1400" spc="6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pts[i],</a:t>
            </a:r>
            <a:r>
              <a:rPr sz="1400" spc="55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pts[i</a:t>
            </a:r>
            <a:r>
              <a:rPr sz="1400" spc="6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+</a:t>
            </a:r>
            <a:r>
              <a:rPr sz="1400" spc="6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FFD166"/>
                </a:solidFill>
                <a:latin typeface="Courier New"/>
                <a:cs typeface="Courier New"/>
              </a:rPr>
              <a:t>1</a:t>
            </a:r>
            <a:r>
              <a:rPr sz="1400" spc="-25" dirty="0">
                <a:solidFill>
                  <a:srgbClr val="E9E3D6"/>
                </a:solidFill>
                <a:latin typeface="Courier New"/>
                <a:cs typeface="Courier New"/>
              </a:rPr>
              <a:t>]</a:t>
            </a:r>
            <a:endParaRPr sz="1400" dirty="0">
              <a:latin typeface="Courier New"/>
              <a:cs typeface="Courier New"/>
            </a:endParaRPr>
          </a:p>
          <a:p>
            <a:pPr marL="881380" marR="873125" indent="-635">
              <a:lnSpc>
                <a:spcPts val="2100"/>
              </a:lnSpc>
              <a:spcBef>
                <a:spcPts val="65"/>
              </a:spcBef>
            </a:pP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hit</a:t>
            </a:r>
            <a:r>
              <a:rPr sz="1400" spc="114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=</a:t>
            </a:r>
            <a:r>
              <a:rPr sz="1400" spc="125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AD5FF"/>
                </a:solidFill>
                <a:latin typeface="Courier New"/>
                <a:cs typeface="Courier New"/>
              </a:rPr>
              <a:t>segment_intersect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(a,</a:t>
            </a:r>
            <a:r>
              <a:rPr sz="1400" spc="12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b,</a:t>
            </a:r>
            <a:r>
              <a:rPr sz="1400" spc="12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E9E3D6"/>
                </a:solidFill>
                <a:latin typeface="Courier New"/>
                <a:cs typeface="Courier New"/>
              </a:rPr>
              <a:t>other) </a:t>
            </a:r>
            <a:r>
              <a:rPr sz="1400" dirty="0">
                <a:solidFill>
                  <a:srgbClr val="C8A2FF"/>
                </a:solidFill>
                <a:latin typeface="Courier New"/>
                <a:cs typeface="Courier New"/>
              </a:rPr>
              <a:t>if</a:t>
            </a:r>
            <a:r>
              <a:rPr sz="1400" spc="95" dirty="0">
                <a:solidFill>
                  <a:srgbClr val="C8A2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hit</a:t>
            </a:r>
            <a:r>
              <a:rPr sz="1400" spc="9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C8A2FF"/>
                </a:solidFill>
                <a:latin typeface="Courier New"/>
                <a:cs typeface="Courier New"/>
              </a:rPr>
              <a:t>and</a:t>
            </a:r>
            <a:r>
              <a:rPr sz="1400" spc="95" dirty="0">
                <a:solidFill>
                  <a:srgbClr val="C8A2FF"/>
                </a:solidFill>
                <a:latin typeface="Courier New"/>
                <a:cs typeface="Courier New"/>
              </a:rPr>
              <a:t> </a:t>
            </a:r>
            <a:r>
              <a:rPr sz="1400" dirty="0" err="1">
                <a:solidFill>
                  <a:srgbClr val="9AD5FF"/>
                </a:solidFill>
                <a:latin typeface="Courier New"/>
                <a:cs typeface="Courier New"/>
              </a:rPr>
              <a:t>on_segment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(a,</a:t>
            </a:r>
            <a:r>
              <a:rPr sz="1400" spc="9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E9E3D6"/>
                </a:solidFill>
                <a:latin typeface="Courier New"/>
                <a:cs typeface="Courier New"/>
              </a:rPr>
              <a:t>b,</a:t>
            </a:r>
            <a:r>
              <a:rPr sz="1400" spc="90" dirty="0">
                <a:solidFill>
                  <a:srgbClr val="E9E3D6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E9E3D6"/>
                </a:solidFill>
                <a:latin typeface="Courier New"/>
                <a:cs typeface="Courier New"/>
              </a:rPr>
              <a:t>hit):</a:t>
            </a:r>
            <a:endParaRPr sz="1400" dirty="0">
              <a:latin typeface="Courier New"/>
              <a:cs typeface="Courier New"/>
            </a:endParaRPr>
          </a:p>
          <a:p>
            <a:pPr marL="1315085">
              <a:lnSpc>
                <a:spcPct val="100000"/>
              </a:lnSpc>
              <a:spcBef>
                <a:spcPts val="204"/>
              </a:spcBef>
            </a:pPr>
            <a:r>
              <a:rPr sz="1400" spc="-10" dirty="0">
                <a:solidFill>
                  <a:srgbClr val="E9E3D6"/>
                </a:solidFill>
                <a:latin typeface="Courier New"/>
                <a:cs typeface="Courier New"/>
              </a:rPr>
              <a:t>results.</a:t>
            </a:r>
            <a:r>
              <a:rPr sz="1400" spc="-10" dirty="0">
                <a:solidFill>
                  <a:srgbClr val="9AD5FF"/>
                </a:solidFill>
                <a:latin typeface="Courier New"/>
                <a:cs typeface="Courier New"/>
              </a:rPr>
              <a:t>append</a:t>
            </a:r>
            <a:r>
              <a:rPr sz="1400" spc="-10" dirty="0">
                <a:solidFill>
                  <a:srgbClr val="E9E3D6"/>
                </a:solidFill>
                <a:latin typeface="Courier New"/>
                <a:cs typeface="Courier New"/>
              </a:rPr>
              <a:t>(</a:t>
            </a:r>
            <a:r>
              <a:rPr sz="1400" spc="-10" dirty="0">
                <a:solidFill>
                  <a:srgbClr val="E89970"/>
                </a:solidFill>
                <a:latin typeface="Courier New"/>
                <a:cs typeface="Courier New"/>
              </a:rPr>
              <a:t>hit</a:t>
            </a:r>
            <a:r>
              <a:rPr sz="1400" spc="-10" dirty="0">
                <a:solidFill>
                  <a:srgbClr val="E9E3D6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  <a:p>
            <a:pPr marL="447040">
              <a:lnSpc>
                <a:spcPct val="100000"/>
              </a:lnSpc>
              <a:spcBef>
                <a:spcPts val="420"/>
              </a:spcBef>
            </a:pPr>
            <a:r>
              <a:rPr sz="1400" dirty="0">
                <a:solidFill>
                  <a:srgbClr val="C8A2FF"/>
                </a:solidFill>
                <a:latin typeface="Courier New"/>
                <a:cs typeface="Courier New"/>
              </a:rPr>
              <a:t>return</a:t>
            </a:r>
            <a:r>
              <a:rPr sz="1400" spc="114" dirty="0">
                <a:solidFill>
                  <a:srgbClr val="C8A2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E9E3D6"/>
                </a:solidFill>
                <a:latin typeface="Courier New"/>
                <a:cs typeface="Courier New"/>
              </a:rPr>
              <a:t>results</a:t>
            </a:r>
            <a:endParaRPr sz="1400" dirty="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73759" y="1725941"/>
            <a:ext cx="16356977" cy="7209346"/>
            <a:chOff x="973759" y="1725941"/>
            <a:chExt cx="16356977" cy="7209346"/>
          </a:xfrm>
        </p:grpSpPr>
        <p:sp>
          <p:nvSpPr>
            <p:cNvPr id="6" name="object 6"/>
            <p:cNvSpPr/>
            <p:nvPr/>
          </p:nvSpPr>
          <p:spPr>
            <a:xfrm>
              <a:off x="9424345" y="1725941"/>
              <a:ext cx="7896225" cy="6917490"/>
            </a:xfrm>
            <a:custGeom>
              <a:avLst/>
              <a:gdLst/>
              <a:ahLst/>
              <a:cxnLst/>
              <a:rect l="l" t="t" r="r" b="b"/>
              <a:pathLst>
                <a:path w="7896225" h="7010400">
                  <a:moveTo>
                    <a:pt x="7867308" y="0"/>
                  </a:moveTo>
                  <a:lnTo>
                    <a:pt x="28916" y="0"/>
                  </a:lnTo>
                  <a:lnTo>
                    <a:pt x="24663" y="836"/>
                  </a:lnTo>
                  <a:lnTo>
                    <a:pt x="0" y="28910"/>
                  </a:lnTo>
                  <a:lnTo>
                    <a:pt x="1" y="6977062"/>
                  </a:lnTo>
                  <a:lnTo>
                    <a:pt x="0" y="6981480"/>
                  </a:lnTo>
                  <a:lnTo>
                    <a:pt x="28916" y="7010400"/>
                  </a:lnTo>
                  <a:lnTo>
                    <a:pt x="7867308" y="7010400"/>
                  </a:lnTo>
                  <a:lnTo>
                    <a:pt x="7896226" y="6981480"/>
                  </a:lnTo>
                  <a:lnTo>
                    <a:pt x="7896226" y="28910"/>
                  </a:lnTo>
                  <a:lnTo>
                    <a:pt x="7871562" y="836"/>
                  </a:lnTo>
                  <a:lnTo>
                    <a:pt x="78673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34511" y="1728787"/>
              <a:ext cx="7896225" cy="7010400"/>
            </a:xfrm>
            <a:custGeom>
              <a:avLst/>
              <a:gdLst/>
              <a:ahLst/>
              <a:cxnLst/>
              <a:rect l="l" t="t" r="r" b="b"/>
              <a:pathLst>
                <a:path w="7896225" h="7010400">
                  <a:moveTo>
                    <a:pt x="0" y="6977062"/>
                  </a:moveTo>
                  <a:lnTo>
                    <a:pt x="0" y="33337"/>
                  </a:lnTo>
                  <a:lnTo>
                    <a:pt x="0" y="28956"/>
                  </a:lnTo>
                  <a:lnTo>
                    <a:pt x="845" y="24669"/>
                  </a:lnTo>
                  <a:lnTo>
                    <a:pt x="2538" y="20573"/>
                  </a:lnTo>
                  <a:lnTo>
                    <a:pt x="4229" y="16478"/>
                  </a:lnTo>
                  <a:lnTo>
                    <a:pt x="6637" y="12858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7862888" y="0"/>
                  </a:lnTo>
                  <a:lnTo>
                    <a:pt x="7867308" y="0"/>
                  </a:lnTo>
                  <a:lnTo>
                    <a:pt x="7871556" y="857"/>
                  </a:lnTo>
                  <a:lnTo>
                    <a:pt x="7893682" y="20573"/>
                  </a:lnTo>
                  <a:lnTo>
                    <a:pt x="7895378" y="24669"/>
                  </a:lnTo>
                  <a:lnTo>
                    <a:pt x="7896225" y="28956"/>
                  </a:lnTo>
                  <a:lnTo>
                    <a:pt x="7896225" y="33337"/>
                  </a:lnTo>
                  <a:lnTo>
                    <a:pt x="7896225" y="6977062"/>
                  </a:lnTo>
                  <a:lnTo>
                    <a:pt x="7896225" y="6981443"/>
                  </a:lnTo>
                  <a:lnTo>
                    <a:pt x="7895378" y="6985730"/>
                  </a:lnTo>
                  <a:lnTo>
                    <a:pt x="7893682" y="6989826"/>
                  </a:lnTo>
                  <a:lnTo>
                    <a:pt x="7891996" y="6993921"/>
                  </a:lnTo>
                  <a:lnTo>
                    <a:pt x="7889587" y="6997541"/>
                  </a:lnTo>
                  <a:lnTo>
                    <a:pt x="7886462" y="7000589"/>
                  </a:lnTo>
                  <a:lnTo>
                    <a:pt x="7883338" y="7003732"/>
                  </a:lnTo>
                  <a:lnTo>
                    <a:pt x="7879728" y="7006113"/>
                  </a:lnTo>
                  <a:lnTo>
                    <a:pt x="7875642" y="7007828"/>
                  </a:lnTo>
                  <a:lnTo>
                    <a:pt x="7871556" y="7009542"/>
                  </a:lnTo>
                  <a:lnTo>
                    <a:pt x="7867308" y="7010400"/>
                  </a:lnTo>
                  <a:lnTo>
                    <a:pt x="7862888" y="7010400"/>
                  </a:lnTo>
                  <a:lnTo>
                    <a:pt x="33338" y="7010400"/>
                  </a:lnTo>
                  <a:lnTo>
                    <a:pt x="28916" y="7010400"/>
                  </a:lnTo>
                  <a:lnTo>
                    <a:pt x="24664" y="7009542"/>
                  </a:lnTo>
                  <a:lnTo>
                    <a:pt x="20579" y="7007828"/>
                  </a:lnTo>
                  <a:lnTo>
                    <a:pt x="16496" y="7006113"/>
                  </a:lnTo>
                  <a:lnTo>
                    <a:pt x="12891" y="7003732"/>
                  </a:lnTo>
                  <a:lnTo>
                    <a:pt x="9765" y="7000589"/>
                  </a:lnTo>
                  <a:lnTo>
                    <a:pt x="6637" y="6997541"/>
                  </a:lnTo>
                  <a:lnTo>
                    <a:pt x="4229" y="6993921"/>
                  </a:lnTo>
                  <a:lnTo>
                    <a:pt x="2538" y="6989826"/>
                  </a:lnTo>
                  <a:lnTo>
                    <a:pt x="845" y="6985730"/>
                  </a:lnTo>
                  <a:lnTo>
                    <a:pt x="0" y="6981443"/>
                  </a:lnTo>
                  <a:lnTo>
                    <a:pt x="0" y="6977062"/>
                  </a:lnTo>
                  <a:close/>
                </a:path>
              </a:pathLst>
            </a:custGeom>
            <a:ln w="9525">
              <a:solidFill>
                <a:srgbClr val="D9D2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9107" y="1939599"/>
              <a:ext cx="7886701" cy="63093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227945" y="3456949"/>
              <a:ext cx="6309360" cy="3352165"/>
            </a:xfrm>
            <a:custGeom>
              <a:avLst/>
              <a:gdLst/>
              <a:ahLst/>
              <a:cxnLst/>
              <a:rect l="l" t="t" r="r" b="b"/>
              <a:pathLst>
                <a:path w="6309359" h="3352165">
                  <a:moveTo>
                    <a:pt x="0" y="3351847"/>
                  </a:moveTo>
                  <a:lnTo>
                    <a:pt x="1774507" y="394334"/>
                  </a:lnTo>
                  <a:lnTo>
                    <a:pt x="4140517" y="2563177"/>
                  </a:lnTo>
                  <a:lnTo>
                    <a:pt x="6309359" y="0"/>
                  </a:lnTo>
                </a:path>
              </a:pathLst>
            </a:custGeom>
            <a:ln w="39433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58935" y="6739788"/>
              <a:ext cx="138017" cy="1380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33443" y="3782275"/>
              <a:ext cx="138017" cy="13801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99450" y="5951118"/>
              <a:ext cx="138023" cy="1380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68293" y="3387940"/>
              <a:ext cx="138023" cy="13801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833609" y="4442787"/>
              <a:ext cx="7098030" cy="1971675"/>
            </a:xfrm>
            <a:custGeom>
              <a:avLst/>
              <a:gdLst/>
              <a:ahLst/>
              <a:cxnLst/>
              <a:rect l="l" t="t" r="r" b="b"/>
              <a:pathLst>
                <a:path w="7098030" h="1971675">
                  <a:moveTo>
                    <a:pt x="0" y="0"/>
                  </a:moveTo>
                  <a:lnTo>
                    <a:pt x="7098030" y="19716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833610" y="4442787"/>
              <a:ext cx="7098030" cy="1971675"/>
            </a:xfrm>
            <a:custGeom>
              <a:avLst/>
              <a:gdLst/>
              <a:ahLst/>
              <a:cxnLst/>
              <a:rect l="l" t="t" r="r" b="b"/>
              <a:pathLst>
                <a:path w="7098030" h="1971675">
                  <a:moveTo>
                    <a:pt x="0" y="0"/>
                  </a:moveTo>
                  <a:lnTo>
                    <a:pt x="7098029" y="1971674"/>
                  </a:lnTo>
                </a:path>
              </a:pathLst>
            </a:custGeom>
            <a:ln w="39433">
              <a:solidFill>
                <a:srgbClr val="C468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75889" y="4761212"/>
              <a:ext cx="226742" cy="22674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58229" y="5451299"/>
              <a:ext cx="226742" cy="22674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71976" y="5650438"/>
              <a:ext cx="226742" cy="22674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3759" y="8727261"/>
              <a:ext cx="229971" cy="16230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33906" y="8717660"/>
              <a:ext cx="150647" cy="21488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07871" y="8717660"/>
              <a:ext cx="82550" cy="169545"/>
            </a:xfrm>
            <a:custGeom>
              <a:avLst/>
              <a:gdLst/>
              <a:ahLst/>
              <a:cxnLst/>
              <a:rect l="l" t="t" r="r" b="b"/>
              <a:pathLst>
                <a:path w="82550" h="169545">
                  <a:moveTo>
                    <a:pt x="35661" y="153162"/>
                  </a:moveTo>
                  <a:lnTo>
                    <a:pt x="18288" y="153162"/>
                  </a:lnTo>
                  <a:lnTo>
                    <a:pt x="18288" y="0"/>
                  </a:lnTo>
                  <a:lnTo>
                    <a:pt x="0" y="0"/>
                  </a:lnTo>
                  <a:lnTo>
                    <a:pt x="0" y="155676"/>
                  </a:lnTo>
                  <a:lnTo>
                    <a:pt x="1676" y="160210"/>
                  </a:lnTo>
                  <a:lnTo>
                    <a:pt x="8382" y="167373"/>
                  </a:lnTo>
                  <a:lnTo>
                    <a:pt x="13182" y="169164"/>
                  </a:lnTo>
                  <a:lnTo>
                    <a:pt x="35661" y="169164"/>
                  </a:lnTo>
                  <a:lnTo>
                    <a:pt x="35661" y="153162"/>
                  </a:lnTo>
                  <a:close/>
                </a:path>
                <a:path w="82550" h="169545">
                  <a:moveTo>
                    <a:pt x="80467" y="51206"/>
                  </a:moveTo>
                  <a:lnTo>
                    <a:pt x="62179" y="51206"/>
                  </a:lnTo>
                  <a:lnTo>
                    <a:pt x="62179" y="169164"/>
                  </a:lnTo>
                  <a:lnTo>
                    <a:pt x="80467" y="169164"/>
                  </a:lnTo>
                  <a:lnTo>
                    <a:pt x="80467" y="51206"/>
                  </a:lnTo>
                  <a:close/>
                </a:path>
                <a:path w="82550" h="169545">
                  <a:moveTo>
                    <a:pt x="82524" y="7239"/>
                  </a:moveTo>
                  <a:lnTo>
                    <a:pt x="81648" y="4762"/>
                  </a:lnTo>
                  <a:lnTo>
                    <a:pt x="78143" y="952"/>
                  </a:lnTo>
                  <a:lnTo>
                    <a:pt x="75285" y="0"/>
                  </a:lnTo>
                  <a:lnTo>
                    <a:pt x="67513" y="0"/>
                  </a:lnTo>
                  <a:lnTo>
                    <a:pt x="64693" y="952"/>
                  </a:lnTo>
                  <a:lnTo>
                    <a:pt x="61036" y="4762"/>
                  </a:lnTo>
                  <a:lnTo>
                    <a:pt x="60121" y="7239"/>
                  </a:lnTo>
                  <a:lnTo>
                    <a:pt x="60121" y="16306"/>
                  </a:lnTo>
                  <a:lnTo>
                    <a:pt x="61036" y="18783"/>
                  </a:lnTo>
                  <a:lnTo>
                    <a:pt x="64693" y="22593"/>
                  </a:lnTo>
                  <a:lnTo>
                    <a:pt x="67513" y="23545"/>
                  </a:lnTo>
                  <a:lnTo>
                    <a:pt x="75285" y="23545"/>
                  </a:lnTo>
                  <a:lnTo>
                    <a:pt x="78143" y="22593"/>
                  </a:lnTo>
                  <a:lnTo>
                    <a:pt x="81648" y="18783"/>
                  </a:lnTo>
                  <a:lnTo>
                    <a:pt x="82524" y="16306"/>
                  </a:lnTo>
                  <a:lnTo>
                    <a:pt x="82524" y="7239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7200" y="8766123"/>
              <a:ext cx="92125" cy="1207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48358" y="8766123"/>
              <a:ext cx="104012" cy="12344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36496" y="8766123"/>
              <a:ext cx="161848" cy="1207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27375" y="8710117"/>
              <a:ext cx="338099" cy="1794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49600" y="8708745"/>
              <a:ext cx="1429434" cy="2237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47615" y="8766123"/>
              <a:ext cx="106527" cy="12344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84317" y="8717660"/>
              <a:ext cx="152933" cy="21488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65368" y="8766123"/>
              <a:ext cx="104012" cy="12344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99556" y="8717660"/>
              <a:ext cx="168935" cy="16916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51931" y="8766123"/>
              <a:ext cx="92125" cy="1207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72403" y="8766123"/>
              <a:ext cx="105384" cy="12344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72018" y="8717660"/>
              <a:ext cx="259668" cy="17190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252694" y="8708745"/>
              <a:ext cx="1410335" cy="224154"/>
            </a:xfrm>
            <a:custGeom>
              <a:avLst/>
              <a:gdLst/>
              <a:ahLst/>
              <a:cxnLst/>
              <a:rect l="l" t="t" r="r" b="b"/>
              <a:pathLst>
                <a:path w="1410334" h="224154">
                  <a:moveTo>
                    <a:pt x="108115" y="85039"/>
                  </a:moveTo>
                  <a:lnTo>
                    <a:pt x="79159" y="57873"/>
                  </a:lnTo>
                  <a:lnTo>
                    <a:pt x="70904" y="57378"/>
                  </a:lnTo>
                  <a:lnTo>
                    <a:pt x="58877" y="58432"/>
                  </a:lnTo>
                  <a:lnTo>
                    <a:pt x="19659" y="83146"/>
                  </a:lnTo>
                  <a:lnTo>
                    <a:pt x="2895" y="119100"/>
                  </a:lnTo>
                  <a:lnTo>
                    <a:pt x="0" y="144538"/>
                  </a:lnTo>
                  <a:lnTo>
                    <a:pt x="1689" y="155067"/>
                  </a:lnTo>
                  <a:lnTo>
                    <a:pt x="40043" y="180822"/>
                  </a:lnTo>
                  <a:lnTo>
                    <a:pt x="48272" y="180352"/>
                  </a:lnTo>
                  <a:lnTo>
                    <a:pt x="87579" y="158915"/>
                  </a:lnTo>
                  <a:lnTo>
                    <a:pt x="76377" y="150723"/>
                  </a:lnTo>
                  <a:lnTo>
                    <a:pt x="70827" y="155829"/>
                  </a:lnTo>
                  <a:lnTo>
                    <a:pt x="58407" y="162839"/>
                  </a:lnTo>
                  <a:lnTo>
                    <a:pt x="51574" y="164592"/>
                  </a:lnTo>
                  <a:lnTo>
                    <a:pt x="33286" y="164592"/>
                  </a:lnTo>
                  <a:lnTo>
                    <a:pt x="25933" y="161239"/>
                  </a:lnTo>
                  <a:lnTo>
                    <a:pt x="22047" y="154533"/>
                  </a:lnTo>
                  <a:lnTo>
                    <a:pt x="19735" y="149186"/>
                  </a:lnTo>
                  <a:lnTo>
                    <a:pt x="18630" y="143167"/>
                  </a:lnTo>
                  <a:lnTo>
                    <a:pt x="18732" y="136499"/>
                  </a:lnTo>
                  <a:lnTo>
                    <a:pt x="30695" y="94907"/>
                  </a:lnTo>
                  <a:lnTo>
                    <a:pt x="66852" y="73609"/>
                  </a:lnTo>
                  <a:lnTo>
                    <a:pt x="74015" y="73609"/>
                  </a:lnTo>
                  <a:lnTo>
                    <a:pt x="79654" y="75285"/>
                  </a:lnTo>
                  <a:lnTo>
                    <a:pt x="87884" y="81991"/>
                  </a:lnTo>
                  <a:lnTo>
                    <a:pt x="90246" y="86715"/>
                  </a:lnTo>
                  <a:lnTo>
                    <a:pt x="90855" y="92811"/>
                  </a:lnTo>
                  <a:lnTo>
                    <a:pt x="108115" y="85039"/>
                  </a:lnTo>
                  <a:close/>
                </a:path>
                <a:path w="1410334" h="224154">
                  <a:moveTo>
                    <a:pt x="223824" y="92011"/>
                  </a:moveTo>
                  <a:lnTo>
                    <a:pt x="222808" y="85267"/>
                  </a:lnTo>
                  <a:lnTo>
                    <a:pt x="220865" y="76581"/>
                  </a:lnTo>
                  <a:lnTo>
                    <a:pt x="218490" y="72694"/>
                  </a:lnTo>
                  <a:lnTo>
                    <a:pt x="216700" y="69761"/>
                  </a:lnTo>
                  <a:lnTo>
                    <a:pt x="210324" y="64808"/>
                  </a:lnTo>
                  <a:lnTo>
                    <a:pt x="205714" y="61937"/>
                  </a:lnTo>
                  <a:lnTo>
                    <a:pt x="205714" y="95364"/>
                  </a:lnTo>
                  <a:lnTo>
                    <a:pt x="205574" y="99212"/>
                  </a:lnTo>
                  <a:lnTo>
                    <a:pt x="205536" y="100431"/>
                  </a:lnTo>
                  <a:lnTo>
                    <a:pt x="203123" y="110045"/>
                  </a:lnTo>
                  <a:lnTo>
                    <a:pt x="137972" y="110045"/>
                  </a:lnTo>
                  <a:lnTo>
                    <a:pt x="168351" y="74244"/>
                  </a:lnTo>
                  <a:lnTo>
                    <a:pt x="174599" y="72694"/>
                  </a:lnTo>
                  <a:lnTo>
                    <a:pt x="187401" y="72694"/>
                  </a:lnTo>
                  <a:lnTo>
                    <a:pt x="192862" y="74244"/>
                  </a:lnTo>
                  <a:lnTo>
                    <a:pt x="192646" y="74244"/>
                  </a:lnTo>
                  <a:lnTo>
                    <a:pt x="200558" y="79997"/>
                  </a:lnTo>
                  <a:lnTo>
                    <a:pt x="203174" y="83972"/>
                  </a:lnTo>
                  <a:lnTo>
                    <a:pt x="205613" y="93751"/>
                  </a:lnTo>
                  <a:lnTo>
                    <a:pt x="205714" y="95364"/>
                  </a:lnTo>
                  <a:lnTo>
                    <a:pt x="205714" y="61937"/>
                  </a:lnTo>
                  <a:lnTo>
                    <a:pt x="205143" y="61569"/>
                  </a:lnTo>
                  <a:lnTo>
                    <a:pt x="199339" y="59296"/>
                  </a:lnTo>
                  <a:lnTo>
                    <a:pt x="199478" y="59296"/>
                  </a:lnTo>
                  <a:lnTo>
                    <a:pt x="192544" y="57861"/>
                  </a:lnTo>
                  <a:lnTo>
                    <a:pt x="184975" y="57378"/>
                  </a:lnTo>
                  <a:lnTo>
                    <a:pt x="177114" y="57861"/>
                  </a:lnTo>
                  <a:lnTo>
                    <a:pt x="142303" y="74244"/>
                  </a:lnTo>
                  <a:lnTo>
                    <a:pt x="119189" y="110045"/>
                  </a:lnTo>
                  <a:lnTo>
                    <a:pt x="113792" y="136626"/>
                  </a:lnTo>
                  <a:lnTo>
                    <a:pt x="113906" y="144475"/>
                  </a:lnTo>
                  <a:lnTo>
                    <a:pt x="139750" y="178943"/>
                  </a:lnTo>
                  <a:lnTo>
                    <a:pt x="154114" y="180822"/>
                  </a:lnTo>
                  <a:lnTo>
                    <a:pt x="162293" y="180352"/>
                  </a:lnTo>
                  <a:lnTo>
                    <a:pt x="197256" y="164820"/>
                  </a:lnTo>
                  <a:lnTo>
                    <a:pt x="197472" y="164655"/>
                  </a:lnTo>
                  <a:lnTo>
                    <a:pt x="202819" y="159524"/>
                  </a:lnTo>
                  <a:lnTo>
                    <a:pt x="207492" y="153847"/>
                  </a:lnTo>
                  <a:lnTo>
                    <a:pt x="196811" y="144475"/>
                  </a:lnTo>
                  <a:lnTo>
                    <a:pt x="192125" y="151028"/>
                  </a:lnTo>
                  <a:lnTo>
                    <a:pt x="186563" y="156057"/>
                  </a:lnTo>
                  <a:lnTo>
                    <a:pt x="173685" y="163068"/>
                  </a:lnTo>
                  <a:lnTo>
                    <a:pt x="166725" y="164820"/>
                  </a:lnTo>
                  <a:lnTo>
                    <a:pt x="148285" y="164820"/>
                  </a:lnTo>
                  <a:lnTo>
                    <a:pt x="131940" y="136626"/>
                  </a:lnTo>
                  <a:lnTo>
                    <a:pt x="133197" y="129159"/>
                  </a:lnTo>
                  <a:lnTo>
                    <a:pt x="134569" y="123672"/>
                  </a:lnTo>
                  <a:lnTo>
                    <a:pt x="219379" y="123672"/>
                  </a:lnTo>
                  <a:lnTo>
                    <a:pt x="221551" y="114985"/>
                  </a:lnTo>
                  <a:lnTo>
                    <a:pt x="222554" y="110045"/>
                  </a:lnTo>
                  <a:lnTo>
                    <a:pt x="223189" y="106870"/>
                  </a:lnTo>
                  <a:lnTo>
                    <a:pt x="223723" y="101587"/>
                  </a:lnTo>
                  <a:lnTo>
                    <a:pt x="223824" y="92011"/>
                  </a:lnTo>
                  <a:close/>
                </a:path>
                <a:path w="1410334" h="224154">
                  <a:moveTo>
                    <a:pt x="326021" y="60121"/>
                  </a:moveTo>
                  <a:lnTo>
                    <a:pt x="312534" y="60121"/>
                  </a:lnTo>
                  <a:lnTo>
                    <a:pt x="306793" y="61150"/>
                  </a:lnTo>
                  <a:lnTo>
                    <a:pt x="279450" y="81838"/>
                  </a:lnTo>
                  <a:lnTo>
                    <a:pt x="278307" y="81838"/>
                  </a:lnTo>
                  <a:lnTo>
                    <a:pt x="283730" y="60121"/>
                  </a:lnTo>
                  <a:lnTo>
                    <a:pt x="265442" y="60121"/>
                  </a:lnTo>
                  <a:lnTo>
                    <a:pt x="235953" y="178079"/>
                  </a:lnTo>
                  <a:lnTo>
                    <a:pt x="254241" y="178079"/>
                  </a:lnTo>
                  <a:lnTo>
                    <a:pt x="275196" y="94259"/>
                  </a:lnTo>
                  <a:lnTo>
                    <a:pt x="277291" y="90906"/>
                  </a:lnTo>
                  <a:lnTo>
                    <a:pt x="283768" y="85115"/>
                  </a:lnTo>
                  <a:lnTo>
                    <a:pt x="287972" y="82791"/>
                  </a:lnTo>
                  <a:lnTo>
                    <a:pt x="298297" y="79286"/>
                  </a:lnTo>
                  <a:lnTo>
                    <a:pt x="304152" y="78409"/>
                  </a:lnTo>
                  <a:lnTo>
                    <a:pt x="321449" y="78409"/>
                  </a:lnTo>
                  <a:lnTo>
                    <a:pt x="326021" y="60121"/>
                  </a:lnTo>
                  <a:close/>
                </a:path>
                <a:path w="1410334" h="224154">
                  <a:moveTo>
                    <a:pt x="428205" y="8001"/>
                  </a:moveTo>
                  <a:lnTo>
                    <a:pt x="413524" y="0"/>
                  </a:lnTo>
                  <a:lnTo>
                    <a:pt x="384378" y="38862"/>
                  </a:lnTo>
                  <a:lnTo>
                    <a:pt x="394893" y="44348"/>
                  </a:lnTo>
                  <a:lnTo>
                    <a:pt x="428205" y="8001"/>
                  </a:lnTo>
                  <a:close/>
                </a:path>
                <a:path w="1410334" h="224154">
                  <a:moveTo>
                    <a:pt x="442379" y="60121"/>
                  </a:moveTo>
                  <a:lnTo>
                    <a:pt x="424319" y="60121"/>
                  </a:lnTo>
                  <a:lnTo>
                    <a:pt x="375691" y="140360"/>
                  </a:lnTo>
                  <a:lnTo>
                    <a:pt x="364490" y="159562"/>
                  </a:lnTo>
                  <a:lnTo>
                    <a:pt x="363347" y="159562"/>
                  </a:lnTo>
                  <a:lnTo>
                    <a:pt x="362661" y="140360"/>
                  </a:lnTo>
                  <a:lnTo>
                    <a:pt x="354368" y="60121"/>
                  </a:lnTo>
                  <a:lnTo>
                    <a:pt x="336080" y="60121"/>
                  </a:lnTo>
                  <a:lnTo>
                    <a:pt x="349567" y="182651"/>
                  </a:lnTo>
                  <a:lnTo>
                    <a:pt x="334365" y="207797"/>
                  </a:lnTo>
                  <a:lnTo>
                    <a:pt x="315849" y="207797"/>
                  </a:lnTo>
                  <a:lnTo>
                    <a:pt x="311848" y="223799"/>
                  </a:lnTo>
                  <a:lnTo>
                    <a:pt x="327012" y="223799"/>
                  </a:lnTo>
                  <a:lnTo>
                    <a:pt x="353225" y="205511"/>
                  </a:lnTo>
                  <a:lnTo>
                    <a:pt x="381406" y="159562"/>
                  </a:lnTo>
                  <a:lnTo>
                    <a:pt x="442379" y="60121"/>
                  </a:lnTo>
                  <a:close/>
                </a:path>
                <a:path w="1410334" h="224154">
                  <a:moveTo>
                    <a:pt x="546341" y="85039"/>
                  </a:moveTo>
                  <a:lnTo>
                    <a:pt x="517385" y="57873"/>
                  </a:lnTo>
                  <a:lnTo>
                    <a:pt x="509130" y="57378"/>
                  </a:lnTo>
                  <a:lnTo>
                    <a:pt x="497103" y="58432"/>
                  </a:lnTo>
                  <a:lnTo>
                    <a:pt x="457885" y="83146"/>
                  </a:lnTo>
                  <a:lnTo>
                    <a:pt x="441121" y="119100"/>
                  </a:lnTo>
                  <a:lnTo>
                    <a:pt x="438226" y="144538"/>
                  </a:lnTo>
                  <a:lnTo>
                    <a:pt x="439915" y="155067"/>
                  </a:lnTo>
                  <a:lnTo>
                    <a:pt x="478269" y="180822"/>
                  </a:lnTo>
                  <a:lnTo>
                    <a:pt x="486498" y="180352"/>
                  </a:lnTo>
                  <a:lnTo>
                    <a:pt x="525805" y="158915"/>
                  </a:lnTo>
                  <a:lnTo>
                    <a:pt x="514604" y="150723"/>
                  </a:lnTo>
                  <a:lnTo>
                    <a:pt x="509054" y="155829"/>
                  </a:lnTo>
                  <a:lnTo>
                    <a:pt x="496633" y="162839"/>
                  </a:lnTo>
                  <a:lnTo>
                    <a:pt x="489800" y="164592"/>
                  </a:lnTo>
                  <a:lnTo>
                    <a:pt x="471512" y="164592"/>
                  </a:lnTo>
                  <a:lnTo>
                    <a:pt x="464159" y="161239"/>
                  </a:lnTo>
                  <a:lnTo>
                    <a:pt x="460273" y="154533"/>
                  </a:lnTo>
                  <a:lnTo>
                    <a:pt x="457962" y="149186"/>
                  </a:lnTo>
                  <a:lnTo>
                    <a:pt x="456857" y="143167"/>
                  </a:lnTo>
                  <a:lnTo>
                    <a:pt x="456958" y="136499"/>
                  </a:lnTo>
                  <a:lnTo>
                    <a:pt x="468922" y="94907"/>
                  </a:lnTo>
                  <a:lnTo>
                    <a:pt x="505079" y="73609"/>
                  </a:lnTo>
                  <a:lnTo>
                    <a:pt x="512241" y="73609"/>
                  </a:lnTo>
                  <a:lnTo>
                    <a:pt x="517880" y="75285"/>
                  </a:lnTo>
                  <a:lnTo>
                    <a:pt x="526110" y="81991"/>
                  </a:lnTo>
                  <a:lnTo>
                    <a:pt x="528472" y="86715"/>
                  </a:lnTo>
                  <a:lnTo>
                    <a:pt x="529082" y="92811"/>
                  </a:lnTo>
                  <a:lnTo>
                    <a:pt x="546341" y="85039"/>
                  </a:lnTo>
                  <a:close/>
                </a:path>
                <a:path w="1410334" h="224154">
                  <a:moveTo>
                    <a:pt x="663194" y="83362"/>
                  </a:moveTo>
                  <a:lnTo>
                    <a:pt x="632802" y="57378"/>
                  </a:lnTo>
                  <a:lnTo>
                    <a:pt x="623963" y="57378"/>
                  </a:lnTo>
                  <a:lnTo>
                    <a:pt x="616419" y="59359"/>
                  </a:lnTo>
                  <a:lnTo>
                    <a:pt x="603923" y="67284"/>
                  </a:lnTo>
                  <a:lnTo>
                    <a:pt x="598512" y="72618"/>
                  </a:lnTo>
                  <a:lnTo>
                    <a:pt x="593940" y="79324"/>
                  </a:lnTo>
                  <a:lnTo>
                    <a:pt x="593026" y="79324"/>
                  </a:lnTo>
                  <a:lnTo>
                    <a:pt x="610628" y="8915"/>
                  </a:lnTo>
                  <a:lnTo>
                    <a:pt x="592340" y="8915"/>
                  </a:lnTo>
                  <a:lnTo>
                    <a:pt x="550049" y="178079"/>
                  </a:lnTo>
                  <a:lnTo>
                    <a:pt x="568337" y="178079"/>
                  </a:lnTo>
                  <a:lnTo>
                    <a:pt x="590054" y="91211"/>
                  </a:lnTo>
                  <a:lnTo>
                    <a:pt x="592480" y="87020"/>
                  </a:lnTo>
                  <a:lnTo>
                    <a:pt x="599643" y="80314"/>
                  </a:lnTo>
                  <a:lnTo>
                    <a:pt x="603834" y="77838"/>
                  </a:lnTo>
                  <a:lnTo>
                    <a:pt x="613473" y="74637"/>
                  </a:lnTo>
                  <a:lnTo>
                    <a:pt x="618324" y="73837"/>
                  </a:lnTo>
                  <a:lnTo>
                    <a:pt x="632040" y="73837"/>
                  </a:lnTo>
                  <a:lnTo>
                    <a:pt x="638048" y="76504"/>
                  </a:lnTo>
                  <a:lnTo>
                    <a:pt x="644372" y="87172"/>
                  </a:lnTo>
                  <a:lnTo>
                    <a:pt x="644639" y="95097"/>
                  </a:lnTo>
                  <a:lnTo>
                    <a:pt x="623887" y="178079"/>
                  </a:lnTo>
                  <a:lnTo>
                    <a:pt x="642175" y="178079"/>
                  </a:lnTo>
                  <a:lnTo>
                    <a:pt x="661098" y="102412"/>
                  </a:lnTo>
                  <a:lnTo>
                    <a:pt x="662965" y="92278"/>
                  </a:lnTo>
                  <a:lnTo>
                    <a:pt x="663194" y="83362"/>
                  </a:lnTo>
                  <a:close/>
                </a:path>
                <a:path w="1410334" h="224154">
                  <a:moveTo>
                    <a:pt x="916825" y="83362"/>
                  </a:moveTo>
                  <a:lnTo>
                    <a:pt x="887463" y="57378"/>
                  </a:lnTo>
                  <a:lnTo>
                    <a:pt x="880198" y="57835"/>
                  </a:lnTo>
                  <a:lnTo>
                    <a:pt x="845578" y="81381"/>
                  </a:lnTo>
                  <a:lnTo>
                    <a:pt x="845121" y="81381"/>
                  </a:lnTo>
                  <a:lnTo>
                    <a:pt x="844054" y="72847"/>
                  </a:lnTo>
                  <a:lnTo>
                    <a:pt x="840701" y="66713"/>
                  </a:lnTo>
                  <a:lnTo>
                    <a:pt x="829462" y="59245"/>
                  </a:lnTo>
                  <a:lnTo>
                    <a:pt x="822769" y="57378"/>
                  </a:lnTo>
                  <a:lnTo>
                    <a:pt x="805853" y="57378"/>
                  </a:lnTo>
                  <a:lnTo>
                    <a:pt x="798385" y="59512"/>
                  </a:lnTo>
                  <a:lnTo>
                    <a:pt x="786803" y="68046"/>
                  </a:lnTo>
                  <a:lnTo>
                    <a:pt x="781850" y="73228"/>
                  </a:lnTo>
                  <a:lnTo>
                    <a:pt x="777735" y="79324"/>
                  </a:lnTo>
                  <a:lnTo>
                    <a:pt x="776820" y="79324"/>
                  </a:lnTo>
                  <a:lnTo>
                    <a:pt x="781621" y="60121"/>
                  </a:lnTo>
                  <a:lnTo>
                    <a:pt x="763333" y="60121"/>
                  </a:lnTo>
                  <a:lnTo>
                    <a:pt x="733844" y="178079"/>
                  </a:lnTo>
                  <a:lnTo>
                    <a:pt x="752132" y="178079"/>
                  </a:lnTo>
                  <a:lnTo>
                    <a:pt x="773849" y="91211"/>
                  </a:lnTo>
                  <a:lnTo>
                    <a:pt x="776236" y="87020"/>
                  </a:lnTo>
                  <a:lnTo>
                    <a:pt x="783247" y="80314"/>
                  </a:lnTo>
                  <a:lnTo>
                    <a:pt x="787361" y="77838"/>
                  </a:lnTo>
                  <a:lnTo>
                    <a:pt x="796848" y="74637"/>
                  </a:lnTo>
                  <a:lnTo>
                    <a:pt x="801585" y="73837"/>
                  </a:lnTo>
                  <a:lnTo>
                    <a:pt x="814997" y="73837"/>
                  </a:lnTo>
                  <a:lnTo>
                    <a:pt x="820737" y="76504"/>
                  </a:lnTo>
                  <a:lnTo>
                    <a:pt x="826300" y="87172"/>
                  </a:lnTo>
                  <a:lnTo>
                    <a:pt x="826376" y="95097"/>
                  </a:lnTo>
                  <a:lnTo>
                    <a:pt x="805624" y="178079"/>
                  </a:lnTo>
                  <a:lnTo>
                    <a:pt x="823912" y="178079"/>
                  </a:lnTo>
                  <a:lnTo>
                    <a:pt x="845629" y="91211"/>
                  </a:lnTo>
                  <a:lnTo>
                    <a:pt x="872909" y="73837"/>
                  </a:lnTo>
                  <a:lnTo>
                    <a:pt x="886625" y="73837"/>
                  </a:lnTo>
                  <a:lnTo>
                    <a:pt x="892505" y="76542"/>
                  </a:lnTo>
                  <a:lnTo>
                    <a:pt x="898029" y="87363"/>
                  </a:lnTo>
                  <a:lnTo>
                    <a:pt x="898118" y="95250"/>
                  </a:lnTo>
                  <a:lnTo>
                    <a:pt x="877404" y="178079"/>
                  </a:lnTo>
                  <a:lnTo>
                    <a:pt x="895692" y="178079"/>
                  </a:lnTo>
                  <a:lnTo>
                    <a:pt x="914615" y="102412"/>
                  </a:lnTo>
                  <a:lnTo>
                    <a:pt x="916508" y="92278"/>
                  </a:lnTo>
                  <a:lnTo>
                    <a:pt x="916825" y="83362"/>
                  </a:lnTo>
                  <a:close/>
                </a:path>
                <a:path w="1410334" h="224154">
                  <a:moveTo>
                    <a:pt x="981189" y="60121"/>
                  </a:moveTo>
                  <a:lnTo>
                    <a:pt x="962901" y="60121"/>
                  </a:lnTo>
                  <a:lnTo>
                    <a:pt x="933411" y="178079"/>
                  </a:lnTo>
                  <a:lnTo>
                    <a:pt x="951699" y="178079"/>
                  </a:lnTo>
                  <a:lnTo>
                    <a:pt x="981189" y="60121"/>
                  </a:lnTo>
                  <a:close/>
                </a:path>
                <a:path w="1410334" h="224154">
                  <a:moveTo>
                    <a:pt x="994244" y="16154"/>
                  </a:moveTo>
                  <a:lnTo>
                    <a:pt x="993978" y="13677"/>
                  </a:lnTo>
                  <a:lnTo>
                    <a:pt x="991425" y="9867"/>
                  </a:lnTo>
                  <a:lnTo>
                    <a:pt x="988809" y="8915"/>
                  </a:lnTo>
                  <a:lnTo>
                    <a:pt x="981036" y="8915"/>
                  </a:lnTo>
                  <a:lnTo>
                    <a:pt x="977976" y="9867"/>
                  </a:lnTo>
                  <a:lnTo>
                    <a:pt x="973366" y="13677"/>
                  </a:lnTo>
                  <a:lnTo>
                    <a:pt x="971842" y="16154"/>
                  </a:lnTo>
                  <a:lnTo>
                    <a:pt x="969568" y="25222"/>
                  </a:lnTo>
                  <a:lnTo>
                    <a:pt x="969860" y="27698"/>
                  </a:lnTo>
                  <a:lnTo>
                    <a:pt x="972566" y="31508"/>
                  </a:lnTo>
                  <a:lnTo>
                    <a:pt x="975156" y="32461"/>
                  </a:lnTo>
                  <a:lnTo>
                    <a:pt x="982929" y="32461"/>
                  </a:lnTo>
                  <a:lnTo>
                    <a:pt x="986015" y="31508"/>
                  </a:lnTo>
                  <a:lnTo>
                    <a:pt x="990473" y="27698"/>
                  </a:lnTo>
                  <a:lnTo>
                    <a:pt x="991971" y="25222"/>
                  </a:lnTo>
                  <a:lnTo>
                    <a:pt x="994244" y="16154"/>
                  </a:lnTo>
                  <a:close/>
                </a:path>
                <a:path w="1410334" h="224154">
                  <a:moveTo>
                    <a:pt x="1103934" y="92011"/>
                  </a:moveTo>
                  <a:lnTo>
                    <a:pt x="1102918" y="85267"/>
                  </a:lnTo>
                  <a:lnTo>
                    <a:pt x="1100975" y="76581"/>
                  </a:lnTo>
                  <a:lnTo>
                    <a:pt x="1098600" y="72694"/>
                  </a:lnTo>
                  <a:lnTo>
                    <a:pt x="1096810" y="69761"/>
                  </a:lnTo>
                  <a:lnTo>
                    <a:pt x="1090434" y="64808"/>
                  </a:lnTo>
                  <a:lnTo>
                    <a:pt x="1085824" y="61937"/>
                  </a:lnTo>
                  <a:lnTo>
                    <a:pt x="1085824" y="95364"/>
                  </a:lnTo>
                  <a:lnTo>
                    <a:pt x="1085684" y="99212"/>
                  </a:lnTo>
                  <a:lnTo>
                    <a:pt x="1085646" y="100431"/>
                  </a:lnTo>
                  <a:lnTo>
                    <a:pt x="1083233" y="110045"/>
                  </a:lnTo>
                  <a:lnTo>
                    <a:pt x="1018082" y="110045"/>
                  </a:lnTo>
                  <a:lnTo>
                    <a:pt x="1048461" y="74244"/>
                  </a:lnTo>
                  <a:lnTo>
                    <a:pt x="1054709" y="72694"/>
                  </a:lnTo>
                  <a:lnTo>
                    <a:pt x="1067511" y="72694"/>
                  </a:lnTo>
                  <a:lnTo>
                    <a:pt x="1072972" y="74244"/>
                  </a:lnTo>
                  <a:lnTo>
                    <a:pt x="1072756" y="74244"/>
                  </a:lnTo>
                  <a:lnTo>
                    <a:pt x="1080668" y="79997"/>
                  </a:lnTo>
                  <a:lnTo>
                    <a:pt x="1083284" y="83972"/>
                  </a:lnTo>
                  <a:lnTo>
                    <a:pt x="1085723" y="93751"/>
                  </a:lnTo>
                  <a:lnTo>
                    <a:pt x="1085824" y="95364"/>
                  </a:lnTo>
                  <a:lnTo>
                    <a:pt x="1085824" y="61937"/>
                  </a:lnTo>
                  <a:lnTo>
                    <a:pt x="1085253" y="61569"/>
                  </a:lnTo>
                  <a:lnTo>
                    <a:pt x="1079449" y="59296"/>
                  </a:lnTo>
                  <a:lnTo>
                    <a:pt x="1079588" y="59296"/>
                  </a:lnTo>
                  <a:lnTo>
                    <a:pt x="1072654" y="57861"/>
                  </a:lnTo>
                  <a:lnTo>
                    <a:pt x="1065085" y="57378"/>
                  </a:lnTo>
                  <a:lnTo>
                    <a:pt x="1057224" y="57861"/>
                  </a:lnTo>
                  <a:lnTo>
                    <a:pt x="1022413" y="74244"/>
                  </a:lnTo>
                  <a:lnTo>
                    <a:pt x="999299" y="110045"/>
                  </a:lnTo>
                  <a:lnTo>
                    <a:pt x="993902" y="136626"/>
                  </a:lnTo>
                  <a:lnTo>
                    <a:pt x="994016" y="144475"/>
                  </a:lnTo>
                  <a:lnTo>
                    <a:pt x="1019860" y="178943"/>
                  </a:lnTo>
                  <a:lnTo>
                    <a:pt x="1034224" y="180822"/>
                  </a:lnTo>
                  <a:lnTo>
                    <a:pt x="1042403" y="180352"/>
                  </a:lnTo>
                  <a:lnTo>
                    <a:pt x="1077366" y="164820"/>
                  </a:lnTo>
                  <a:lnTo>
                    <a:pt x="1077582" y="164655"/>
                  </a:lnTo>
                  <a:lnTo>
                    <a:pt x="1082929" y="159524"/>
                  </a:lnTo>
                  <a:lnTo>
                    <a:pt x="1087602" y="153847"/>
                  </a:lnTo>
                  <a:lnTo>
                    <a:pt x="1076921" y="144475"/>
                  </a:lnTo>
                  <a:lnTo>
                    <a:pt x="1072235" y="151028"/>
                  </a:lnTo>
                  <a:lnTo>
                    <a:pt x="1066673" y="156057"/>
                  </a:lnTo>
                  <a:lnTo>
                    <a:pt x="1053795" y="163068"/>
                  </a:lnTo>
                  <a:lnTo>
                    <a:pt x="1046835" y="164820"/>
                  </a:lnTo>
                  <a:lnTo>
                    <a:pt x="1028395" y="164820"/>
                  </a:lnTo>
                  <a:lnTo>
                    <a:pt x="1012050" y="136626"/>
                  </a:lnTo>
                  <a:lnTo>
                    <a:pt x="1013307" y="129159"/>
                  </a:lnTo>
                  <a:lnTo>
                    <a:pt x="1014679" y="123672"/>
                  </a:lnTo>
                  <a:lnTo>
                    <a:pt x="1099489" y="123672"/>
                  </a:lnTo>
                  <a:lnTo>
                    <a:pt x="1101661" y="114985"/>
                  </a:lnTo>
                  <a:lnTo>
                    <a:pt x="1102664" y="110045"/>
                  </a:lnTo>
                  <a:lnTo>
                    <a:pt x="1103299" y="106870"/>
                  </a:lnTo>
                  <a:lnTo>
                    <a:pt x="1103833" y="101587"/>
                  </a:lnTo>
                  <a:lnTo>
                    <a:pt x="1103934" y="92011"/>
                  </a:lnTo>
                  <a:close/>
                </a:path>
                <a:path w="1410334" h="224154">
                  <a:moveTo>
                    <a:pt x="1218311" y="76352"/>
                  </a:moveTo>
                  <a:lnTo>
                    <a:pt x="1188300" y="57378"/>
                  </a:lnTo>
                  <a:lnTo>
                    <a:pt x="1181900" y="57378"/>
                  </a:lnTo>
                  <a:lnTo>
                    <a:pt x="1143228" y="70802"/>
                  </a:lnTo>
                  <a:lnTo>
                    <a:pt x="1129322" y="99441"/>
                  </a:lnTo>
                  <a:lnTo>
                    <a:pt x="1129461" y="105422"/>
                  </a:lnTo>
                  <a:lnTo>
                    <a:pt x="1177124" y="128625"/>
                  </a:lnTo>
                  <a:lnTo>
                    <a:pt x="1181938" y="130835"/>
                  </a:lnTo>
                  <a:lnTo>
                    <a:pt x="1186205" y="137541"/>
                  </a:lnTo>
                  <a:lnTo>
                    <a:pt x="1186700" y="141503"/>
                  </a:lnTo>
                  <a:lnTo>
                    <a:pt x="1184033" y="152171"/>
                  </a:lnTo>
                  <a:lnTo>
                    <a:pt x="1180680" y="156895"/>
                  </a:lnTo>
                  <a:lnTo>
                    <a:pt x="1170317" y="163601"/>
                  </a:lnTo>
                  <a:lnTo>
                    <a:pt x="1163840" y="165277"/>
                  </a:lnTo>
                  <a:lnTo>
                    <a:pt x="1148600" y="165277"/>
                  </a:lnTo>
                  <a:lnTo>
                    <a:pt x="1142453" y="163677"/>
                  </a:lnTo>
                  <a:lnTo>
                    <a:pt x="1132776" y="157276"/>
                  </a:lnTo>
                  <a:lnTo>
                    <a:pt x="1128776" y="152857"/>
                  </a:lnTo>
                  <a:lnTo>
                    <a:pt x="1125613" y="147218"/>
                  </a:lnTo>
                  <a:lnTo>
                    <a:pt x="1109954" y="157734"/>
                  </a:lnTo>
                  <a:lnTo>
                    <a:pt x="1143101" y="180441"/>
                  </a:lnTo>
                  <a:lnTo>
                    <a:pt x="1150810" y="180822"/>
                  </a:lnTo>
                  <a:lnTo>
                    <a:pt x="1159802" y="180822"/>
                  </a:lnTo>
                  <a:lnTo>
                    <a:pt x="1198384" y="158191"/>
                  </a:lnTo>
                  <a:lnTo>
                    <a:pt x="1205928" y="135026"/>
                  </a:lnTo>
                  <a:lnTo>
                    <a:pt x="1205001" y="127749"/>
                  </a:lnTo>
                  <a:lnTo>
                    <a:pt x="1160030" y="108280"/>
                  </a:lnTo>
                  <a:lnTo>
                    <a:pt x="1154912" y="106337"/>
                  </a:lnTo>
                  <a:lnTo>
                    <a:pt x="1148473" y="101003"/>
                  </a:lnTo>
                  <a:lnTo>
                    <a:pt x="1147572" y="96850"/>
                  </a:lnTo>
                  <a:lnTo>
                    <a:pt x="1150391" y="85572"/>
                  </a:lnTo>
                  <a:lnTo>
                    <a:pt x="1153490" y="81114"/>
                  </a:lnTo>
                  <a:lnTo>
                    <a:pt x="1163053" y="74561"/>
                  </a:lnTo>
                  <a:lnTo>
                    <a:pt x="1169174" y="72923"/>
                  </a:lnTo>
                  <a:lnTo>
                    <a:pt x="1184262" y="72923"/>
                  </a:lnTo>
                  <a:lnTo>
                    <a:pt x="1190218" y="74409"/>
                  </a:lnTo>
                  <a:lnTo>
                    <a:pt x="1198791" y="80352"/>
                  </a:lnTo>
                  <a:lnTo>
                    <a:pt x="1201775" y="83667"/>
                  </a:lnTo>
                  <a:lnTo>
                    <a:pt x="1203452" y="87325"/>
                  </a:lnTo>
                  <a:lnTo>
                    <a:pt x="1218311" y="76352"/>
                  </a:lnTo>
                  <a:close/>
                </a:path>
                <a:path w="1410334" h="224154">
                  <a:moveTo>
                    <a:pt x="1306029" y="60121"/>
                  </a:moveTo>
                  <a:lnTo>
                    <a:pt x="1280198" y="60121"/>
                  </a:lnTo>
                  <a:lnTo>
                    <a:pt x="1288364" y="27432"/>
                  </a:lnTo>
                  <a:lnTo>
                    <a:pt x="1271917" y="27432"/>
                  </a:lnTo>
                  <a:lnTo>
                    <a:pt x="1265440" y="53340"/>
                  </a:lnTo>
                  <a:lnTo>
                    <a:pt x="1264018" y="56121"/>
                  </a:lnTo>
                  <a:lnTo>
                    <a:pt x="1260322" y="59321"/>
                  </a:lnTo>
                  <a:lnTo>
                    <a:pt x="1257414" y="60121"/>
                  </a:lnTo>
                  <a:lnTo>
                    <a:pt x="1242479" y="60121"/>
                  </a:lnTo>
                  <a:lnTo>
                    <a:pt x="1238478" y="76123"/>
                  </a:lnTo>
                  <a:lnTo>
                    <a:pt x="1257909" y="76123"/>
                  </a:lnTo>
                  <a:lnTo>
                    <a:pt x="1235875" y="164287"/>
                  </a:lnTo>
                  <a:lnTo>
                    <a:pt x="1236383" y="168935"/>
                  </a:lnTo>
                  <a:lnTo>
                    <a:pt x="1241259" y="176250"/>
                  </a:lnTo>
                  <a:lnTo>
                    <a:pt x="1245603" y="178079"/>
                  </a:lnTo>
                  <a:lnTo>
                    <a:pt x="1274711" y="178079"/>
                  </a:lnTo>
                  <a:lnTo>
                    <a:pt x="1278712" y="162077"/>
                  </a:lnTo>
                  <a:lnTo>
                    <a:pt x="1254709" y="162077"/>
                  </a:lnTo>
                  <a:lnTo>
                    <a:pt x="1276197" y="76123"/>
                  </a:lnTo>
                  <a:lnTo>
                    <a:pt x="1302029" y="76123"/>
                  </a:lnTo>
                  <a:lnTo>
                    <a:pt x="1306029" y="60121"/>
                  </a:lnTo>
                  <a:close/>
                </a:path>
                <a:path w="1410334" h="224154">
                  <a:moveTo>
                    <a:pt x="1410246" y="88303"/>
                  </a:moveTo>
                  <a:lnTo>
                    <a:pt x="1410144" y="85420"/>
                  </a:lnTo>
                  <a:lnTo>
                    <a:pt x="1410093" y="84201"/>
                  </a:lnTo>
                  <a:lnTo>
                    <a:pt x="1409979" y="81153"/>
                  </a:lnTo>
                  <a:lnTo>
                    <a:pt x="1373466" y="57378"/>
                  </a:lnTo>
                  <a:lnTo>
                    <a:pt x="1365707" y="57810"/>
                  </a:lnTo>
                  <a:lnTo>
                    <a:pt x="1330617" y="74218"/>
                  </a:lnTo>
                  <a:lnTo>
                    <a:pt x="1325854" y="80467"/>
                  </a:lnTo>
                  <a:lnTo>
                    <a:pt x="1334135" y="90601"/>
                  </a:lnTo>
                  <a:lnTo>
                    <a:pt x="1334262" y="90754"/>
                  </a:lnTo>
                  <a:lnTo>
                    <a:pt x="1338795" y="85420"/>
                  </a:lnTo>
                  <a:lnTo>
                    <a:pt x="1343901" y="81153"/>
                  </a:lnTo>
                  <a:lnTo>
                    <a:pt x="1355255" y="74752"/>
                  </a:lnTo>
                  <a:lnTo>
                    <a:pt x="1361605" y="73152"/>
                  </a:lnTo>
                  <a:lnTo>
                    <a:pt x="1378064" y="73152"/>
                  </a:lnTo>
                  <a:lnTo>
                    <a:pt x="1384515" y="75361"/>
                  </a:lnTo>
                  <a:lnTo>
                    <a:pt x="1391450" y="84201"/>
                  </a:lnTo>
                  <a:lnTo>
                    <a:pt x="1392135" y="90601"/>
                  </a:lnTo>
                  <a:lnTo>
                    <a:pt x="1387132" y="110642"/>
                  </a:lnTo>
                  <a:lnTo>
                    <a:pt x="1383703" y="110642"/>
                  </a:lnTo>
                  <a:lnTo>
                    <a:pt x="1383703" y="124358"/>
                  </a:lnTo>
                  <a:lnTo>
                    <a:pt x="1364335" y="160515"/>
                  </a:lnTo>
                  <a:lnTo>
                    <a:pt x="1348473" y="165277"/>
                  </a:lnTo>
                  <a:lnTo>
                    <a:pt x="1335366" y="165277"/>
                  </a:lnTo>
                  <a:lnTo>
                    <a:pt x="1330121" y="163677"/>
                  </a:lnTo>
                  <a:lnTo>
                    <a:pt x="1323200" y="157276"/>
                  </a:lnTo>
                  <a:lnTo>
                    <a:pt x="1322222" y="152971"/>
                  </a:lnTo>
                  <a:lnTo>
                    <a:pt x="1322184" y="152781"/>
                  </a:lnTo>
                  <a:lnTo>
                    <a:pt x="1326286" y="136398"/>
                  </a:lnTo>
                  <a:lnTo>
                    <a:pt x="1329817" y="131978"/>
                  </a:lnTo>
                  <a:lnTo>
                    <a:pt x="1341107" y="125882"/>
                  </a:lnTo>
                  <a:lnTo>
                    <a:pt x="1349108" y="124358"/>
                  </a:lnTo>
                  <a:lnTo>
                    <a:pt x="1383703" y="124358"/>
                  </a:lnTo>
                  <a:lnTo>
                    <a:pt x="1383703" y="110642"/>
                  </a:lnTo>
                  <a:lnTo>
                    <a:pt x="1363814" y="110642"/>
                  </a:lnTo>
                  <a:lnTo>
                    <a:pt x="1355547" y="110896"/>
                  </a:lnTo>
                  <a:lnTo>
                    <a:pt x="1310157" y="131406"/>
                  </a:lnTo>
                  <a:lnTo>
                    <a:pt x="1303591" y="152971"/>
                  </a:lnTo>
                  <a:lnTo>
                    <a:pt x="1303718" y="157276"/>
                  </a:lnTo>
                  <a:lnTo>
                    <a:pt x="1335519" y="180822"/>
                  </a:lnTo>
                  <a:lnTo>
                    <a:pt x="1343748" y="180822"/>
                  </a:lnTo>
                  <a:lnTo>
                    <a:pt x="1351343" y="178955"/>
                  </a:lnTo>
                  <a:lnTo>
                    <a:pt x="1365250" y="171488"/>
                  </a:lnTo>
                  <a:lnTo>
                    <a:pt x="1370838" y="166039"/>
                  </a:lnTo>
                  <a:lnTo>
                    <a:pt x="1371282" y="165277"/>
                  </a:lnTo>
                  <a:lnTo>
                    <a:pt x="1375067" y="158877"/>
                  </a:lnTo>
                  <a:lnTo>
                    <a:pt x="1376032" y="158877"/>
                  </a:lnTo>
                  <a:lnTo>
                    <a:pt x="1376057" y="158572"/>
                  </a:lnTo>
                  <a:lnTo>
                    <a:pt x="1376108" y="166039"/>
                  </a:lnTo>
                  <a:lnTo>
                    <a:pt x="1376616" y="170078"/>
                  </a:lnTo>
                  <a:lnTo>
                    <a:pt x="1378102" y="172935"/>
                  </a:lnTo>
                  <a:lnTo>
                    <a:pt x="1383169" y="177050"/>
                  </a:lnTo>
                  <a:lnTo>
                    <a:pt x="1386878" y="178079"/>
                  </a:lnTo>
                  <a:lnTo>
                    <a:pt x="1402041" y="178079"/>
                  </a:lnTo>
                  <a:lnTo>
                    <a:pt x="1406042" y="162077"/>
                  </a:lnTo>
                  <a:lnTo>
                    <a:pt x="1392555" y="162077"/>
                  </a:lnTo>
                  <a:lnTo>
                    <a:pt x="1393355" y="158877"/>
                  </a:lnTo>
                  <a:lnTo>
                    <a:pt x="1395018" y="152247"/>
                  </a:lnTo>
                  <a:lnTo>
                    <a:pt x="1401991" y="124358"/>
                  </a:lnTo>
                  <a:lnTo>
                    <a:pt x="1408785" y="97155"/>
                  </a:lnTo>
                  <a:lnTo>
                    <a:pt x="1410246" y="88303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83960" y="8717660"/>
              <a:ext cx="224977" cy="17190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968398" y="8808643"/>
              <a:ext cx="161925" cy="17780"/>
            </a:xfrm>
            <a:custGeom>
              <a:avLst/>
              <a:gdLst/>
              <a:ahLst/>
              <a:cxnLst/>
              <a:rect l="l" t="t" r="r" b="b"/>
              <a:pathLst>
                <a:path w="161925" h="17779">
                  <a:moveTo>
                    <a:pt x="161848" y="0"/>
                  </a:moveTo>
                  <a:lnTo>
                    <a:pt x="0" y="0"/>
                  </a:lnTo>
                  <a:lnTo>
                    <a:pt x="0" y="17373"/>
                  </a:lnTo>
                  <a:lnTo>
                    <a:pt x="161848" y="17373"/>
                  </a:lnTo>
                  <a:lnTo>
                    <a:pt x="16184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211857" y="8766123"/>
              <a:ext cx="101726" cy="16642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344445" y="8736177"/>
              <a:ext cx="259003" cy="15339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23337" y="8766123"/>
              <a:ext cx="106527" cy="12344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98673" y="8768867"/>
              <a:ext cx="104241" cy="11795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926461" y="8766123"/>
              <a:ext cx="294208" cy="12344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8244443" y="8717660"/>
              <a:ext cx="22860" cy="169545"/>
            </a:xfrm>
            <a:custGeom>
              <a:avLst/>
              <a:gdLst/>
              <a:ahLst/>
              <a:cxnLst/>
              <a:rect l="l" t="t" r="r" b="b"/>
              <a:pathLst>
                <a:path w="22859" h="169545">
                  <a:moveTo>
                    <a:pt x="15163" y="0"/>
                  </a:moveTo>
                  <a:lnTo>
                    <a:pt x="7391" y="0"/>
                  </a:lnTo>
                  <a:lnTo>
                    <a:pt x="4572" y="952"/>
                  </a:lnTo>
                  <a:lnTo>
                    <a:pt x="914" y="4762"/>
                  </a:lnTo>
                  <a:lnTo>
                    <a:pt x="0" y="7238"/>
                  </a:lnTo>
                  <a:lnTo>
                    <a:pt x="0" y="16306"/>
                  </a:lnTo>
                  <a:lnTo>
                    <a:pt x="914" y="18783"/>
                  </a:lnTo>
                  <a:lnTo>
                    <a:pt x="4572" y="22593"/>
                  </a:lnTo>
                  <a:lnTo>
                    <a:pt x="7391" y="23545"/>
                  </a:lnTo>
                  <a:lnTo>
                    <a:pt x="15163" y="23545"/>
                  </a:lnTo>
                  <a:lnTo>
                    <a:pt x="18021" y="22593"/>
                  </a:lnTo>
                  <a:lnTo>
                    <a:pt x="21526" y="18783"/>
                  </a:lnTo>
                  <a:lnTo>
                    <a:pt x="22402" y="16306"/>
                  </a:lnTo>
                  <a:lnTo>
                    <a:pt x="22402" y="7238"/>
                  </a:lnTo>
                  <a:lnTo>
                    <a:pt x="21526" y="4762"/>
                  </a:lnTo>
                  <a:lnTo>
                    <a:pt x="18021" y="952"/>
                  </a:lnTo>
                  <a:lnTo>
                    <a:pt x="15163" y="0"/>
                  </a:lnTo>
                  <a:close/>
                </a:path>
                <a:path w="22859" h="169545">
                  <a:moveTo>
                    <a:pt x="20345" y="51206"/>
                  </a:moveTo>
                  <a:lnTo>
                    <a:pt x="2057" y="51206"/>
                  </a:lnTo>
                  <a:lnTo>
                    <a:pt x="2057" y="169163"/>
                  </a:lnTo>
                  <a:lnTo>
                    <a:pt x="20345" y="169163"/>
                  </a:lnTo>
                  <a:lnTo>
                    <a:pt x="20345" y="5120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94278" y="8766123"/>
              <a:ext cx="105384" cy="12344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25723" y="8766123"/>
              <a:ext cx="161848" cy="1207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16604" y="8766123"/>
              <a:ext cx="104012" cy="12344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792855" y="8766123"/>
              <a:ext cx="321638" cy="12344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141469" y="8766123"/>
              <a:ext cx="92125" cy="1207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61940" y="8766123"/>
              <a:ext cx="105384" cy="12344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93386" y="8766123"/>
              <a:ext cx="161848" cy="1207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582438" y="8860078"/>
              <a:ext cx="36195" cy="57150"/>
            </a:xfrm>
            <a:custGeom>
              <a:avLst/>
              <a:gdLst/>
              <a:ahLst/>
              <a:cxnLst/>
              <a:rect l="l" t="t" r="r" b="b"/>
              <a:pathLst>
                <a:path w="36195" h="57150">
                  <a:moveTo>
                    <a:pt x="27050" y="0"/>
                  </a:moveTo>
                  <a:lnTo>
                    <a:pt x="22174" y="0"/>
                  </a:lnTo>
                  <a:lnTo>
                    <a:pt x="17449" y="0"/>
                  </a:lnTo>
                  <a:lnTo>
                    <a:pt x="13944" y="1257"/>
                  </a:lnTo>
                  <a:lnTo>
                    <a:pt x="9372" y="6286"/>
                  </a:lnTo>
                  <a:lnTo>
                    <a:pt x="8229" y="9525"/>
                  </a:lnTo>
                  <a:lnTo>
                    <a:pt x="8229" y="19735"/>
                  </a:lnTo>
                  <a:lnTo>
                    <a:pt x="8953" y="22326"/>
                  </a:lnTo>
                  <a:lnTo>
                    <a:pt x="11849" y="26593"/>
                  </a:lnTo>
                  <a:lnTo>
                    <a:pt x="14097" y="28041"/>
                  </a:lnTo>
                  <a:lnTo>
                    <a:pt x="17145" y="28803"/>
                  </a:lnTo>
                  <a:lnTo>
                    <a:pt x="15925" y="34137"/>
                  </a:lnTo>
                  <a:lnTo>
                    <a:pt x="13906" y="38976"/>
                  </a:lnTo>
                  <a:lnTo>
                    <a:pt x="8267" y="47663"/>
                  </a:lnTo>
                  <a:lnTo>
                    <a:pt x="4572" y="52273"/>
                  </a:lnTo>
                  <a:lnTo>
                    <a:pt x="0" y="57150"/>
                  </a:lnTo>
                  <a:lnTo>
                    <a:pt x="15316" y="57150"/>
                  </a:lnTo>
                  <a:lnTo>
                    <a:pt x="21869" y="51511"/>
                  </a:lnTo>
                  <a:lnTo>
                    <a:pt x="26974" y="44881"/>
                  </a:lnTo>
                  <a:lnTo>
                    <a:pt x="34290" y="29641"/>
                  </a:lnTo>
                  <a:lnTo>
                    <a:pt x="36118" y="22783"/>
                  </a:lnTo>
                  <a:lnTo>
                    <a:pt x="36118" y="9525"/>
                  </a:lnTo>
                  <a:lnTo>
                    <a:pt x="35013" y="6286"/>
                  </a:lnTo>
                  <a:lnTo>
                    <a:pt x="30594" y="1257"/>
                  </a:lnTo>
                  <a:lnTo>
                    <a:pt x="2705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09082" y="8766123"/>
              <a:ext cx="92125" cy="1207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9836870" y="8717660"/>
              <a:ext cx="22860" cy="169545"/>
            </a:xfrm>
            <a:custGeom>
              <a:avLst/>
              <a:gdLst/>
              <a:ahLst/>
              <a:cxnLst/>
              <a:rect l="l" t="t" r="r" b="b"/>
              <a:pathLst>
                <a:path w="22859" h="169545">
                  <a:moveTo>
                    <a:pt x="15163" y="0"/>
                  </a:moveTo>
                  <a:lnTo>
                    <a:pt x="7391" y="0"/>
                  </a:lnTo>
                  <a:lnTo>
                    <a:pt x="4572" y="952"/>
                  </a:lnTo>
                  <a:lnTo>
                    <a:pt x="914" y="4762"/>
                  </a:lnTo>
                  <a:lnTo>
                    <a:pt x="0" y="7238"/>
                  </a:lnTo>
                  <a:lnTo>
                    <a:pt x="0" y="16306"/>
                  </a:lnTo>
                  <a:lnTo>
                    <a:pt x="914" y="18783"/>
                  </a:lnTo>
                  <a:lnTo>
                    <a:pt x="4572" y="22593"/>
                  </a:lnTo>
                  <a:lnTo>
                    <a:pt x="7391" y="23545"/>
                  </a:lnTo>
                  <a:lnTo>
                    <a:pt x="15163" y="23545"/>
                  </a:lnTo>
                  <a:lnTo>
                    <a:pt x="18021" y="22593"/>
                  </a:lnTo>
                  <a:lnTo>
                    <a:pt x="21526" y="18783"/>
                  </a:lnTo>
                  <a:lnTo>
                    <a:pt x="22402" y="16306"/>
                  </a:lnTo>
                  <a:lnTo>
                    <a:pt x="22402" y="7238"/>
                  </a:lnTo>
                  <a:lnTo>
                    <a:pt x="21526" y="4762"/>
                  </a:lnTo>
                  <a:lnTo>
                    <a:pt x="18021" y="952"/>
                  </a:lnTo>
                  <a:lnTo>
                    <a:pt x="15163" y="0"/>
                  </a:lnTo>
                  <a:close/>
                </a:path>
                <a:path w="22859" h="169545">
                  <a:moveTo>
                    <a:pt x="20345" y="51206"/>
                  </a:moveTo>
                  <a:lnTo>
                    <a:pt x="2057" y="51206"/>
                  </a:lnTo>
                  <a:lnTo>
                    <a:pt x="2057" y="169163"/>
                  </a:lnTo>
                  <a:lnTo>
                    <a:pt x="20345" y="169163"/>
                  </a:lnTo>
                  <a:lnTo>
                    <a:pt x="20345" y="51206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87390" y="8766123"/>
              <a:ext cx="104012" cy="12344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0056326" y="8717660"/>
              <a:ext cx="40005" cy="215265"/>
            </a:xfrm>
            <a:custGeom>
              <a:avLst/>
              <a:gdLst/>
              <a:ahLst/>
              <a:cxnLst/>
              <a:rect l="l" t="t" r="r" b="b"/>
              <a:pathLst>
                <a:path w="40004" h="215265">
                  <a:moveTo>
                    <a:pt x="37490" y="51206"/>
                  </a:moveTo>
                  <a:lnTo>
                    <a:pt x="19202" y="51206"/>
                  </a:lnTo>
                  <a:lnTo>
                    <a:pt x="19202" y="198881"/>
                  </a:lnTo>
                  <a:lnTo>
                    <a:pt x="0" y="198881"/>
                  </a:lnTo>
                  <a:lnTo>
                    <a:pt x="0" y="214883"/>
                  </a:lnTo>
                  <a:lnTo>
                    <a:pt x="20726" y="214883"/>
                  </a:lnTo>
                  <a:lnTo>
                    <a:pt x="27203" y="212331"/>
                  </a:lnTo>
                  <a:lnTo>
                    <a:pt x="35433" y="202120"/>
                  </a:lnTo>
                  <a:lnTo>
                    <a:pt x="37490" y="195529"/>
                  </a:lnTo>
                  <a:lnTo>
                    <a:pt x="37490" y="51206"/>
                  </a:lnTo>
                  <a:close/>
                </a:path>
                <a:path w="40004" h="215265">
                  <a:moveTo>
                    <a:pt x="32308" y="0"/>
                  </a:moveTo>
                  <a:lnTo>
                    <a:pt x="24536" y="0"/>
                  </a:lnTo>
                  <a:lnTo>
                    <a:pt x="21717" y="952"/>
                  </a:lnTo>
                  <a:lnTo>
                    <a:pt x="18059" y="4762"/>
                  </a:lnTo>
                  <a:lnTo>
                    <a:pt x="17145" y="7238"/>
                  </a:lnTo>
                  <a:lnTo>
                    <a:pt x="17145" y="16306"/>
                  </a:lnTo>
                  <a:lnTo>
                    <a:pt x="18059" y="18783"/>
                  </a:lnTo>
                  <a:lnTo>
                    <a:pt x="21717" y="22593"/>
                  </a:lnTo>
                  <a:lnTo>
                    <a:pt x="24536" y="23545"/>
                  </a:lnTo>
                  <a:lnTo>
                    <a:pt x="32308" y="23545"/>
                  </a:lnTo>
                  <a:lnTo>
                    <a:pt x="35166" y="22593"/>
                  </a:lnTo>
                  <a:lnTo>
                    <a:pt x="38671" y="18783"/>
                  </a:lnTo>
                  <a:lnTo>
                    <a:pt x="39547" y="16306"/>
                  </a:lnTo>
                  <a:lnTo>
                    <a:pt x="39547" y="7238"/>
                  </a:lnTo>
                  <a:lnTo>
                    <a:pt x="38671" y="4762"/>
                  </a:lnTo>
                  <a:lnTo>
                    <a:pt x="35166" y="952"/>
                  </a:lnTo>
                  <a:lnTo>
                    <a:pt x="3230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23992" y="8766123"/>
              <a:ext cx="104012" cy="12344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250178" y="8717660"/>
              <a:ext cx="101726" cy="17190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82080" y="8766123"/>
              <a:ext cx="104012" cy="12344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16269" y="8766123"/>
              <a:ext cx="92125" cy="1207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700062" y="8717660"/>
              <a:ext cx="101726" cy="17190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23964" y="8766123"/>
              <a:ext cx="106527" cy="12344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952665" y="8717660"/>
              <a:ext cx="101727" cy="17190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1090968" y="8860078"/>
              <a:ext cx="27940" cy="29845"/>
            </a:xfrm>
            <a:custGeom>
              <a:avLst/>
              <a:gdLst/>
              <a:ahLst/>
              <a:cxnLst/>
              <a:rect l="l" t="t" r="r" b="b"/>
              <a:pathLst>
                <a:path w="27940" h="29845">
                  <a:moveTo>
                    <a:pt x="18821" y="0"/>
                  </a:moveTo>
                  <a:lnTo>
                    <a:pt x="9220" y="0"/>
                  </a:lnTo>
                  <a:lnTo>
                    <a:pt x="5714" y="1219"/>
                  </a:lnTo>
                  <a:lnTo>
                    <a:pt x="1142" y="6095"/>
                  </a:lnTo>
                  <a:lnTo>
                    <a:pt x="0" y="9296"/>
                  </a:lnTo>
                  <a:lnTo>
                    <a:pt x="0" y="20040"/>
                  </a:lnTo>
                  <a:lnTo>
                    <a:pt x="1142" y="23202"/>
                  </a:lnTo>
                  <a:lnTo>
                    <a:pt x="5714" y="28232"/>
                  </a:lnTo>
                  <a:lnTo>
                    <a:pt x="9220" y="29489"/>
                  </a:lnTo>
                  <a:lnTo>
                    <a:pt x="13944" y="29489"/>
                  </a:lnTo>
                  <a:lnTo>
                    <a:pt x="18821" y="29489"/>
                  </a:lnTo>
                  <a:lnTo>
                    <a:pt x="22364" y="28232"/>
                  </a:lnTo>
                  <a:lnTo>
                    <a:pt x="26784" y="23202"/>
                  </a:lnTo>
                  <a:lnTo>
                    <a:pt x="27889" y="20040"/>
                  </a:lnTo>
                  <a:lnTo>
                    <a:pt x="27889" y="9296"/>
                  </a:lnTo>
                  <a:lnTo>
                    <a:pt x="26784" y="6095"/>
                  </a:lnTo>
                  <a:lnTo>
                    <a:pt x="22364" y="1219"/>
                  </a:lnTo>
                  <a:lnTo>
                    <a:pt x="18821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211211" y="8710117"/>
              <a:ext cx="461543" cy="17945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696072" y="8708745"/>
              <a:ext cx="106299" cy="223799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879638" y="8766123"/>
              <a:ext cx="101726" cy="16642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2012219" y="8717660"/>
              <a:ext cx="104775" cy="169545"/>
            </a:xfrm>
            <a:custGeom>
              <a:avLst/>
              <a:gdLst/>
              <a:ahLst/>
              <a:cxnLst/>
              <a:rect l="l" t="t" r="r" b="b"/>
              <a:pathLst>
                <a:path w="104775" h="169545">
                  <a:moveTo>
                    <a:pt x="60579" y="51206"/>
                  </a:moveTo>
                  <a:lnTo>
                    <a:pt x="47091" y="51206"/>
                  </a:lnTo>
                  <a:lnTo>
                    <a:pt x="41605" y="52235"/>
                  </a:lnTo>
                  <a:lnTo>
                    <a:pt x="19431" y="72923"/>
                  </a:lnTo>
                  <a:lnTo>
                    <a:pt x="18288" y="72923"/>
                  </a:lnTo>
                  <a:lnTo>
                    <a:pt x="18288" y="51206"/>
                  </a:lnTo>
                  <a:lnTo>
                    <a:pt x="0" y="51206"/>
                  </a:lnTo>
                  <a:lnTo>
                    <a:pt x="0" y="169164"/>
                  </a:lnTo>
                  <a:lnTo>
                    <a:pt x="18288" y="169164"/>
                  </a:lnTo>
                  <a:lnTo>
                    <a:pt x="18288" y="85344"/>
                  </a:lnTo>
                  <a:lnTo>
                    <a:pt x="19545" y="81991"/>
                  </a:lnTo>
                  <a:lnTo>
                    <a:pt x="24574" y="76200"/>
                  </a:lnTo>
                  <a:lnTo>
                    <a:pt x="28194" y="73875"/>
                  </a:lnTo>
                  <a:lnTo>
                    <a:pt x="37642" y="70370"/>
                  </a:lnTo>
                  <a:lnTo>
                    <a:pt x="43281" y="69494"/>
                  </a:lnTo>
                  <a:lnTo>
                    <a:pt x="60579" y="69494"/>
                  </a:lnTo>
                  <a:lnTo>
                    <a:pt x="60579" y="51206"/>
                  </a:lnTo>
                  <a:close/>
                </a:path>
                <a:path w="104775" h="169545">
                  <a:moveTo>
                    <a:pt x="102184" y="51206"/>
                  </a:moveTo>
                  <a:lnTo>
                    <a:pt x="83896" y="51206"/>
                  </a:lnTo>
                  <a:lnTo>
                    <a:pt x="83896" y="169164"/>
                  </a:lnTo>
                  <a:lnTo>
                    <a:pt x="102184" y="169164"/>
                  </a:lnTo>
                  <a:lnTo>
                    <a:pt x="102184" y="51206"/>
                  </a:lnTo>
                  <a:close/>
                </a:path>
                <a:path w="104775" h="169545">
                  <a:moveTo>
                    <a:pt x="104241" y="7239"/>
                  </a:moveTo>
                  <a:lnTo>
                    <a:pt x="103365" y="4762"/>
                  </a:lnTo>
                  <a:lnTo>
                    <a:pt x="99860" y="952"/>
                  </a:lnTo>
                  <a:lnTo>
                    <a:pt x="97002" y="0"/>
                  </a:lnTo>
                  <a:lnTo>
                    <a:pt x="89230" y="0"/>
                  </a:lnTo>
                  <a:lnTo>
                    <a:pt x="86410" y="952"/>
                  </a:lnTo>
                  <a:lnTo>
                    <a:pt x="82753" y="4762"/>
                  </a:lnTo>
                  <a:lnTo>
                    <a:pt x="81838" y="7239"/>
                  </a:lnTo>
                  <a:lnTo>
                    <a:pt x="81838" y="16306"/>
                  </a:lnTo>
                  <a:lnTo>
                    <a:pt x="82753" y="18783"/>
                  </a:lnTo>
                  <a:lnTo>
                    <a:pt x="86410" y="22593"/>
                  </a:lnTo>
                  <a:lnTo>
                    <a:pt x="89230" y="23545"/>
                  </a:lnTo>
                  <a:lnTo>
                    <a:pt x="97002" y="23545"/>
                  </a:lnTo>
                  <a:lnTo>
                    <a:pt x="99860" y="22593"/>
                  </a:lnTo>
                  <a:lnTo>
                    <a:pt x="103365" y="18783"/>
                  </a:lnTo>
                  <a:lnTo>
                    <a:pt x="104241" y="16306"/>
                  </a:lnTo>
                  <a:lnTo>
                    <a:pt x="104241" y="7239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2144585" y="8766123"/>
              <a:ext cx="213283" cy="12344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81415" y="8766123"/>
              <a:ext cx="104013" cy="12344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506917" y="8710117"/>
              <a:ext cx="97840" cy="17945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630587" y="8766123"/>
              <a:ext cx="92132" cy="12070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2759296" y="8708745"/>
              <a:ext cx="36195" cy="178435"/>
            </a:xfrm>
            <a:custGeom>
              <a:avLst/>
              <a:gdLst/>
              <a:ahLst/>
              <a:cxnLst/>
              <a:rect l="l" t="t" r="r" b="b"/>
              <a:pathLst>
                <a:path w="36195" h="178434">
                  <a:moveTo>
                    <a:pt x="19430" y="60121"/>
                  </a:moveTo>
                  <a:lnTo>
                    <a:pt x="1143" y="60121"/>
                  </a:lnTo>
                  <a:lnTo>
                    <a:pt x="1143" y="178079"/>
                  </a:lnTo>
                  <a:lnTo>
                    <a:pt x="19430" y="178079"/>
                  </a:lnTo>
                  <a:lnTo>
                    <a:pt x="19430" y="60121"/>
                  </a:lnTo>
                  <a:close/>
                </a:path>
                <a:path w="36195" h="178434">
                  <a:moveTo>
                    <a:pt x="19430" y="0"/>
                  </a:moveTo>
                  <a:lnTo>
                    <a:pt x="0" y="38862"/>
                  </a:lnTo>
                  <a:lnTo>
                    <a:pt x="11887" y="44348"/>
                  </a:lnTo>
                  <a:lnTo>
                    <a:pt x="36118" y="8001"/>
                  </a:lnTo>
                  <a:lnTo>
                    <a:pt x="1943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2817589" y="8717660"/>
              <a:ext cx="97154" cy="16916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2980809" y="8766123"/>
              <a:ext cx="90297" cy="12344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3093966" y="8766123"/>
              <a:ext cx="105384" cy="12344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267461" y="8717660"/>
              <a:ext cx="1182319" cy="21762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524532" y="8766123"/>
              <a:ext cx="105384" cy="12344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4655977" y="8717660"/>
              <a:ext cx="214426" cy="17190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4939212" y="8768867"/>
              <a:ext cx="104241" cy="1179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5067000" y="8717660"/>
              <a:ext cx="344728" cy="17190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441219" y="8766123"/>
              <a:ext cx="92125" cy="1207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553690" y="8708745"/>
              <a:ext cx="106298" cy="223799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15705188" y="8645525"/>
            <a:ext cx="1264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0" dirty="0">
                <a:solidFill>
                  <a:srgbClr val="8A857C"/>
                </a:solidFill>
                <a:latin typeface="Cambria"/>
                <a:cs typeface="Cambria"/>
              </a:rPr>
              <a:t>Intersect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963244" y="9041510"/>
            <a:ext cx="621030" cy="215265"/>
            <a:chOff x="963244" y="9041510"/>
            <a:chExt cx="621030" cy="215265"/>
          </a:xfrm>
        </p:grpSpPr>
        <p:pic>
          <p:nvPicPr>
            <p:cNvPr id="84" name="object 8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63244" y="9089974"/>
              <a:ext cx="106527" cy="123443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9946" y="9041510"/>
              <a:ext cx="152933" cy="214884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80998" y="9089974"/>
              <a:ext cx="104012" cy="123443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15186" y="9041510"/>
              <a:ext cx="168935" cy="169164"/>
            </a:xfrm>
            <a:prstGeom prst="rect">
              <a:avLst/>
            </a:prstGeom>
          </p:spPr>
        </p:pic>
      </p:grpSp>
      <p:pic>
        <p:nvPicPr>
          <p:cNvPr id="88" name="object 8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656359" y="9089973"/>
            <a:ext cx="90297" cy="123443"/>
          </a:xfrm>
          <a:prstGeom prst="rect">
            <a:avLst/>
          </a:prstGeom>
        </p:spPr>
      </p:pic>
      <p:grpSp>
        <p:nvGrpSpPr>
          <p:cNvPr id="89" name="object 89"/>
          <p:cNvGrpSpPr/>
          <p:nvPr/>
        </p:nvGrpSpPr>
        <p:grpSpPr>
          <a:xfrm>
            <a:off x="1817521" y="9041510"/>
            <a:ext cx="850900" cy="172085"/>
            <a:chOff x="1817521" y="9041510"/>
            <a:chExt cx="850900" cy="172085"/>
          </a:xfrm>
        </p:grpSpPr>
        <p:pic>
          <p:nvPicPr>
            <p:cNvPr id="90" name="object 9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817521" y="9092717"/>
              <a:ext cx="104241" cy="11795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945308" y="9041510"/>
              <a:ext cx="344728" cy="17190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19526" y="9089974"/>
              <a:ext cx="92125" cy="1207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440684" y="9089974"/>
              <a:ext cx="106527" cy="12344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576244" y="9092717"/>
              <a:ext cx="92125" cy="120700"/>
            </a:xfrm>
            <a:prstGeom prst="rect">
              <a:avLst/>
            </a:prstGeom>
          </p:spPr>
        </p:pic>
      </p:grpSp>
      <p:pic>
        <p:nvPicPr>
          <p:cNvPr id="95" name="object 95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749294" y="9032595"/>
            <a:ext cx="1184375" cy="180822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952499" y="590550"/>
            <a:ext cx="95250" cy="95239"/>
          </a:xfrm>
          <a:prstGeom prst="rect">
            <a:avLst/>
          </a:prstGeom>
        </p:spPr>
      </p:pic>
      <p:sp>
        <p:nvSpPr>
          <p:cNvPr id="97" name="object 97"/>
          <p:cNvSpPr txBox="1"/>
          <p:nvPr/>
        </p:nvSpPr>
        <p:spPr>
          <a:xfrm>
            <a:off x="1149350" y="454025"/>
            <a:ext cx="2211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14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ALGORITMUS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1757552" y="1902580"/>
            <a:ext cx="6910070" cy="3377565"/>
            <a:chOff x="1757552" y="1902580"/>
            <a:chExt cx="6910070" cy="3377565"/>
          </a:xfrm>
        </p:grpSpPr>
        <p:pic>
          <p:nvPicPr>
            <p:cNvPr id="100" name="object 10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775631" y="1922640"/>
              <a:ext cx="249135" cy="175831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057457" y="1912238"/>
              <a:ext cx="163201" cy="23279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2245918" y="1912238"/>
              <a:ext cx="89535" cy="183515"/>
            </a:xfrm>
            <a:custGeom>
              <a:avLst/>
              <a:gdLst/>
              <a:ahLst/>
              <a:cxnLst/>
              <a:rect l="l" t="t" r="r" b="b"/>
              <a:pathLst>
                <a:path w="89535" h="183514">
                  <a:moveTo>
                    <a:pt x="38633" y="165925"/>
                  </a:moveTo>
                  <a:lnTo>
                    <a:pt x="19812" y="165925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168656"/>
                  </a:lnTo>
                  <a:lnTo>
                    <a:pt x="1816" y="173570"/>
                  </a:lnTo>
                  <a:lnTo>
                    <a:pt x="9080" y="181330"/>
                  </a:lnTo>
                  <a:lnTo>
                    <a:pt x="14274" y="183261"/>
                  </a:lnTo>
                  <a:lnTo>
                    <a:pt x="38633" y="183261"/>
                  </a:lnTo>
                  <a:lnTo>
                    <a:pt x="38633" y="165925"/>
                  </a:lnTo>
                  <a:close/>
                </a:path>
                <a:path w="89535" h="183514">
                  <a:moveTo>
                    <a:pt x="87172" y="55473"/>
                  </a:moveTo>
                  <a:lnTo>
                    <a:pt x="67360" y="55473"/>
                  </a:lnTo>
                  <a:lnTo>
                    <a:pt x="67360" y="183261"/>
                  </a:lnTo>
                  <a:lnTo>
                    <a:pt x="87172" y="183261"/>
                  </a:lnTo>
                  <a:lnTo>
                    <a:pt x="87172" y="55473"/>
                  </a:lnTo>
                  <a:close/>
                </a:path>
                <a:path w="89535" h="183514">
                  <a:moveTo>
                    <a:pt x="89395" y="7848"/>
                  </a:moveTo>
                  <a:lnTo>
                    <a:pt x="88442" y="5168"/>
                  </a:lnTo>
                  <a:lnTo>
                    <a:pt x="84645" y="1041"/>
                  </a:lnTo>
                  <a:lnTo>
                    <a:pt x="81559" y="0"/>
                  </a:lnTo>
                  <a:lnTo>
                    <a:pt x="73139" y="0"/>
                  </a:lnTo>
                  <a:lnTo>
                    <a:pt x="70078" y="1041"/>
                  </a:lnTo>
                  <a:lnTo>
                    <a:pt x="66116" y="5168"/>
                  </a:lnTo>
                  <a:lnTo>
                    <a:pt x="65125" y="7848"/>
                  </a:lnTo>
                  <a:lnTo>
                    <a:pt x="65125" y="17665"/>
                  </a:lnTo>
                  <a:lnTo>
                    <a:pt x="66116" y="20358"/>
                  </a:lnTo>
                  <a:lnTo>
                    <a:pt x="70078" y="24485"/>
                  </a:lnTo>
                  <a:lnTo>
                    <a:pt x="73139" y="25514"/>
                  </a:lnTo>
                  <a:lnTo>
                    <a:pt x="81559" y="25514"/>
                  </a:lnTo>
                  <a:lnTo>
                    <a:pt x="84645" y="24485"/>
                  </a:lnTo>
                  <a:lnTo>
                    <a:pt x="88442" y="20358"/>
                  </a:lnTo>
                  <a:lnTo>
                    <a:pt x="89395" y="17665"/>
                  </a:lnTo>
                  <a:lnTo>
                    <a:pt x="89395" y="784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375192" y="1964740"/>
              <a:ext cx="99802" cy="130759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698126" y="1964740"/>
              <a:ext cx="97821" cy="133731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506446" y="1964740"/>
              <a:ext cx="112680" cy="133731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2828638" y="1912238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4" h="183514">
                  <a:moveTo>
                    <a:pt x="16427" y="0"/>
                  </a:moveTo>
                  <a:lnTo>
                    <a:pt x="8007" y="0"/>
                  </a:lnTo>
                  <a:lnTo>
                    <a:pt x="4953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3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3" y="24475"/>
                  </a:lnTo>
                  <a:lnTo>
                    <a:pt x="23321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21" y="5158"/>
                  </a:lnTo>
                  <a:lnTo>
                    <a:pt x="19523" y="1031"/>
                  </a:lnTo>
                  <a:lnTo>
                    <a:pt x="16427" y="0"/>
                  </a:lnTo>
                  <a:close/>
                </a:path>
                <a:path w="24764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0"/>
                  </a:lnTo>
                  <a:lnTo>
                    <a:pt x="22040" y="183260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951224" y="1912238"/>
              <a:ext cx="441064" cy="186232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424979" y="1964740"/>
              <a:ext cx="112680" cy="133731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3570338" y="1902586"/>
              <a:ext cx="105410" cy="193040"/>
            </a:xfrm>
            <a:custGeom>
              <a:avLst/>
              <a:gdLst/>
              <a:ahLst/>
              <a:cxnLst/>
              <a:rect l="l" t="t" r="r" b="b"/>
              <a:pathLst>
                <a:path w="105410" h="193039">
                  <a:moveTo>
                    <a:pt x="38633" y="175577"/>
                  </a:moveTo>
                  <a:lnTo>
                    <a:pt x="19812" y="175577"/>
                  </a:lnTo>
                  <a:lnTo>
                    <a:pt x="19812" y="9652"/>
                  </a:lnTo>
                  <a:lnTo>
                    <a:pt x="0" y="9652"/>
                  </a:lnTo>
                  <a:lnTo>
                    <a:pt x="0" y="178308"/>
                  </a:lnTo>
                  <a:lnTo>
                    <a:pt x="1816" y="183222"/>
                  </a:lnTo>
                  <a:lnTo>
                    <a:pt x="9080" y="190982"/>
                  </a:lnTo>
                  <a:lnTo>
                    <a:pt x="14287" y="192913"/>
                  </a:lnTo>
                  <a:lnTo>
                    <a:pt x="38633" y="192913"/>
                  </a:lnTo>
                  <a:lnTo>
                    <a:pt x="38633" y="175577"/>
                  </a:lnTo>
                  <a:close/>
                </a:path>
                <a:path w="105410" h="193039">
                  <a:moveTo>
                    <a:pt x="87172" y="65125"/>
                  </a:moveTo>
                  <a:lnTo>
                    <a:pt x="67360" y="65125"/>
                  </a:lnTo>
                  <a:lnTo>
                    <a:pt x="67360" y="192913"/>
                  </a:lnTo>
                  <a:lnTo>
                    <a:pt x="87172" y="192913"/>
                  </a:lnTo>
                  <a:lnTo>
                    <a:pt x="87172" y="65125"/>
                  </a:lnTo>
                  <a:close/>
                </a:path>
                <a:path w="105410" h="193039">
                  <a:moveTo>
                    <a:pt x="105257" y="8661"/>
                  </a:moveTo>
                  <a:lnTo>
                    <a:pt x="87172" y="0"/>
                  </a:lnTo>
                  <a:lnTo>
                    <a:pt x="66128" y="42100"/>
                  </a:lnTo>
                  <a:lnTo>
                    <a:pt x="79006" y="48044"/>
                  </a:lnTo>
                  <a:lnTo>
                    <a:pt x="105257" y="866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699623" y="1964740"/>
              <a:ext cx="175336" cy="130759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906410" y="1964740"/>
              <a:ext cx="112680" cy="133731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110226" y="1902580"/>
              <a:ext cx="1411203" cy="242449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5601005" y="1902586"/>
              <a:ext cx="989965" cy="242570"/>
            </a:xfrm>
            <a:custGeom>
              <a:avLst/>
              <a:gdLst/>
              <a:ahLst/>
              <a:cxnLst/>
              <a:rect l="l" t="t" r="r" b="b"/>
              <a:pathLst>
                <a:path w="989965" h="242569">
                  <a:moveTo>
                    <a:pt x="114846" y="8661"/>
                  </a:moveTo>
                  <a:lnTo>
                    <a:pt x="98933" y="0"/>
                  </a:lnTo>
                  <a:lnTo>
                    <a:pt x="67348" y="42100"/>
                  </a:lnTo>
                  <a:lnTo>
                    <a:pt x="78740" y="48044"/>
                  </a:lnTo>
                  <a:lnTo>
                    <a:pt x="114846" y="8661"/>
                  </a:lnTo>
                  <a:close/>
                </a:path>
                <a:path w="989965" h="242569">
                  <a:moveTo>
                    <a:pt x="122516" y="65125"/>
                  </a:moveTo>
                  <a:lnTo>
                    <a:pt x="102704" y="65125"/>
                  </a:lnTo>
                  <a:lnTo>
                    <a:pt x="79197" y="159156"/>
                  </a:lnTo>
                  <a:lnTo>
                    <a:pt x="76555" y="163779"/>
                  </a:lnTo>
                  <a:lnTo>
                    <a:pt x="68795" y="171043"/>
                  </a:lnTo>
                  <a:lnTo>
                    <a:pt x="64287" y="173723"/>
                  </a:lnTo>
                  <a:lnTo>
                    <a:pt x="54013" y="177190"/>
                  </a:lnTo>
                  <a:lnTo>
                    <a:pt x="48806" y="178054"/>
                  </a:lnTo>
                  <a:lnTo>
                    <a:pt x="33947" y="178054"/>
                  </a:lnTo>
                  <a:lnTo>
                    <a:pt x="21031" y="158089"/>
                  </a:lnTo>
                  <a:lnTo>
                    <a:pt x="21361" y="151650"/>
                  </a:lnTo>
                  <a:lnTo>
                    <a:pt x="22898" y="143637"/>
                  </a:lnTo>
                  <a:lnTo>
                    <a:pt x="42532" y="65125"/>
                  </a:lnTo>
                  <a:lnTo>
                    <a:pt x="22720" y="65125"/>
                  </a:lnTo>
                  <a:lnTo>
                    <a:pt x="2222" y="147104"/>
                  </a:lnTo>
                  <a:lnTo>
                    <a:pt x="215" y="158089"/>
                  </a:lnTo>
                  <a:lnTo>
                    <a:pt x="88" y="163779"/>
                  </a:lnTo>
                  <a:lnTo>
                    <a:pt x="0" y="167754"/>
                  </a:lnTo>
                  <a:lnTo>
                    <a:pt x="1587" y="176098"/>
                  </a:lnTo>
                  <a:lnTo>
                    <a:pt x="4978" y="183134"/>
                  </a:lnTo>
                  <a:lnTo>
                    <a:pt x="9829" y="188582"/>
                  </a:lnTo>
                  <a:lnTo>
                    <a:pt x="9944" y="188722"/>
                  </a:lnTo>
                  <a:lnTo>
                    <a:pt x="16294" y="192697"/>
                  </a:lnTo>
                  <a:lnTo>
                    <a:pt x="24015" y="195097"/>
                  </a:lnTo>
                  <a:lnTo>
                    <a:pt x="33121" y="195884"/>
                  </a:lnTo>
                  <a:lnTo>
                    <a:pt x="40779" y="195440"/>
                  </a:lnTo>
                  <a:lnTo>
                    <a:pt x="71069" y="178054"/>
                  </a:lnTo>
                  <a:lnTo>
                    <a:pt x="74968" y="172110"/>
                  </a:lnTo>
                  <a:lnTo>
                    <a:pt x="75958" y="172110"/>
                  </a:lnTo>
                  <a:lnTo>
                    <a:pt x="70815" y="192697"/>
                  </a:lnTo>
                  <a:lnTo>
                    <a:pt x="70764" y="192913"/>
                  </a:lnTo>
                  <a:lnTo>
                    <a:pt x="90576" y="192913"/>
                  </a:lnTo>
                  <a:lnTo>
                    <a:pt x="95770" y="172110"/>
                  </a:lnTo>
                  <a:lnTo>
                    <a:pt x="122516" y="65125"/>
                  </a:lnTo>
                  <a:close/>
                </a:path>
                <a:path w="989965" h="242569">
                  <a:moveTo>
                    <a:pt x="243433" y="82715"/>
                  </a:moveTo>
                  <a:lnTo>
                    <a:pt x="210921" y="62153"/>
                  </a:lnTo>
                  <a:lnTo>
                    <a:pt x="203987" y="62153"/>
                  </a:lnTo>
                  <a:lnTo>
                    <a:pt x="162102" y="76695"/>
                  </a:lnTo>
                  <a:lnTo>
                    <a:pt x="147027" y="107721"/>
                  </a:lnTo>
                  <a:lnTo>
                    <a:pt x="147193" y="114211"/>
                  </a:lnTo>
                  <a:lnTo>
                    <a:pt x="198818" y="139344"/>
                  </a:lnTo>
                  <a:lnTo>
                    <a:pt x="204038" y="141732"/>
                  </a:lnTo>
                  <a:lnTo>
                    <a:pt x="208661" y="148996"/>
                  </a:lnTo>
                  <a:lnTo>
                    <a:pt x="209194" y="153289"/>
                  </a:lnTo>
                  <a:lnTo>
                    <a:pt x="206298" y="164846"/>
                  </a:lnTo>
                  <a:lnTo>
                    <a:pt x="202666" y="169964"/>
                  </a:lnTo>
                  <a:lnTo>
                    <a:pt x="191439" y="177228"/>
                  </a:lnTo>
                  <a:lnTo>
                    <a:pt x="184429" y="179044"/>
                  </a:lnTo>
                  <a:lnTo>
                    <a:pt x="167919" y="179044"/>
                  </a:lnTo>
                  <a:lnTo>
                    <a:pt x="161251" y="177317"/>
                  </a:lnTo>
                  <a:lnTo>
                    <a:pt x="150774" y="170383"/>
                  </a:lnTo>
                  <a:lnTo>
                    <a:pt x="146431" y="165595"/>
                  </a:lnTo>
                  <a:lnTo>
                    <a:pt x="143014" y="159486"/>
                  </a:lnTo>
                  <a:lnTo>
                    <a:pt x="126047" y="170878"/>
                  </a:lnTo>
                  <a:lnTo>
                    <a:pt x="161963" y="195465"/>
                  </a:lnTo>
                  <a:lnTo>
                    <a:pt x="170307" y="195884"/>
                  </a:lnTo>
                  <a:lnTo>
                    <a:pt x="177444" y="195592"/>
                  </a:lnTo>
                  <a:lnTo>
                    <a:pt x="221843" y="171373"/>
                  </a:lnTo>
                  <a:lnTo>
                    <a:pt x="230022" y="146278"/>
                  </a:lnTo>
                  <a:lnTo>
                    <a:pt x="229019" y="138391"/>
                  </a:lnTo>
                  <a:lnTo>
                    <a:pt x="180301" y="117297"/>
                  </a:lnTo>
                  <a:lnTo>
                    <a:pt x="174764" y="115201"/>
                  </a:lnTo>
                  <a:lnTo>
                    <a:pt x="167779" y="109423"/>
                  </a:lnTo>
                  <a:lnTo>
                    <a:pt x="166801" y="104914"/>
                  </a:lnTo>
                  <a:lnTo>
                    <a:pt x="169862" y="92697"/>
                  </a:lnTo>
                  <a:lnTo>
                    <a:pt x="173215" y="87871"/>
                  </a:lnTo>
                  <a:lnTo>
                    <a:pt x="183578" y="80772"/>
                  </a:lnTo>
                  <a:lnTo>
                    <a:pt x="190207" y="78994"/>
                  </a:lnTo>
                  <a:lnTo>
                    <a:pt x="206552" y="78994"/>
                  </a:lnTo>
                  <a:lnTo>
                    <a:pt x="213004" y="80606"/>
                  </a:lnTo>
                  <a:lnTo>
                    <a:pt x="222288" y="87045"/>
                  </a:lnTo>
                  <a:lnTo>
                    <a:pt x="225513" y="90639"/>
                  </a:lnTo>
                  <a:lnTo>
                    <a:pt x="227330" y="94602"/>
                  </a:lnTo>
                  <a:lnTo>
                    <a:pt x="243433" y="82715"/>
                  </a:lnTo>
                  <a:close/>
                </a:path>
                <a:path w="989965" h="242569">
                  <a:moveTo>
                    <a:pt x="376097" y="99682"/>
                  </a:moveTo>
                  <a:lnTo>
                    <a:pt x="374992" y="92367"/>
                  </a:lnTo>
                  <a:lnTo>
                    <a:pt x="372960" y="85699"/>
                  </a:lnTo>
                  <a:lnTo>
                    <a:pt x="370039" y="79768"/>
                  </a:lnTo>
                  <a:lnTo>
                    <a:pt x="369277" y="78752"/>
                  </a:lnTo>
                  <a:lnTo>
                    <a:pt x="366204" y="74612"/>
                  </a:lnTo>
                  <a:lnTo>
                    <a:pt x="361467" y="70205"/>
                  </a:lnTo>
                  <a:lnTo>
                    <a:pt x="356489" y="67081"/>
                  </a:lnTo>
                  <a:lnTo>
                    <a:pt x="356489" y="103314"/>
                  </a:lnTo>
                  <a:lnTo>
                    <a:pt x="356323" y="107480"/>
                  </a:lnTo>
                  <a:lnTo>
                    <a:pt x="356273" y="108800"/>
                  </a:lnTo>
                  <a:lnTo>
                    <a:pt x="353682" y="119202"/>
                  </a:lnTo>
                  <a:lnTo>
                    <a:pt x="283095" y="119202"/>
                  </a:lnTo>
                  <a:lnTo>
                    <a:pt x="316001" y="80429"/>
                  </a:lnTo>
                  <a:lnTo>
                    <a:pt x="322757" y="78752"/>
                  </a:lnTo>
                  <a:lnTo>
                    <a:pt x="336626" y="78752"/>
                  </a:lnTo>
                  <a:lnTo>
                    <a:pt x="342544" y="80429"/>
                  </a:lnTo>
                  <a:lnTo>
                    <a:pt x="342328" y="80429"/>
                  </a:lnTo>
                  <a:lnTo>
                    <a:pt x="349605" y="85699"/>
                  </a:lnTo>
                  <a:lnTo>
                    <a:pt x="350888" y="86664"/>
                  </a:lnTo>
                  <a:lnTo>
                    <a:pt x="353720" y="90970"/>
                  </a:lnTo>
                  <a:lnTo>
                    <a:pt x="356362" y="101561"/>
                  </a:lnTo>
                  <a:lnTo>
                    <a:pt x="356489" y="103314"/>
                  </a:lnTo>
                  <a:lnTo>
                    <a:pt x="356489" y="67081"/>
                  </a:lnTo>
                  <a:lnTo>
                    <a:pt x="355866" y="66687"/>
                  </a:lnTo>
                  <a:lnTo>
                    <a:pt x="349580" y="64236"/>
                  </a:lnTo>
                  <a:lnTo>
                    <a:pt x="349719" y="64236"/>
                  </a:lnTo>
                  <a:lnTo>
                    <a:pt x="342201" y="62674"/>
                  </a:lnTo>
                  <a:lnTo>
                    <a:pt x="334010" y="62153"/>
                  </a:lnTo>
                  <a:lnTo>
                    <a:pt x="325488" y="62674"/>
                  </a:lnTo>
                  <a:lnTo>
                    <a:pt x="287782" y="80429"/>
                  </a:lnTo>
                  <a:lnTo>
                    <a:pt x="262737" y="119202"/>
                  </a:lnTo>
                  <a:lnTo>
                    <a:pt x="256908" y="147866"/>
                  </a:lnTo>
                  <a:lnTo>
                    <a:pt x="257009" y="156514"/>
                  </a:lnTo>
                  <a:lnTo>
                    <a:pt x="278422" y="191300"/>
                  </a:lnTo>
                  <a:lnTo>
                    <a:pt x="300570" y="195884"/>
                  </a:lnTo>
                  <a:lnTo>
                    <a:pt x="309435" y="195376"/>
                  </a:lnTo>
                  <a:lnTo>
                    <a:pt x="347306" y="178549"/>
                  </a:lnTo>
                  <a:lnTo>
                    <a:pt x="347548" y="178371"/>
                  </a:lnTo>
                  <a:lnTo>
                    <a:pt x="353339" y="172808"/>
                  </a:lnTo>
                  <a:lnTo>
                    <a:pt x="358406" y="166662"/>
                  </a:lnTo>
                  <a:lnTo>
                    <a:pt x="346824" y="156514"/>
                  </a:lnTo>
                  <a:lnTo>
                    <a:pt x="341744" y="163614"/>
                  </a:lnTo>
                  <a:lnTo>
                    <a:pt x="335724" y="169062"/>
                  </a:lnTo>
                  <a:lnTo>
                    <a:pt x="321767" y="176657"/>
                  </a:lnTo>
                  <a:lnTo>
                    <a:pt x="314236" y="178549"/>
                  </a:lnTo>
                  <a:lnTo>
                    <a:pt x="306146" y="178549"/>
                  </a:lnTo>
                  <a:lnTo>
                    <a:pt x="276555" y="147866"/>
                  </a:lnTo>
                  <a:lnTo>
                    <a:pt x="277914" y="139915"/>
                  </a:lnTo>
                  <a:lnTo>
                    <a:pt x="279400" y="133972"/>
                  </a:lnTo>
                  <a:lnTo>
                    <a:pt x="371284" y="133972"/>
                  </a:lnTo>
                  <a:lnTo>
                    <a:pt x="373634" y="124561"/>
                  </a:lnTo>
                  <a:lnTo>
                    <a:pt x="374713" y="119202"/>
                  </a:lnTo>
                  <a:lnTo>
                    <a:pt x="375412" y="115773"/>
                  </a:lnTo>
                  <a:lnTo>
                    <a:pt x="375983" y="110045"/>
                  </a:lnTo>
                  <a:lnTo>
                    <a:pt x="376097" y="99682"/>
                  </a:lnTo>
                  <a:close/>
                </a:path>
                <a:path w="989965" h="242569">
                  <a:moveTo>
                    <a:pt x="509778" y="92125"/>
                  </a:moveTo>
                  <a:lnTo>
                    <a:pt x="478409" y="62687"/>
                  </a:lnTo>
                  <a:lnTo>
                    <a:pt x="469468" y="62153"/>
                  </a:lnTo>
                  <a:lnTo>
                    <a:pt x="456450" y="63284"/>
                  </a:lnTo>
                  <a:lnTo>
                    <a:pt x="413969" y="90068"/>
                  </a:lnTo>
                  <a:lnTo>
                    <a:pt x="395795" y="129019"/>
                  </a:lnTo>
                  <a:lnTo>
                    <a:pt x="392709" y="155092"/>
                  </a:lnTo>
                  <a:lnTo>
                    <a:pt x="392658" y="156578"/>
                  </a:lnTo>
                  <a:lnTo>
                    <a:pt x="394398" y="167411"/>
                  </a:lnTo>
                  <a:lnTo>
                    <a:pt x="394487" y="167982"/>
                  </a:lnTo>
                  <a:lnTo>
                    <a:pt x="398513" y="177622"/>
                  </a:lnTo>
                  <a:lnTo>
                    <a:pt x="436041" y="195884"/>
                  </a:lnTo>
                  <a:lnTo>
                    <a:pt x="444957" y="195376"/>
                  </a:lnTo>
                  <a:lnTo>
                    <a:pt x="481431" y="178308"/>
                  </a:lnTo>
                  <a:lnTo>
                    <a:pt x="481850" y="177965"/>
                  </a:lnTo>
                  <a:lnTo>
                    <a:pt x="487514" y="172173"/>
                  </a:lnTo>
                  <a:lnTo>
                    <a:pt x="492633" y="165671"/>
                  </a:lnTo>
                  <a:lnTo>
                    <a:pt x="480682" y="156019"/>
                  </a:lnTo>
                  <a:lnTo>
                    <a:pt x="475399" y="163283"/>
                  </a:lnTo>
                  <a:lnTo>
                    <a:pt x="469392" y="168808"/>
                  </a:lnTo>
                  <a:lnTo>
                    <a:pt x="455930" y="176403"/>
                  </a:lnTo>
                  <a:lnTo>
                    <a:pt x="448525" y="178308"/>
                  </a:lnTo>
                  <a:lnTo>
                    <a:pt x="440436" y="178308"/>
                  </a:lnTo>
                  <a:lnTo>
                    <a:pt x="412953" y="147866"/>
                  </a:lnTo>
                  <a:lnTo>
                    <a:pt x="414375" y="139915"/>
                  </a:lnTo>
                  <a:lnTo>
                    <a:pt x="425907" y="102806"/>
                  </a:lnTo>
                  <a:lnTo>
                    <a:pt x="465074" y="79743"/>
                  </a:lnTo>
                  <a:lnTo>
                    <a:pt x="472833" y="79743"/>
                  </a:lnTo>
                  <a:lnTo>
                    <a:pt x="478942" y="81559"/>
                  </a:lnTo>
                  <a:lnTo>
                    <a:pt x="487857" y="88823"/>
                  </a:lnTo>
                  <a:lnTo>
                    <a:pt x="490423" y="93941"/>
                  </a:lnTo>
                  <a:lnTo>
                    <a:pt x="491083" y="100545"/>
                  </a:lnTo>
                  <a:lnTo>
                    <a:pt x="509778" y="92125"/>
                  </a:lnTo>
                  <a:close/>
                </a:path>
                <a:path w="989965" h="242569">
                  <a:moveTo>
                    <a:pt x="522351" y="9156"/>
                  </a:moveTo>
                  <a:lnTo>
                    <a:pt x="513372" y="1485"/>
                  </a:lnTo>
                  <a:lnTo>
                    <a:pt x="477151" y="30454"/>
                  </a:lnTo>
                  <a:lnTo>
                    <a:pt x="455422" y="1485"/>
                  </a:lnTo>
                  <a:lnTo>
                    <a:pt x="442607" y="9156"/>
                  </a:lnTo>
                  <a:lnTo>
                    <a:pt x="461238" y="44577"/>
                  </a:lnTo>
                  <a:lnTo>
                    <a:pt x="486003" y="44577"/>
                  </a:lnTo>
                  <a:lnTo>
                    <a:pt x="500494" y="30454"/>
                  </a:lnTo>
                  <a:lnTo>
                    <a:pt x="522351" y="9156"/>
                  </a:lnTo>
                  <a:close/>
                </a:path>
                <a:path w="989965" h="242569">
                  <a:moveTo>
                    <a:pt x="646290" y="65125"/>
                  </a:moveTo>
                  <a:lnTo>
                    <a:pt x="622274" y="65125"/>
                  </a:lnTo>
                  <a:lnTo>
                    <a:pt x="576402" y="104013"/>
                  </a:lnTo>
                  <a:lnTo>
                    <a:pt x="551383" y="125806"/>
                  </a:lnTo>
                  <a:lnTo>
                    <a:pt x="550392" y="125806"/>
                  </a:lnTo>
                  <a:lnTo>
                    <a:pt x="579424" y="9652"/>
                  </a:lnTo>
                  <a:lnTo>
                    <a:pt x="559612" y="9652"/>
                  </a:lnTo>
                  <a:lnTo>
                    <a:pt x="513803" y="192913"/>
                  </a:lnTo>
                  <a:lnTo>
                    <a:pt x="533615" y="192913"/>
                  </a:lnTo>
                  <a:lnTo>
                    <a:pt x="545007" y="147345"/>
                  </a:lnTo>
                  <a:lnTo>
                    <a:pt x="568972" y="127787"/>
                  </a:lnTo>
                  <a:lnTo>
                    <a:pt x="595033" y="192913"/>
                  </a:lnTo>
                  <a:lnTo>
                    <a:pt x="619048" y="192913"/>
                  </a:lnTo>
                  <a:lnTo>
                    <a:pt x="586359" y="115646"/>
                  </a:lnTo>
                  <a:lnTo>
                    <a:pt x="646290" y="65125"/>
                  </a:lnTo>
                  <a:close/>
                </a:path>
                <a:path w="989965" h="242569">
                  <a:moveTo>
                    <a:pt x="774573" y="65125"/>
                  </a:moveTo>
                  <a:lnTo>
                    <a:pt x="755015" y="65125"/>
                  </a:lnTo>
                  <a:lnTo>
                    <a:pt x="702322" y="152057"/>
                  </a:lnTo>
                  <a:lnTo>
                    <a:pt x="690194" y="172859"/>
                  </a:lnTo>
                  <a:lnTo>
                    <a:pt x="688949" y="172859"/>
                  </a:lnTo>
                  <a:lnTo>
                    <a:pt x="688213" y="152057"/>
                  </a:lnTo>
                  <a:lnTo>
                    <a:pt x="679234" y="65125"/>
                  </a:lnTo>
                  <a:lnTo>
                    <a:pt x="659422" y="65125"/>
                  </a:lnTo>
                  <a:lnTo>
                    <a:pt x="674027" y="197866"/>
                  </a:lnTo>
                  <a:lnTo>
                    <a:pt x="657567" y="225107"/>
                  </a:lnTo>
                  <a:lnTo>
                    <a:pt x="637501" y="225107"/>
                  </a:lnTo>
                  <a:lnTo>
                    <a:pt x="633171" y="242443"/>
                  </a:lnTo>
                  <a:lnTo>
                    <a:pt x="649592" y="242443"/>
                  </a:lnTo>
                  <a:lnTo>
                    <a:pt x="654697" y="241871"/>
                  </a:lnTo>
                  <a:lnTo>
                    <a:pt x="662533" y="239560"/>
                  </a:lnTo>
                  <a:lnTo>
                    <a:pt x="665975" y="237540"/>
                  </a:lnTo>
                  <a:lnTo>
                    <a:pt x="671880" y="231762"/>
                  </a:lnTo>
                  <a:lnTo>
                    <a:pt x="674903" y="227749"/>
                  </a:lnTo>
                  <a:lnTo>
                    <a:pt x="774573" y="65125"/>
                  </a:lnTo>
                  <a:close/>
                </a:path>
                <a:path w="989965" h="242569">
                  <a:moveTo>
                    <a:pt x="989647" y="108216"/>
                  </a:moveTo>
                  <a:lnTo>
                    <a:pt x="814311" y="108216"/>
                  </a:lnTo>
                  <a:lnTo>
                    <a:pt x="814311" y="127038"/>
                  </a:lnTo>
                  <a:lnTo>
                    <a:pt x="989647" y="127038"/>
                  </a:lnTo>
                  <a:lnTo>
                    <a:pt x="989647" y="108216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670405" y="1912238"/>
              <a:ext cx="110204" cy="186232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806118" y="1912238"/>
              <a:ext cx="297179" cy="232790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7140940" y="1912238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5" h="183514">
                  <a:moveTo>
                    <a:pt x="16427" y="0"/>
                  </a:moveTo>
                  <a:lnTo>
                    <a:pt x="8007" y="0"/>
                  </a:lnTo>
                  <a:lnTo>
                    <a:pt x="4952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2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2" y="24475"/>
                  </a:lnTo>
                  <a:lnTo>
                    <a:pt x="23319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19" y="5158"/>
                  </a:lnTo>
                  <a:lnTo>
                    <a:pt x="19522" y="1031"/>
                  </a:lnTo>
                  <a:lnTo>
                    <a:pt x="16427" y="0"/>
                  </a:lnTo>
                  <a:close/>
                </a:path>
                <a:path w="24765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0"/>
                  </a:lnTo>
                  <a:lnTo>
                    <a:pt x="22040" y="183260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7195671" y="1964740"/>
              <a:ext cx="237991" cy="133731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508205" y="1964740"/>
              <a:ext cx="97821" cy="133731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639707" y="1967712"/>
              <a:ext cx="99802" cy="130759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769475" y="1964740"/>
              <a:ext cx="97821" cy="133731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892804" y="1964740"/>
              <a:ext cx="112680" cy="133731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8029507" y="1912238"/>
              <a:ext cx="110204" cy="186232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181812" y="1964740"/>
              <a:ext cx="99802" cy="130759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303656" y="1902580"/>
              <a:ext cx="235762" cy="242449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8567403" y="1912238"/>
              <a:ext cx="99802" cy="183260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773650" y="2283713"/>
              <a:ext cx="110204" cy="186232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907876" y="2336215"/>
              <a:ext cx="115404" cy="133731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047303" y="2283713"/>
              <a:ext cx="110204" cy="186232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190197" y="2336215"/>
              <a:ext cx="284549" cy="133731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775631" y="2856090"/>
              <a:ext cx="117138" cy="172859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921249" y="2898190"/>
              <a:ext cx="192919" cy="133731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205304" y="2837516"/>
              <a:ext cx="347204" cy="194405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573063" y="2845688"/>
              <a:ext cx="110204" cy="186232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724129" y="2836030"/>
              <a:ext cx="99802" cy="195891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923240" y="2836030"/>
              <a:ext cx="99802" cy="195891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053008" y="2898190"/>
              <a:ext cx="97821" cy="133731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176338" y="2898190"/>
              <a:ext cx="112680" cy="133731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312298" y="2837516"/>
              <a:ext cx="105994" cy="194405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446277" y="2845688"/>
              <a:ext cx="105251" cy="183260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573073" y="2901162"/>
              <a:ext cx="99802" cy="130759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760544" y="2901162"/>
              <a:ext cx="98564" cy="127787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3886103" y="2845688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4" h="183514">
                  <a:moveTo>
                    <a:pt x="16427" y="0"/>
                  </a:moveTo>
                  <a:lnTo>
                    <a:pt x="8007" y="0"/>
                  </a:lnTo>
                  <a:lnTo>
                    <a:pt x="4953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3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2" y="24475"/>
                  </a:lnTo>
                  <a:lnTo>
                    <a:pt x="23319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19" y="5158"/>
                  </a:lnTo>
                  <a:lnTo>
                    <a:pt x="19522" y="1031"/>
                  </a:lnTo>
                  <a:lnTo>
                    <a:pt x="16427" y="0"/>
                  </a:lnTo>
                  <a:close/>
                </a:path>
                <a:path w="24764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0"/>
                  </a:lnTo>
                  <a:lnTo>
                    <a:pt x="22040" y="183260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938110" y="2898190"/>
              <a:ext cx="97821" cy="133731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055247" y="2865748"/>
              <a:ext cx="68846" cy="163201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4154802" y="2836030"/>
              <a:ext cx="39370" cy="193040"/>
            </a:xfrm>
            <a:custGeom>
              <a:avLst/>
              <a:gdLst/>
              <a:ahLst/>
              <a:cxnLst/>
              <a:rect l="l" t="t" r="r" b="b"/>
              <a:pathLst>
                <a:path w="39370" h="193039">
                  <a:moveTo>
                    <a:pt x="21050" y="65131"/>
                  </a:moveTo>
                  <a:lnTo>
                    <a:pt x="1238" y="65131"/>
                  </a:lnTo>
                  <a:lnTo>
                    <a:pt x="1238" y="192919"/>
                  </a:lnTo>
                  <a:lnTo>
                    <a:pt x="21050" y="192919"/>
                  </a:lnTo>
                  <a:lnTo>
                    <a:pt x="21050" y="65131"/>
                  </a:lnTo>
                  <a:close/>
                </a:path>
                <a:path w="39370" h="193039">
                  <a:moveTo>
                    <a:pt x="21050" y="0"/>
                  </a:moveTo>
                  <a:lnTo>
                    <a:pt x="0" y="42100"/>
                  </a:lnTo>
                  <a:lnTo>
                    <a:pt x="12877" y="48044"/>
                  </a:lnTo>
                  <a:lnTo>
                    <a:pt x="39128" y="8667"/>
                  </a:lnTo>
                  <a:lnTo>
                    <a:pt x="2105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6" name="object 146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217953" y="2898190"/>
              <a:ext cx="175336" cy="130759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424740" y="2898190"/>
              <a:ext cx="112680" cy="133731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628556" y="2898190"/>
              <a:ext cx="110204" cy="180289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772193" y="2901162"/>
              <a:ext cx="65627" cy="127787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4860852" y="2845688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4" h="183514">
                  <a:moveTo>
                    <a:pt x="16427" y="0"/>
                  </a:moveTo>
                  <a:lnTo>
                    <a:pt x="8007" y="0"/>
                  </a:lnTo>
                  <a:lnTo>
                    <a:pt x="4952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2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2" y="24475"/>
                  </a:lnTo>
                  <a:lnTo>
                    <a:pt x="23319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19" y="5158"/>
                  </a:lnTo>
                  <a:lnTo>
                    <a:pt x="19522" y="1031"/>
                  </a:lnTo>
                  <a:lnTo>
                    <a:pt x="16427" y="0"/>
                  </a:lnTo>
                  <a:close/>
                </a:path>
                <a:path w="24764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0"/>
                  </a:lnTo>
                  <a:lnTo>
                    <a:pt x="22040" y="183260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915583" y="2898190"/>
              <a:ext cx="112680" cy="133731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5048818" y="2898190"/>
              <a:ext cx="97821" cy="133731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172148" y="2898190"/>
              <a:ext cx="112680" cy="133731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308108" y="2837516"/>
              <a:ext cx="105994" cy="194405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442087" y="2898190"/>
              <a:ext cx="99802" cy="130759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5581514" y="2836030"/>
              <a:ext cx="39370" cy="193040"/>
            </a:xfrm>
            <a:custGeom>
              <a:avLst/>
              <a:gdLst/>
              <a:ahLst/>
              <a:cxnLst/>
              <a:rect l="l" t="t" r="r" b="b"/>
              <a:pathLst>
                <a:path w="39370" h="193039">
                  <a:moveTo>
                    <a:pt x="21050" y="65131"/>
                  </a:moveTo>
                  <a:lnTo>
                    <a:pt x="1238" y="65131"/>
                  </a:lnTo>
                  <a:lnTo>
                    <a:pt x="1238" y="192919"/>
                  </a:lnTo>
                  <a:lnTo>
                    <a:pt x="21050" y="192919"/>
                  </a:lnTo>
                  <a:lnTo>
                    <a:pt x="21050" y="65131"/>
                  </a:lnTo>
                  <a:close/>
                </a:path>
                <a:path w="39370" h="193039">
                  <a:moveTo>
                    <a:pt x="21050" y="0"/>
                  </a:moveTo>
                  <a:lnTo>
                    <a:pt x="0" y="42100"/>
                  </a:lnTo>
                  <a:lnTo>
                    <a:pt x="12877" y="48044"/>
                  </a:lnTo>
                  <a:lnTo>
                    <a:pt x="39128" y="8667"/>
                  </a:lnTo>
                  <a:lnTo>
                    <a:pt x="2105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7" name="object 157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5644664" y="2845688"/>
              <a:ext cx="105251" cy="183260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821485" y="2898190"/>
              <a:ext cx="97821" cy="133731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004003" y="2845688"/>
              <a:ext cx="110204" cy="186232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6156308" y="2901162"/>
              <a:ext cx="65627" cy="127787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245957" y="2901162"/>
              <a:ext cx="99802" cy="130759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387861" y="2845688"/>
              <a:ext cx="99802" cy="183260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6509705" y="2836030"/>
              <a:ext cx="115157" cy="242449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650122" y="2898190"/>
              <a:ext cx="175336" cy="130759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915355" y="2898190"/>
              <a:ext cx="115404" cy="133731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7063450" y="2845688"/>
              <a:ext cx="165677" cy="23279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259589" y="2898190"/>
              <a:ext cx="112680" cy="133731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7404959" y="2845688"/>
              <a:ext cx="183013" cy="183260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609517" y="2898190"/>
              <a:ext cx="115404" cy="133731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7757611" y="2898190"/>
              <a:ext cx="175336" cy="130759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773154" y="3212210"/>
              <a:ext cx="63646" cy="222142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856612" y="3269665"/>
              <a:ext cx="110204" cy="180289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000250" y="3272637"/>
              <a:ext cx="65627" cy="127787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2088908" y="3217163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4" h="183514">
                  <a:moveTo>
                    <a:pt x="16427" y="0"/>
                  </a:moveTo>
                  <a:lnTo>
                    <a:pt x="8007" y="0"/>
                  </a:lnTo>
                  <a:lnTo>
                    <a:pt x="4953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3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2" y="24475"/>
                  </a:lnTo>
                  <a:lnTo>
                    <a:pt x="23319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19" y="5158"/>
                  </a:lnTo>
                  <a:lnTo>
                    <a:pt x="19522" y="1031"/>
                  </a:lnTo>
                  <a:lnTo>
                    <a:pt x="16427" y="0"/>
                  </a:lnTo>
                  <a:close/>
                </a:path>
                <a:path w="24764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0"/>
                  </a:lnTo>
                  <a:lnTo>
                    <a:pt x="22040" y="183260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175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142896" y="3269665"/>
              <a:ext cx="114166" cy="133731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285295" y="3269665"/>
              <a:ext cx="175336" cy="130759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2501493" y="3217163"/>
              <a:ext cx="233286" cy="186232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2754095" y="3371449"/>
              <a:ext cx="39370" cy="62230"/>
            </a:xfrm>
            <a:custGeom>
              <a:avLst/>
              <a:gdLst/>
              <a:ahLst/>
              <a:cxnLst/>
              <a:rect l="l" t="t" r="r" b="b"/>
              <a:pathLst>
                <a:path w="39369" h="62229">
                  <a:moveTo>
                    <a:pt x="29305" y="0"/>
                  </a:moveTo>
                  <a:lnTo>
                    <a:pt x="24022" y="0"/>
                  </a:lnTo>
                  <a:lnTo>
                    <a:pt x="18903" y="0"/>
                  </a:lnTo>
                  <a:lnTo>
                    <a:pt x="15106" y="1361"/>
                  </a:lnTo>
                  <a:lnTo>
                    <a:pt x="10153" y="6809"/>
                  </a:lnTo>
                  <a:lnTo>
                    <a:pt x="8915" y="10318"/>
                  </a:lnTo>
                  <a:lnTo>
                    <a:pt x="8915" y="21380"/>
                  </a:lnTo>
                  <a:lnTo>
                    <a:pt x="9700" y="24187"/>
                  </a:lnTo>
                  <a:lnTo>
                    <a:pt x="12837" y="28809"/>
                  </a:lnTo>
                  <a:lnTo>
                    <a:pt x="15271" y="30378"/>
                  </a:lnTo>
                  <a:lnTo>
                    <a:pt x="18573" y="31203"/>
                  </a:lnTo>
                  <a:lnTo>
                    <a:pt x="17252" y="36982"/>
                  </a:lnTo>
                  <a:lnTo>
                    <a:pt x="15066" y="42223"/>
                  </a:lnTo>
                  <a:lnTo>
                    <a:pt x="8957" y="51634"/>
                  </a:lnTo>
                  <a:lnTo>
                    <a:pt x="4952" y="56629"/>
                  </a:lnTo>
                  <a:lnTo>
                    <a:pt x="0" y="61912"/>
                  </a:lnTo>
                  <a:lnTo>
                    <a:pt x="16592" y="61912"/>
                  </a:lnTo>
                  <a:lnTo>
                    <a:pt x="39128" y="24682"/>
                  </a:lnTo>
                  <a:lnTo>
                    <a:pt x="39128" y="10318"/>
                  </a:lnTo>
                  <a:lnTo>
                    <a:pt x="37932" y="6809"/>
                  </a:lnTo>
                  <a:lnTo>
                    <a:pt x="33144" y="1361"/>
                  </a:lnTo>
                  <a:lnTo>
                    <a:pt x="29305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" name="object 17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2891293" y="3217163"/>
              <a:ext cx="105251" cy="183260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021804" y="3272637"/>
              <a:ext cx="65627" cy="127787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111454" y="3272637"/>
              <a:ext cx="99802" cy="130759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368267" y="3269665"/>
              <a:ext cx="99802" cy="130759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3240479" y="3208991"/>
              <a:ext cx="98564" cy="191433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3506703" y="3217163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4" h="183514">
                  <a:moveTo>
                    <a:pt x="16427" y="0"/>
                  </a:moveTo>
                  <a:lnTo>
                    <a:pt x="8007" y="0"/>
                  </a:lnTo>
                  <a:lnTo>
                    <a:pt x="4952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2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2" y="24475"/>
                  </a:lnTo>
                  <a:lnTo>
                    <a:pt x="23319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19" y="5158"/>
                  </a:lnTo>
                  <a:lnTo>
                    <a:pt x="19522" y="1031"/>
                  </a:lnTo>
                  <a:lnTo>
                    <a:pt x="16427" y="0"/>
                  </a:lnTo>
                  <a:close/>
                </a:path>
                <a:path w="24764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0"/>
                  </a:lnTo>
                  <a:lnTo>
                    <a:pt x="22040" y="183260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5" name="object 18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561434" y="3269665"/>
              <a:ext cx="237991" cy="133731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3818742" y="3371449"/>
              <a:ext cx="39370" cy="62230"/>
            </a:xfrm>
            <a:custGeom>
              <a:avLst/>
              <a:gdLst/>
              <a:ahLst/>
              <a:cxnLst/>
              <a:rect l="l" t="t" r="r" b="b"/>
              <a:pathLst>
                <a:path w="39370" h="62229">
                  <a:moveTo>
                    <a:pt x="29305" y="0"/>
                  </a:moveTo>
                  <a:lnTo>
                    <a:pt x="24022" y="0"/>
                  </a:lnTo>
                  <a:lnTo>
                    <a:pt x="18903" y="0"/>
                  </a:lnTo>
                  <a:lnTo>
                    <a:pt x="15106" y="1361"/>
                  </a:lnTo>
                  <a:lnTo>
                    <a:pt x="10153" y="6809"/>
                  </a:lnTo>
                  <a:lnTo>
                    <a:pt x="8915" y="10318"/>
                  </a:lnTo>
                  <a:lnTo>
                    <a:pt x="8915" y="21380"/>
                  </a:lnTo>
                  <a:lnTo>
                    <a:pt x="9698" y="24187"/>
                  </a:lnTo>
                  <a:lnTo>
                    <a:pt x="12835" y="28809"/>
                  </a:lnTo>
                  <a:lnTo>
                    <a:pt x="15271" y="30378"/>
                  </a:lnTo>
                  <a:lnTo>
                    <a:pt x="18573" y="31203"/>
                  </a:lnTo>
                  <a:lnTo>
                    <a:pt x="17252" y="36982"/>
                  </a:lnTo>
                  <a:lnTo>
                    <a:pt x="15064" y="42223"/>
                  </a:lnTo>
                  <a:lnTo>
                    <a:pt x="8956" y="51634"/>
                  </a:lnTo>
                  <a:lnTo>
                    <a:pt x="4952" y="56629"/>
                  </a:lnTo>
                  <a:lnTo>
                    <a:pt x="0" y="61912"/>
                  </a:lnTo>
                  <a:lnTo>
                    <a:pt x="16592" y="61912"/>
                  </a:lnTo>
                  <a:lnTo>
                    <a:pt x="39128" y="24682"/>
                  </a:lnTo>
                  <a:lnTo>
                    <a:pt x="39128" y="10318"/>
                  </a:lnTo>
                  <a:lnTo>
                    <a:pt x="37931" y="6809"/>
                  </a:lnTo>
                  <a:lnTo>
                    <a:pt x="33143" y="1361"/>
                  </a:lnTo>
                  <a:lnTo>
                    <a:pt x="29305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3947273" y="3217163"/>
              <a:ext cx="262012" cy="186232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4237517" y="3208991"/>
              <a:ext cx="153047" cy="194405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4423255" y="3217163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4" h="183514">
                  <a:moveTo>
                    <a:pt x="16427" y="0"/>
                  </a:moveTo>
                  <a:lnTo>
                    <a:pt x="8007" y="0"/>
                  </a:lnTo>
                  <a:lnTo>
                    <a:pt x="4952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2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3" y="24475"/>
                  </a:lnTo>
                  <a:lnTo>
                    <a:pt x="23321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21" y="5158"/>
                  </a:lnTo>
                  <a:lnTo>
                    <a:pt x="19523" y="1031"/>
                  </a:lnTo>
                  <a:lnTo>
                    <a:pt x="16427" y="0"/>
                  </a:lnTo>
                  <a:close/>
                </a:path>
                <a:path w="24764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0"/>
                  </a:lnTo>
                  <a:lnTo>
                    <a:pt x="22040" y="183260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4477242" y="3269665"/>
              <a:ext cx="114166" cy="133731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676848" y="3207505"/>
              <a:ext cx="99802" cy="195891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4806617" y="3269665"/>
              <a:ext cx="97821" cy="133731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929946" y="3269665"/>
              <a:ext cx="112680" cy="133731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065906" y="3208991"/>
              <a:ext cx="105994" cy="194405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5199885" y="3212210"/>
              <a:ext cx="302875" cy="222142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5541888" y="3371449"/>
              <a:ext cx="30480" cy="32384"/>
            </a:xfrm>
            <a:custGeom>
              <a:avLst/>
              <a:gdLst/>
              <a:ahLst/>
              <a:cxnLst/>
              <a:rect l="l" t="t" r="r" b="b"/>
              <a:pathLst>
                <a:path w="30479" h="32385">
                  <a:moveTo>
                    <a:pt x="20389" y="0"/>
                  </a:moveTo>
                  <a:lnTo>
                    <a:pt x="9988" y="0"/>
                  </a:lnTo>
                  <a:lnTo>
                    <a:pt x="6191" y="1320"/>
                  </a:lnTo>
                  <a:lnTo>
                    <a:pt x="1238" y="6604"/>
                  </a:lnTo>
                  <a:lnTo>
                    <a:pt x="0" y="10071"/>
                  </a:lnTo>
                  <a:lnTo>
                    <a:pt x="0" y="21710"/>
                  </a:lnTo>
                  <a:lnTo>
                    <a:pt x="1238" y="25135"/>
                  </a:lnTo>
                  <a:lnTo>
                    <a:pt x="6191" y="30584"/>
                  </a:lnTo>
                  <a:lnTo>
                    <a:pt x="9988" y="31946"/>
                  </a:lnTo>
                  <a:lnTo>
                    <a:pt x="15106" y="31946"/>
                  </a:lnTo>
                  <a:lnTo>
                    <a:pt x="20389" y="31946"/>
                  </a:lnTo>
                  <a:lnTo>
                    <a:pt x="24229" y="30584"/>
                  </a:lnTo>
                  <a:lnTo>
                    <a:pt x="29016" y="25135"/>
                  </a:lnTo>
                  <a:lnTo>
                    <a:pt x="30213" y="21710"/>
                  </a:lnTo>
                  <a:lnTo>
                    <a:pt x="30213" y="10071"/>
                  </a:lnTo>
                  <a:lnTo>
                    <a:pt x="29016" y="6604"/>
                  </a:lnTo>
                  <a:lnTo>
                    <a:pt x="24229" y="1320"/>
                  </a:lnTo>
                  <a:lnTo>
                    <a:pt x="2038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7" name="object 197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766963" y="3786568"/>
              <a:ext cx="130263" cy="178803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918030" y="3831640"/>
              <a:ext cx="229819" cy="133730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2235517" y="3799198"/>
              <a:ext cx="1137702" cy="212731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848062" y="3831640"/>
              <a:ext cx="369246" cy="133730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249998" y="3834612"/>
              <a:ext cx="65627" cy="127787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5339647" y="3769480"/>
              <a:ext cx="39370" cy="193040"/>
            </a:xfrm>
            <a:custGeom>
              <a:avLst/>
              <a:gdLst/>
              <a:ahLst/>
              <a:cxnLst/>
              <a:rect l="l" t="t" r="r" b="b"/>
              <a:pathLst>
                <a:path w="39370" h="193039">
                  <a:moveTo>
                    <a:pt x="21050" y="65131"/>
                  </a:moveTo>
                  <a:lnTo>
                    <a:pt x="1238" y="65131"/>
                  </a:lnTo>
                  <a:lnTo>
                    <a:pt x="1238" y="192919"/>
                  </a:lnTo>
                  <a:lnTo>
                    <a:pt x="21050" y="192919"/>
                  </a:lnTo>
                  <a:lnTo>
                    <a:pt x="21050" y="65131"/>
                  </a:lnTo>
                  <a:close/>
                </a:path>
                <a:path w="39370" h="193039">
                  <a:moveTo>
                    <a:pt x="21050" y="0"/>
                  </a:moveTo>
                  <a:lnTo>
                    <a:pt x="0" y="42100"/>
                  </a:lnTo>
                  <a:lnTo>
                    <a:pt x="12877" y="48044"/>
                  </a:lnTo>
                  <a:lnTo>
                    <a:pt x="39128" y="8667"/>
                  </a:lnTo>
                  <a:lnTo>
                    <a:pt x="2105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402798" y="3831640"/>
              <a:ext cx="175336" cy="130759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5609586" y="3831640"/>
              <a:ext cx="168154" cy="163696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866399" y="3770966"/>
              <a:ext cx="105994" cy="194405"/>
            </a:xfrm>
            <a:prstGeom prst="rect">
              <a:avLst/>
            </a:prstGeom>
          </p:spPr>
        </p:pic>
        <p:sp>
          <p:nvSpPr>
            <p:cNvPr id="206" name="object 206"/>
            <p:cNvSpPr/>
            <p:nvPr/>
          </p:nvSpPr>
          <p:spPr>
            <a:xfrm>
              <a:off x="5998149" y="3779138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4" h="183514">
                  <a:moveTo>
                    <a:pt x="16427" y="0"/>
                  </a:moveTo>
                  <a:lnTo>
                    <a:pt x="8007" y="0"/>
                  </a:lnTo>
                  <a:lnTo>
                    <a:pt x="4952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2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2" y="24475"/>
                  </a:lnTo>
                  <a:lnTo>
                    <a:pt x="23319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19" y="5158"/>
                  </a:lnTo>
                  <a:lnTo>
                    <a:pt x="19522" y="1031"/>
                  </a:lnTo>
                  <a:lnTo>
                    <a:pt x="16427" y="0"/>
                  </a:lnTo>
                  <a:close/>
                </a:path>
                <a:path w="24764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0"/>
                  </a:lnTo>
                  <a:lnTo>
                    <a:pt x="22040" y="183260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7" name="object 207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120735" y="3831640"/>
              <a:ext cx="110204" cy="180289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6264371" y="3834612"/>
              <a:ext cx="65627" cy="127787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6353030" y="3779138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4" h="183514">
                  <a:moveTo>
                    <a:pt x="16427" y="0"/>
                  </a:moveTo>
                  <a:lnTo>
                    <a:pt x="8007" y="0"/>
                  </a:lnTo>
                  <a:lnTo>
                    <a:pt x="4952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2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3" y="24475"/>
                  </a:lnTo>
                  <a:lnTo>
                    <a:pt x="23321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21" y="5158"/>
                  </a:lnTo>
                  <a:lnTo>
                    <a:pt x="19523" y="1031"/>
                  </a:lnTo>
                  <a:lnTo>
                    <a:pt x="16427" y="0"/>
                  </a:lnTo>
                  <a:close/>
                </a:path>
                <a:path w="24764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0"/>
                  </a:lnTo>
                  <a:lnTo>
                    <a:pt x="22040" y="183260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0" name="object 21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407761" y="3831640"/>
              <a:ext cx="112680" cy="133730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540996" y="3831640"/>
              <a:ext cx="97821" cy="133730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664326" y="3831640"/>
              <a:ext cx="112680" cy="133730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6800286" y="3770966"/>
              <a:ext cx="105994" cy="194405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934264" y="3831640"/>
              <a:ext cx="99802" cy="130759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7073691" y="3769480"/>
              <a:ext cx="39370" cy="193040"/>
            </a:xfrm>
            <a:custGeom>
              <a:avLst/>
              <a:gdLst/>
              <a:ahLst/>
              <a:cxnLst/>
              <a:rect l="l" t="t" r="r" b="b"/>
              <a:pathLst>
                <a:path w="39370" h="193039">
                  <a:moveTo>
                    <a:pt x="21050" y="65131"/>
                  </a:moveTo>
                  <a:lnTo>
                    <a:pt x="1238" y="65131"/>
                  </a:lnTo>
                  <a:lnTo>
                    <a:pt x="1238" y="192919"/>
                  </a:lnTo>
                  <a:lnTo>
                    <a:pt x="21050" y="192919"/>
                  </a:lnTo>
                  <a:lnTo>
                    <a:pt x="21050" y="65131"/>
                  </a:lnTo>
                  <a:close/>
                </a:path>
                <a:path w="39370" h="193039">
                  <a:moveTo>
                    <a:pt x="21050" y="0"/>
                  </a:moveTo>
                  <a:lnTo>
                    <a:pt x="0" y="42100"/>
                  </a:lnTo>
                  <a:lnTo>
                    <a:pt x="12877" y="48044"/>
                  </a:lnTo>
                  <a:lnTo>
                    <a:pt x="39128" y="8667"/>
                  </a:lnTo>
                  <a:lnTo>
                    <a:pt x="2105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6" name="object 21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136842" y="3779138"/>
              <a:ext cx="105251" cy="183260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325799" y="3831640"/>
              <a:ext cx="192919" cy="133730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7541255" y="3769480"/>
              <a:ext cx="114166" cy="195891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7683653" y="3779138"/>
              <a:ext cx="38735" cy="183515"/>
            </a:xfrm>
            <a:custGeom>
              <a:avLst/>
              <a:gdLst/>
              <a:ahLst/>
              <a:cxnLst/>
              <a:rect l="l" t="t" r="r" b="b"/>
              <a:pathLst>
                <a:path w="38734" h="183514">
                  <a:moveTo>
                    <a:pt x="19811" y="0"/>
                  </a:moveTo>
                  <a:lnTo>
                    <a:pt x="0" y="0"/>
                  </a:lnTo>
                  <a:lnTo>
                    <a:pt x="0" y="168649"/>
                  </a:lnTo>
                  <a:lnTo>
                    <a:pt x="1816" y="173560"/>
                  </a:lnTo>
                  <a:lnTo>
                    <a:pt x="9080" y="181320"/>
                  </a:lnTo>
                  <a:lnTo>
                    <a:pt x="14281" y="183260"/>
                  </a:lnTo>
                  <a:lnTo>
                    <a:pt x="38633" y="183260"/>
                  </a:lnTo>
                  <a:lnTo>
                    <a:pt x="38633" y="165925"/>
                  </a:lnTo>
                  <a:lnTo>
                    <a:pt x="19811" y="165925"/>
                  </a:lnTo>
                  <a:lnTo>
                    <a:pt x="1981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0" name="object 220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7751013" y="3831640"/>
              <a:ext cx="99802" cy="130759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882267" y="3831640"/>
              <a:ext cx="112680" cy="133730"/>
            </a:xfrm>
            <a:prstGeom prst="rect">
              <a:avLst/>
            </a:prstGeom>
          </p:spPr>
        </p:pic>
        <p:sp>
          <p:nvSpPr>
            <p:cNvPr id="222" name="object 222"/>
            <p:cNvSpPr/>
            <p:nvPr/>
          </p:nvSpPr>
          <p:spPr>
            <a:xfrm>
              <a:off x="8086083" y="3779138"/>
              <a:ext cx="38735" cy="183515"/>
            </a:xfrm>
            <a:custGeom>
              <a:avLst/>
              <a:gdLst/>
              <a:ahLst/>
              <a:cxnLst/>
              <a:rect l="l" t="t" r="r" b="b"/>
              <a:pathLst>
                <a:path w="38734" h="183514">
                  <a:moveTo>
                    <a:pt x="19812" y="0"/>
                  </a:moveTo>
                  <a:lnTo>
                    <a:pt x="0" y="0"/>
                  </a:lnTo>
                  <a:lnTo>
                    <a:pt x="0" y="168649"/>
                  </a:lnTo>
                  <a:lnTo>
                    <a:pt x="1816" y="173560"/>
                  </a:lnTo>
                  <a:lnTo>
                    <a:pt x="9080" y="181320"/>
                  </a:lnTo>
                  <a:lnTo>
                    <a:pt x="14281" y="183260"/>
                  </a:lnTo>
                  <a:lnTo>
                    <a:pt x="38633" y="183260"/>
                  </a:lnTo>
                  <a:lnTo>
                    <a:pt x="38633" y="165925"/>
                  </a:lnTo>
                  <a:lnTo>
                    <a:pt x="19812" y="165925"/>
                  </a:lnTo>
                  <a:lnTo>
                    <a:pt x="19812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3" name="object 22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8144033" y="3831640"/>
              <a:ext cx="112680" cy="133730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8276526" y="3770966"/>
              <a:ext cx="98564" cy="191433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8403075" y="3769480"/>
              <a:ext cx="39370" cy="193040"/>
            </a:xfrm>
            <a:custGeom>
              <a:avLst/>
              <a:gdLst/>
              <a:ahLst/>
              <a:cxnLst/>
              <a:rect l="l" t="t" r="r" b="b"/>
              <a:pathLst>
                <a:path w="39370" h="193039">
                  <a:moveTo>
                    <a:pt x="21050" y="65131"/>
                  </a:moveTo>
                  <a:lnTo>
                    <a:pt x="1238" y="65131"/>
                  </a:lnTo>
                  <a:lnTo>
                    <a:pt x="1238" y="192919"/>
                  </a:lnTo>
                  <a:lnTo>
                    <a:pt x="21050" y="192919"/>
                  </a:lnTo>
                  <a:lnTo>
                    <a:pt x="21050" y="65131"/>
                  </a:lnTo>
                  <a:close/>
                </a:path>
                <a:path w="39370" h="193039">
                  <a:moveTo>
                    <a:pt x="21050" y="0"/>
                  </a:moveTo>
                  <a:lnTo>
                    <a:pt x="0" y="42100"/>
                  </a:lnTo>
                  <a:lnTo>
                    <a:pt x="12877" y="48044"/>
                  </a:lnTo>
                  <a:lnTo>
                    <a:pt x="39128" y="8667"/>
                  </a:lnTo>
                  <a:lnTo>
                    <a:pt x="2105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6" name="object 226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8540145" y="3834612"/>
              <a:ext cx="112928" cy="127787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773650" y="4150480"/>
              <a:ext cx="420377" cy="195891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2215410" y="4160138"/>
              <a:ext cx="187043" cy="186232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2443156" y="4180198"/>
              <a:ext cx="68846" cy="163201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2533548" y="4160138"/>
              <a:ext cx="167411" cy="232790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2798038" y="4150480"/>
              <a:ext cx="99802" cy="195891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927807" y="4212640"/>
              <a:ext cx="97821" cy="133730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3051136" y="4212640"/>
              <a:ext cx="112680" cy="133730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187096" y="4151966"/>
              <a:ext cx="105994" cy="194405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3321074" y="4160138"/>
              <a:ext cx="268204" cy="232790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687348" y="4212640"/>
              <a:ext cx="99802" cy="130759"/>
            </a:xfrm>
            <a:prstGeom prst="rect">
              <a:avLst/>
            </a:prstGeom>
          </p:spPr>
        </p:pic>
        <p:sp>
          <p:nvSpPr>
            <p:cNvPr id="237" name="object 237"/>
            <p:cNvSpPr/>
            <p:nvPr/>
          </p:nvSpPr>
          <p:spPr>
            <a:xfrm>
              <a:off x="3825784" y="4160138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4" h="183514">
                  <a:moveTo>
                    <a:pt x="16427" y="0"/>
                  </a:moveTo>
                  <a:lnTo>
                    <a:pt x="8007" y="0"/>
                  </a:lnTo>
                  <a:lnTo>
                    <a:pt x="4952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2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3" y="24475"/>
                  </a:lnTo>
                  <a:lnTo>
                    <a:pt x="23321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21" y="5158"/>
                  </a:lnTo>
                  <a:lnTo>
                    <a:pt x="19523" y="1031"/>
                  </a:lnTo>
                  <a:lnTo>
                    <a:pt x="16427" y="0"/>
                  </a:lnTo>
                  <a:close/>
                </a:path>
                <a:path w="24764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1"/>
                  </a:lnTo>
                  <a:lnTo>
                    <a:pt x="22040" y="183261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8" name="object 238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3880515" y="4212640"/>
              <a:ext cx="112680" cy="133730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084331" y="4212640"/>
              <a:ext cx="99802" cy="130759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4214842" y="4212640"/>
              <a:ext cx="114166" cy="133730"/>
            </a:xfrm>
            <a:prstGeom prst="rect">
              <a:avLst/>
            </a:prstGeom>
          </p:spPr>
        </p:pic>
        <p:sp>
          <p:nvSpPr>
            <p:cNvPr id="241" name="object 241"/>
            <p:cNvSpPr/>
            <p:nvPr/>
          </p:nvSpPr>
          <p:spPr>
            <a:xfrm>
              <a:off x="4394884" y="4160138"/>
              <a:ext cx="43180" cy="233045"/>
            </a:xfrm>
            <a:custGeom>
              <a:avLst/>
              <a:gdLst/>
              <a:ahLst/>
              <a:cxnLst/>
              <a:rect l="l" t="t" r="r" b="b"/>
              <a:pathLst>
                <a:path w="43179" h="233045">
                  <a:moveTo>
                    <a:pt x="40614" y="55473"/>
                  </a:moveTo>
                  <a:lnTo>
                    <a:pt x="20802" y="55473"/>
                  </a:lnTo>
                  <a:lnTo>
                    <a:pt x="20802" y="215455"/>
                  </a:lnTo>
                  <a:lnTo>
                    <a:pt x="0" y="215455"/>
                  </a:lnTo>
                  <a:lnTo>
                    <a:pt x="0" y="232790"/>
                  </a:lnTo>
                  <a:lnTo>
                    <a:pt x="22453" y="232790"/>
                  </a:lnTo>
                  <a:lnTo>
                    <a:pt x="29470" y="230024"/>
                  </a:lnTo>
                  <a:lnTo>
                    <a:pt x="38385" y="218963"/>
                  </a:lnTo>
                  <a:lnTo>
                    <a:pt x="40614" y="211823"/>
                  </a:lnTo>
                  <a:lnTo>
                    <a:pt x="40614" y="55473"/>
                  </a:lnTo>
                  <a:close/>
                </a:path>
                <a:path w="43179" h="233045">
                  <a:moveTo>
                    <a:pt x="35001" y="0"/>
                  </a:moveTo>
                  <a:lnTo>
                    <a:pt x="26581" y="0"/>
                  </a:lnTo>
                  <a:lnTo>
                    <a:pt x="23526" y="1031"/>
                  </a:lnTo>
                  <a:lnTo>
                    <a:pt x="19564" y="5158"/>
                  </a:lnTo>
                  <a:lnTo>
                    <a:pt x="18573" y="7842"/>
                  </a:lnTo>
                  <a:lnTo>
                    <a:pt x="18573" y="17665"/>
                  </a:lnTo>
                  <a:lnTo>
                    <a:pt x="19564" y="20347"/>
                  </a:lnTo>
                  <a:lnTo>
                    <a:pt x="23526" y="24475"/>
                  </a:lnTo>
                  <a:lnTo>
                    <a:pt x="26581" y="25507"/>
                  </a:lnTo>
                  <a:lnTo>
                    <a:pt x="35001" y="25507"/>
                  </a:lnTo>
                  <a:lnTo>
                    <a:pt x="38096" y="24475"/>
                  </a:lnTo>
                  <a:lnTo>
                    <a:pt x="41893" y="20347"/>
                  </a:lnTo>
                  <a:lnTo>
                    <a:pt x="42843" y="17665"/>
                  </a:lnTo>
                  <a:lnTo>
                    <a:pt x="42843" y="7842"/>
                  </a:lnTo>
                  <a:lnTo>
                    <a:pt x="41893" y="5158"/>
                  </a:lnTo>
                  <a:lnTo>
                    <a:pt x="38096" y="1031"/>
                  </a:lnTo>
                  <a:lnTo>
                    <a:pt x="3500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2" name="object 242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4468188" y="4160138"/>
              <a:ext cx="167411" cy="232790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733917" y="4212640"/>
              <a:ext cx="110204" cy="180289"/>
            </a:xfrm>
            <a:prstGeom prst="rect">
              <a:avLst/>
            </a:prstGeom>
          </p:spPr>
        </p:pic>
        <p:pic>
          <p:nvPicPr>
            <p:cNvPr id="244" name="object 244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877553" y="4212640"/>
              <a:ext cx="192919" cy="133730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094494" y="4160138"/>
              <a:ext cx="110204" cy="186232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5245561" y="4100950"/>
              <a:ext cx="154285" cy="242449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419658" y="4212640"/>
              <a:ext cx="112680" cy="133730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5565029" y="4212640"/>
              <a:ext cx="99802" cy="130759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5704446" y="4150486"/>
              <a:ext cx="91440" cy="196215"/>
            </a:xfrm>
            <a:custGeom>
              <a:avLst/>
              <a:gdLst/>
              <a:ahLst/>
              <a:cxnLst/>
              <a:rect l="l" t="t" r="r" b="b"/>
              <a:pathLst>
                <a:path w="91439" h="196214">
                  <a:moveTo>
                    <a:pt x="21056" y="65125"/>
                  </a:moveTo>
                  <a:lnTo>
                    <a:pt x="1244" y="65125"/>
                  </a:lnTo>
                  <a:lnTo>
                    <a:pt x="1244" y="192913"/>
                  </a:lnTo>
                  <a:lnTo>
                    <a:pt x="21056" y="192913"/>
                  </a:lnTo>
                  <a:lnTo>
                    <a:pt x="21056" y="65125"/>
                  </a:lnTo>
                  <a:close/>
                </a:path>
                <a:path w="91439" h="196214">
                  <a:moveTo>
                    <a:pt x="39128" y="8661"/>
                  </a:moveTo>
                  <a:lnTo>
                    <a:pt x="21056" y="0"/>
                  </a:lnTo>
                  <a:lnTo>
                    <a:pt x="0" y="42100"/>
                  </a:lnTo>
                  <a:lnTo>
                    <a:pt x="12877" y="48044"/>
                  </a:lnTo>
                  <a:lnTo>
                    <a:pt x="39128" y="8661"/>
                  </a:lnTo>
                  <a:close/>
                </a:path>
                <a:path w="91439" h="196214">
                  <a:moveTo>
                    <a:pt x="90893" y="174015"/>
                  </a:moveTo>
                  <a:lnTo>
                    <a:pt x="89700" y="170548"/>
                  </a:lnTo>
                  <a:lnTo>
                    <a:pt x="84912" y="165265"/>
                  </a:lnTo>
                  <a:lnTo>
                    <a:pt x="81064" y="163944"/>
                  </a:lnTo>
                  <a:lnTo>
                    <a:pt x="70662" y="163944"/>
                  </a:lnTo>
                  <a:lnTo>
                    <a:pt x="66865" y="165265"/>
                  </a:lnTo>
                  <a:lnTo>
                    <a:pt x="61912" y="170548"/>
                  </a:lnTo>
                  <a:lnTo>
                    <a:pt x="60680" y="174015"/>
                  </a:lnTo>
                  <a:lnTo>
                    <a:pt x="60680" y="185648"/>
                  </a:lnTo>
                  <a:lnTo>
                    <a:pt x="61912" y="189077"/>
                  </a:lnTo>
                  <a:lnTo>
                    <a:pt x="66865" y="194525"/>
                  </a:lnTo>
                  <a:lnTo>
                    <a:pt x="70662" y="195884"/>
                  </a:lnTo>
                  <a:lnTo>
                    <a:pt x="75780" y="195884"/>
                  </a:lnTo>
                  <a:lnTo>
                    <a:pt x="81064" y="195884"/>
                  </a:lnTo>
                  <a:lnTo>
                    <a:pt x="84912" y="194525"/>
                  </a:lnTo>
                  <a:lnTo>
                    <a:pt x="89700" y="189077"/>
                  </a:lnTo>
                  <a:lnTo>
                    <a:pt x="90893" y="185648"/>
                  </a:lnTo>
                  <a:lnTo>
                    <a:pt x="90893" y="17401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0" name="object 250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757552" y="4732515"/>
              <a:ext cx="263499" cy="175831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2049284" y="4722113"/>
              <a:ext cx="89535" cy="183515"/>
            </a:xfrm>
            <a:custGeom>
              <a:avLst/>
              <a:gdLst/>
              <a:ahLst/>
              <a:cxnLst/>
              <a:rect l="l" t="t" r="r" b="b"/>
              <a:pathLst>
                <a:path w="89535" h="183514">
                  <a:moveTo>
                    <a:pt x="38633" y="165925"/>
                  </a:moveTo>
                  <a:lnTo>
                    <a:pt x="19812" y="165925"/>
                  </a:lnTo>
                  <a:lnTo>
                    <a:pt x="19812" y="0"/>
                  </a:lnTo>
                  <a:lnTo>
                    <a:pt x="0" y="0"/>
                  </a:lnTo>
                  <a:lnTo>
                    <a:pt x="0" y="168656"/>
                  </a:lnTo>
                  <a:lnTo>
                    <a:pt x="1816" y="173570"/>
                  </a:lnTo>
                  <a:lnTo>
                    <a:pt x="9080" y="181330"/>
                  </a:lnTo>
                  <a:lnTo>
                    <a:pt x="14274" y="183261"/>
                  </a:lnTo>
                  <a:lnTo>
                    <a:pt x="38633" y="183261"/>
                  </a:lnTo>
                  <a:lnTo>
                    <a:pt x="38633" y="165925"/>
                  </a:lnTo>
                  <a:close/>
                </a:path>
                <a:path w="89535" h="183514">
                  <a:moveTo>
                    <a:pt x="87172" y="55473"/>
                  </a:moveTo>
                  <a:lnTo>
                    <a:pt x="67360" y="55473"/>
                  </a:lnTo>
                  <a:lnTo>
                    <a:pt x="67360" y="183261"/>
                  </a:lnTo>
                  <a:lnTo>
                    <a:pt x="87172" y="183261"/>
                  </a:lnTo>
                  <a:lnTo>
                    <a:pt x="87172" y="55473"/>
                  </a:lnTo>
                  <a:close/>
                </a:path>
                <a:path w="89535" h="183514">
                  <a:moveTo>
                    <a:pt x="89395" y="7848"/>
                  </a:moveTo>
                  <a:lnTo>
                    <a:pt x="88442" y="5168"/>
                  </a:lnTo>
                  <a:lnTo>
                    <a:pt x="84645" y="1041"/>
                  </a:lnTo>
                  <a:lnTo>
                    <a:pt x="81559" y="0"/>
                  </a:lnTo>
                  <a:lnTo>
                    <a:pt x="73139" y="0"/>
                  </a:lnTo>
                  <a:lnTo>
                    <a:pt x="70078" y="1041"/>
                  </a:lnTo>
                  <a:lnTo>
                    <a:pt x="66116" y="5168"/>
                  </a:lnTo>
                  <a:lnTo>
                    <a:pt x="65125" y="7848"/>
                  </a:lnTo>
                  <a:lnTo>
                    <a:pt x="65125" y="17665"/>
                  </a:lnTo>
                  <a:lnTo>
                    <a:pt x="66116" y="20358"/>
                  </a:lnTo>
                  <a:lnTo>
                    <a:pt x="70078" y="24485"/>
                  </a:lnTo>
                  <a:lnTo>
                    <a:pt x="73139" y="25514"/>
                  </a:lnTo>
                  <a:lnTo>
                    <a:pt x="81559" y="25514"/>
                  </a:lnTo>
                  <a:lnTo>
                    <a:pt x="84645" y="24485"/>
                  </a:lnTo>
                  <a:lnTo>
                    <a:pt x="88442" y="20358"/>
                  </a:lnTo>
                  <a:lnTo>
                    <a:pt x="89395" y="17665"/>
                  </a:lnTo>
                  <a:lnTo>
                    <a:pt x="89395" y="7848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2" name="object 25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169890" y="4722113"/>
              <a:ext cx="110204" cy="186232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322194" y="4774615"/>
              <a:ext cx="99802" cy="130759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2453449" y="4712455"/>
              <a:ext cx="112680" cy="195891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657264" y="4774615"/>
              <a:ext cx="110204" cy="180289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800901" y="4777587"/>
              <a:ext cx="65627" cy="127787"/>
            </a:xfrm>
            <a:prstGeom prst="rect">
              <a:avLst/>
            </a:prstGeom>
          </p:spPr>
        </p:pic>
        <p:sp>
          <p:nvSpPr>
            <p:cNvPr id="257" name="object 257"/>
            <p:cNvSpPr/>
            <p:nvPr/>
          </p:nvSpPr>
          <p:spPr>
            <a:xfrm>
              <a:off x="2889559" y="4722113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4" h="183514">
                  <a:moveTo>
                    <a:pt x="16427" y="0"/>
                  </a:moveTo>
                  <a:lnTo>
                    <a:pt x="8007" y="0"/>
                  </a:lnTo>
                  <a:lnTo>
                    <a:pt x="4952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2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3" y="24475"/>
                  </a:lnTo>
                  <a:lnTo>
                    <a:pt x="23321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21" y="5158"/>
                  </a:lnTo>
                  <a:lnTo>
                    <a:pt x="19523" y="1031"/>
                  </a:lnTo>
                  <a:lnTo>
                    <a:pt x="16427" y="0"/>
                  </a:lnTo>
                  <a:close/>
                </a:path>
                <a:path w="24764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1"/>
                  </a:lnTo>
                  <a:lnTo>
                    <a:pt x="22040" y="183261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8" name="object 25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944290" y="4774615"/>
              <a:ext cx="112680" cy="133730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077526" y="4774615"/>
              <a:ext cx="97821" cy="133730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200855" y="4774615"/>
              <a:ext cx="112680" cy="133730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336815" y="4713941"/>
              <a:ext cx="105994" cy="194405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470794" y="4774615"/>
              <a:ext cx="99802" cy="130759"/>
            </a:xfrm>
            <a:prstGeom prst="rect">
              <a:avLst/>
            </a:prstGeom>
          </p:spPr>
        </p:pic>
        <p:sp>
          <p:nvSpPr>
            <p:cNvPr id="263" name="object 263"/>
            <p:cNvSpPr/>
            <p:nvPr/>
          </p:nvSpPr>
          <p:spPr>
            <a:xfrm>
              <a:off x="3610221" y="4712455"/>
              <a:ext cx="39370" cy="193040"/>
            </a:xfrm>
            <a:custGeom>
              <a:avLst/>
              <a:gdLst/>
              <a:ahLst/>
              <a:cxnLst/>
              <a:rect l="l" t="t" r="r" b="b"/>
              <a:pathLst>
                <a:path w="39370" h="193039">
                  <a:moveTo>
                    <a:pt x="21050" y="65131"/>
                  </a:moveTo>
                  <a:lnTo>
                    <a:pt x="1238" y="65131"/>
                  </a:lnTo>
                  <a:lnTo>
                    <a:pt x="1238" y="192919"/>
                  </a:lnTo>
                  <a:lnTo>
                    <a:pt x="21050" y="192919"/>
                  </a:lnTo>
                  <a:lnTo>
                    <a:pt x="21050" y="65131"/>
                  </a:lnTo>
                  <a:close/>
                </a:path>
                <a:path w="39370" h="193039">
                  <a:moveTo>
                    <a:pt x="21050" y="0"/>
                  </a:moveTo>
                  <a:lnTo>
                    <a:pt x="0" y="42100"/>
                  </a:lnTo>
                  <a:lnTo>
                    <a:pt x="12877" y="48044"/>
                  </a:lnTo>
                  <a:lnTo>
                    <a:pt x="39128" y="8667"/>
                  </a:lnTo>
                  <a:lnTo>
                    <a:pt x="2105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4" name="object 264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3673372" y="4722113"/>
              <a:ext cx="228828" cy="232790"/>
            </a:xfrm>
            <a:prstGeom prst="rect">
              <a:avLst/>
            </a:prstGeom>
          </p:spPr>
        </p:pic>
        <p:pic>
          <p:nvPicPr>
            <p:cNvPr id="265" name="object 26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3985906" y="4774615"/>
              <a:ext cx="110204" cy="180289"/>
            </a:xfrm>
            <a:prstGeom prst="rect">
              <a:avLst/>
            </a:prstGeom>
          </p:spPr>
        </p:pic>
        <p:pic>
          <p:nvPicPr>
            <p:cNvPr id="266" name="object 26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129543" y="4777587"/>
              <a:ext cx="65627" cy="127787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4218202" y="4722113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4" h="183514">
                  <a:moveTo>
                    <a:pt x="16427" y="0"/>
                  </a:moveTo>
                  <a:lnTo>
                    <a:pt x="8007" y="0"/>
                  </a:lnTo>
                  <a:lnTo>
                    <a:pt x="4952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2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2" y="24475"/>
                  </a:lnTo>
                  <a:lnTo>
                    <a:pt x="23319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19" y="5158"/>
                  </a:lnTo>
                  <a:lnTo>
                    <a:pt x="19522" y="1031"/>
                  </a:lnTo>
                  <a:lnTo>
                    <a:pt x="16427" y="0"/>
                  </a:lnTo>
                  <a:close/>
                </a:path>
                <a:path w="24764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1"/>
                  </a:lnTo>
                  <a:lnTo>
                    <a:pt x="22040" y="183261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8" name="object 26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273675" y="4722113"/>
              <a:ext cx="110204" cy="186232"/>
            </a:xfrm>
            <a:prstGeom prst="rect">
              <a:avLst/>
            </a:prstGeom>
          </p:spPr>
        </p:pic>
        <p:pic>
          <p:nvPicPr>
            <p:cNvPr id="269" name="object 269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4415825" y="4712455"/>
              <a:ext cx="114166" cy="195891"/>
            </a:xfrm>
            <a:prstGeom prst="rect">
              <a:avLst/>
            </a:prstGeom>
          </p:spPr>
        </p:pic>
        <p:pic>
          <p:nvPicPr>
            <p:cNvPr id="270" name="object 27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4558224" y="4774615"/>
              <a:ext cx="175336" cy="130759"/>
            </a:xfrm>
            <a:prstGeom prst="rect">
              <a:avLst/>
            </a:prstGeom>
          </p:spPr>
        </p:pic>
        <p:pic>
          <p:nvPicPr>
            <p:cNvPr id="271" name="object 271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4765012" y="4774615"/>
              <a:ext cx="112680" cy="133730"/>
            </a:xfrm>
            <a:prstGeom prst="rect">
              <a:avLst/>
            </a:prstGeom>
          </p:spPr>
        </p:pic>
        <p:pic>
          <p:nvPicPr>
            <p:cNvPr id="272" name="object 27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960160" y="4722113"/>
              <a:ext cx="110204" cy="186232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103054" y="4774615"/>
              <a:ext cx="115404" cy="133730"/>
            </a:xfrm>
            <a:prstGeom prst="rect">
              <a:avLst/>
            </a:prstGeom>
          </p:spPr>
        </p:pic>
        <p:pic>
          <p:nvPicPr>
            <p:cNvPr id="274" name="object 274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5293001" y="4712455"/>
              <a:ext cx="346710" cy="242449"/>
            </a:xfrm>
            <a:prstGeom prst="rect">
              <a:avLst/>
            </a:prstGeom>
          </p:spPr>
        </p:pic>
        <p:sp>
          <p:nvSpPr>
            <p:cNvPr id="275" name="object 275"/>
            <p:cNvSpPr/>
            <p:nvPr/>
          </p:nvSpPr>
          <p:spPr>
            <a:xfrm>
              <a:off x="5674630" y="4722113"/>
              <a:ext cx="38735" cy="183515"/>
            </a:xfrm>
            <a:custGeom>
              <a:avLst/>
              <a:gdLst/>
              <a:ahLst/>
              <a:cxnLst/>
              <a:rect l="l" t="t" r="r" b="b"/>
              <a:pathLst>
                <a:path w="38735" h="183514">
                  <a:moveTo>
                    <a:pt x="19812" y="0"/>
                  </a:moveTo>
                  <a:lnTo>
                    <a:pt x="0" y="0"/>
                  </a:lnTo>
                  <a:lnTo>
                    <a:pt x="0" y="168649"/>
                  </a:lnTo>
                  <a:lnTo>
                    <a:pt x="1816" y="173560"/>
                  </a:lnTo>
                  <a:lnTo>
                    <a:pt x="9080" y="181320"/>
                  </a:lnTo>
                  <a:lnTo>
                    <a:pt x="14281" y="183261"/>
                  </a:lnTo>
                  <a:lnTo>
                    <a:pt x="38633" y="183261"/>
                  </a:lnTo>
                  <a:lnTo>
                    <a:pt x="38633" y="165925"/>
                  </a:lnTo>
                  <a:lnTo>
                    <a:pt x="19812" y="165925"/>
                  </a:lnTo>
                  <a:lnTo>
                    <a:pt x="19812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6" name="object 276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5732579" y="4774615"/>
              <a:ext cx="112680" cy="133730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5869282" y="4722113"/>
              <a:ext cx="110204" cy="186232"/>
            </a:xfrm>
            <a:prstGeom prst="rect">
              <a:avLst/>
            </a:prstGeom>
          </p:spPr>
        </p:pic>
        <p:pic>
          <p:nvPicPr>
            <p:cNvPr id="278" name="object 27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021586" y="4722113"/>
              <a:ext cx="105251" cy="183261"/>
            </a:xfrm>
            <a:prstGeom prst="rect">
              <a:avLst/>
            </a:prstGeom>
          </p:spPr>
        </p:pic>
        <p:pic>
          <p:nvPicPr>
            <p:cNvPr id="279" name="object 27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148383" y="4777587"/>
              <a:ext cx="99802" cy="130759"/>
            </a:xfrm>
            <a:prstGeom prst="rect">
              <a:avLst/>
            </a:prstGeom>
          </p:spPr>
        </p:pic>
        <p:sp>
          <p:nvSpPr>
            <p:cNvPr id="280" name="object 280"/>
            <p:cNvSpPr/>
            <p:nvPr/>
          </p:nvSpPr>
          <p:spPr>
            <a:xfrm>
              <a:off x="6336597" y="4820678"/>
              <a:ext cx="175895" cy="19050"/>
            </a:xfrm>
            <a:custGeom>
              <a:avLst/>
              <a:gdLst/>
              <a:ahLst/>
              <a:cxnLst/>
              <a:rect l="l" t="t" r="r" b="b"/>
              <a:pathLst>
                <a:path w="175895" h="19050">
                  <a:moveTo>
                    <a:pt x="175336" y="0"/>
                  </a:moveTo>
                  <a:lnTo>
                    <a:pt x="0" y="0"/>
                  </a:lnTo>
                  <a:lnTo>
                    <a:pt x="0" y="18821"/>
                  </a:lnTo>
                  <a:lnTo>
                    <a:pt x="175336" y="18821"/>
                  </a:lnTo>
                  <a:lnTo>
                    <a:pt x="175336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1" name="object 281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6590191" y="4774615"/>
              <a:ext cx="114166" cy="133730"/>
            </a:xfrm>
            <a:prstGeom prst="rect">
              <a:avLst/>
            </a:prstGeom>
          </p:spPr>
        </p:pic>
        <p:pic>
          <p:nvPicPr>
            <p:cNvPr id="282" name="object 282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6774442" y="4777587"/>
              <a:ext cx="112928" cy="127787"/>
            </a:xfrm>
            <a:prstGeom prst="rect">
              <a:avLst/>
            </a:prstGeom>
          </p:spPr>
        </p:pic>
        <p:pic>
          <p:nvPicPr>
            <p:cNvPr id="283" name="object 283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6912879" y="4712455"/>
              <a:ext cx="277119" cy="195891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7219717" y="4722113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5" h="183514">
                  <a:moveTo>
                    <a:pt x="16427" y="0"/>
                  </a:moveTo>
                  <a:lnTo>
                    <a:pt x="8007" y="0"/>
                  </a:lnTo>
                  <a:lnTo>
                    <a:pt x="4952" y="1031"/>
                  </a:lnTo>
                  <a:lnTo>
                    <a:pt x="990" y="5158"/>
                  </a:lnTo>
                  <a:lnTo>
                    <a:pt x="0" y="7842"/>
                  </a:lnTo>
                  <a:lnTo>
                    <a:pt x="0" y="17665"/>
                  </a:lnTo>
                  <a:lnTo>
                    <a:pt x="990" y="20347"/>
                  </a:lnTo>
                  <a:lnTo>
                    <a:pt x="4952" y="24475"/>
                  </a:lnTo>
                  <a:lnTo>
                    <a:pt x="8007" y="25507"/>
                  </a:lnTo>
                  <a:lnTo>
                    <a:pt x="16427" y="25507"/>
                  </a:lnTo>
                  <a:lnTo>
                    <a:pt x="19522" y="24475"/>
                  </a:lnTo>
                  <a:lnTo>
                    <a:pt x="23319" y="20347"/>
                  </a:lnTo>
                  <a:lnTo>
                    <a:pt x="24269" y="17665"/>
                  </a:lnTo>
                  <a:lnTo>
                    <a:pt x="24269" y="7842"/>
                  </a:lnTo>
                  <a:lnTo>
                    <a:pt x="23319" y="5158"/>
                  </a:lnTo>
                  <a:lnTo>
                    <a:pt x="19522" y="1031"/>
                  </a:lnTo>
                  <a:lnTo>
                    <a:pt x="16427" y="0"/>
                  </a:lnTo>
                  <a:close/>
                </a:path>
                <a:path w="24765" h="183514">
                  <a:moveTo>
                    <a:pt x="22040" y="55473"/>
                  </a:moveTo>
                  <a:lnTo>
                    <a:pt x="2228" y="55473"/>
                  </a:lnTo>
                  <a:lnTo>
                    <a:pt x="2228" y="183261"/>
                  </a:lnTo>
                  <a:lnTo>
                    <a:pt x="22040" y="183261"/>
                  </a:lnTo>
                  <a:lnTo>
                    <a:pt x="22040" y="5547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5" name="object 28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283859" y="4774615"/>
              <a:ext cx="175336" cy="130759"/>
            </a:xfrm>
            <a:prstGeom prst="rect">
              <a:avLst/>
            </a:prstGeom>
          </p:spPr>
        </p:pic>
        <p:pic>
          <p:nvPicPr>
            <p:cNvPr id="286" name="object 286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7490646" y="4774615"/>
              <a:ext cx="112680" cy="133730"/>
            </a:xfrm>
            <a:prstGeom prst="rect">
              <a:avLst/>
            </a:prstGeom>
          </p:spPr>
        </p:pic>
        <p:pic>
          <p:nvPicPr>
            <p:cNvPr id="287" name="object 287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7685050" y="4774615"/>
              <a:ext cx="235762" cy="133730"/>
            </a:xfrm>
            <a:prstGeom prst="rect">
              <a:avLst/>
            </a:prstGeom>
          </p:spPr>
        </p:pic>
        <p:pic>
          <p:nvPicPr>
            <p:cNvPr id="288" name="object 288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7953503" y="4712455"/>
              <a:ext cx="163201" cy="242449"/>
            </a:xfrm>
            <a:prstGeom prst="rect">
              <a:avLst/>
            </a:prstGeom>
          </p:spPr>
        </p:pic>
        <p:pic>
          <p:nvPicPr>
            <p:cNvPr id="289" name="object 289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760772" y="5146090"/>
              <a:ext cx="348443" cy="133730"/>
            </a:xfrm>
            <a:prstGeom prst="rect">
              <a:avLst/>
            </a:prstGeom>
          </p:spPr>
        </p:pic>
        <p:pic>
          <p:nvPicPr>
            <p:cNvPr id="290" name="object 29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138438" y="5146090"/>
              <a:ext cx="99802" cy="130759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268950" y="5146090"/>
              <a:ext cx="114166" cy="133730"/>
            </a:xfrm>
            <a:prstGeom prst="rect">
              <a:avLst/>
            </a:prstGeom>
          </p:spPr>
        </p:pic>
        <p:pic>
          <p:nvPicPr>
            <p:cNvPr id="292" name="object 29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411348" y="5146090"/>
              <a:ext cx="175336" cy="130759"/>
            </a:xfrm>
            <a:prstGeom prst="rect">
              <a:avLst/>
            </a:prstGeom>
          </p:spPr>
        </p:pic>
        <p:sp>
          <p:nvSpPr>
            <p:cNvPr id="293" name="object 293"/>
            <p:cNvSpPr/>
            <p:nvPr/>
          </p:nvSpPr>
          <p:spPr>
            <a:xfrm>
              <a:off x="2625070" y="5247874"/>
              <a:ext cx="30480" cy="32384"/>
            </a:xfrm>
            <a:custGeom>
              <a:avLst/>
              <a:gdLst/>
              <a:ahLst/>
              <a:cxnLst/>
              <a:rect l="l" t="t" r="r" b="b"/>
              <a:pathLst>
                <a:path w="30480" h="32385">
                  <a:moveTo>
                    <a:pt x="20389" y="0"/>
                  </a:moveTo>
                  <a:lnTo>
                    <a:pt x="9988" y="0"/>
                  </a:lnTo>
                  <a:lnTo>
                    <a:pt x="6191" y="1320"/>
                  </a:lnTo>
                  <a:lnTo>
                    <a:pt x="1238" y="6603"/>
                  </a:lnTo>
                  <a:lnTo>
                    <a:pt x="0" y="10071"/>
                  </a:lnTo>
                  <a:lnTo>
                    <a:pt x="0" y="21710"/>
                  </a:lnTo>
                  <a:lnTo>
                    <a:pt x="1238" y="25135"/>
                  </a:lnTo>
                  <a:lnTo>
                    <a:pt x="6191" y="30584"/>
                  </a:lnTo>
                  <a:lnTo>
                    <a:pt x="9988" y="31946"/>
                  </a:lnTo>
                  <a:lnTo>
                    <a:pt x="15106" y="31946"/>
                  </a:lnTo>
                  <a:lnTo>
                    <a:pt x="20389" y="31946"/>
                  </a:lnTo>
                  <a:lnTo>
                    <a:pt x="24227" y="30584"/>
                  </a:lnTo>
                  <a:lnTo>
                    <a:pt x="29015" y="25135"/>
                  </a:lnTo>
                  <a:lnTo>
                    <a:pt x="30213" y="21710"/>
                  </a:lnTo>
                  <a:lnTo>
                    <a:pt x="30213" y="10071"/>
                  </a:lnTo>
                  <a:lnTo>
                    <a:pt x="29015" y="6603"/>
                  </a:lnTo>
                  <a:lnTo>
                    <a:pt x="24227" y="1320"/>
                  </a:lnTo>
                  <a:lnTo>
                    <a:pt x="2038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4" name="object 294"/>
          <p:cNvSpPr txBox="1"/>
          <p:nvPr/>
        </p:nvSpPr>
        <p:spPr>
          <a:xfrm>
            <a:off x="1206500" y="1835150"/>
            <a:ext cx="2895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20" dirty="0">
                <a:solidFill>
                  <a:srgbClr val="C4683A"/>
                </a:solidFill>
                <a:latin typeface="Courier New"/>
                <a:cs typeface="Courier New"/>
              </a:rPr>
              <a:t>01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95" name="object 295"/>
          <p:cNvSpPr txBox="1"/>
          <p:nvPr/>
        </p:nvSpPr>
        <p:spPr>
          <a:xfrm>
            <a:off x="1206500" y="2768600"/>
            <a:ext cx="2895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20" dirty="0">
                <a:solidFill>
                  <a:srgbClr val="C4683A"/>
                </a:solidFill>
                <a:latin typeface="Courier New"/>
                <a:cs typeface="Courier New"/>
              </a:rPr>
              <a:t>02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3423295" y="3702050"/>
            <a:ext cx="136779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0515" algn="l"/>
                <a:tab pos="608965" algn="l"/>
              </a:tabLst>
            </a:pPr>
            <a:r>
              <a:rPr sz="1950" spc="459" dirty="0">
                <a:solidFill>
                  <a:srgbClr val="1A1A1A"/>
                </a:solidFill>
                <a:latin typeface="Cambria"/>
                <a:cs typeface="Cambria"/>
              </a:rPr>
              <a:t>t</a:t>
            </a:r>
            <a:r>
              <a:rPr sz="1950" dirty="0">
                <a:solidFill>
                  <a:srgbClr val="1A1A1A"/>
                </a:solidFill>
                <a:latin typeface="Cambria"/>
                <a:cs typeface="Cambria"/>
              </a:rPr>
              <a:t>	</a:t>
            </a:r>
            <a:r>
              <a:rPr sz="1950" spc="-50" dirty="0">
                <a:solidFill>
                  <a:srgbClr val="1A1A1A"/>
                </a:solidFill>
                <a:latin typeface="Cambria"/>
                <a:cs typeface="Cambria"/>
              </a:rPr>
              <a:t>∈</a:t>
            </a:r>
            <a:r>
              <a:rPr sz="1950" dirty="0">
                <a:solidFill>
                  <a:srgbClr val="1A1A1A"/>
                </a:solidFill>
                <a:latin typeface="Cambria"/>
                <a:cs typeface="Cambria"/>
              </a:rPr>
              <a:t>	</a:t>
            </a:r>
            <a:r>
              <a:rPr sz="1950" spc="365" dirty="0">
                <a:solidFill>
                  <a:srgbClr val="1A1A1A"/>
                </a:solidFill>
                <a:latin typeface="Cambria"/>
                <a:cs typeface="Cambria"/>
              </a:rPr>
              <a:t>⟨0,1⟩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1206500" y="3702050"/>
            <a:ext cx="2895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20" dirty="0">
                <a:solidFill>
                  <a:srgbClr val="C4683A"/>
                </a:solidFill>
                <a:latin typeface="Courier New"/>
                <a:cs typeface="Courier New"/>
              </a:rPr>
              <a:t>03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98" name="object 298"/>
          <p:cNvSpPr txBox="1"/>
          <p:nvPr/>
        </p:nvSpPr>
        <p:spPr>
          <a:xfrm>
            <a:off x="1206500" y="4645025"/>
            <a:ext cx="2895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20" dirty="0">
                <a:solidFill>
                  <a:srgbClr val="C4683A"/>
                </a:solidFill>
                <a:latin typeface="Courier New"/>
                <a:cs typeface="Courier New"/>
              </a:rPr>
              <a:t>04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99" name="object 299"/>
          <p:cNvSpPr txBox="1"/>
          <p:nvPr/>
        </p:nvSpPr>
        <p:spPr>
          <a:xfrm>
            <a:off x="939800" y="9636125"/>
            <a:ext cx="2211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14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ALGORITMUS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00" name="object 300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1C777E-7058-2C92-2E3B-BC4BBB964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-62582"/>
            <a:ext cx="18531995" cy="104638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007F79-F945-D48C-2803-BC8383F3B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9"/>
            <a:ext cx="5236850" cy="10058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A4C49F-DE47-2E3B-FD0E-E1B57D842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3089"/>
            <a:ext cx="5005273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4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0757A6-28B9-BC15-816D-B47676E8B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00" y="-57150"/>
            <a:ext cx="13733494" cy="10401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65C47F-D708-197E-2278-BF3D14CAA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-342900"/>
            <a:ext cx="7683500" cy="10629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4D4ADE-E255-C606-6D82-92ABBD9A7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1790700"/>
            <a:ext cx="8576227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86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EFEA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1055"/>
              </a:spcBef>
            </a:pPr>
            <a:r>
              <a:rPr spc="125" dirty="0"/>
              <a:t>Debugging</a:t>
            </a:r>
            <a:r>
              <a:rPr spc="-185" dirty="0"/>
              <a:t> </a:t>
            </a:r>
            <a:r>
              <a:rPr spc="229" dirty="0"/>
              <a:t>a</a:t>
            </a:r>
            <a:r>
              <a:rPr spc="-185" dirty="0"/>
              <a:t> </a:t>
            </a:r>
            <a:r>
              <a:rPr spc="190" dirty="0"/>
              <a:t>riešenie</a:t>
            </a:r>
            <a:r>
              <a:rPr spc="-185" dirty="0"/>
              <a:t> </a:t>
            </a:r>
            <a:r>
              <a:rPr spc="100" dirty="0"/>
              <a:t>problémov,</a:t>
            </a:r>
            <a:r>
              <a:rPr spc="-180" dirty="0"/>
              <a:t> </a:t>
            </a:r>
            <a:r>
              <a:rPr spc="150" dirty="0"/>
              <a:t>ktoré</a:t>
            </a:r>
            <a:r>
              <a:rPr spc="-185" dirty="0"/>
              <a:t> </a:t>
            </a:r>
            <a:r>
              <a:rPr spc="215" dirty="0"/>
              <a:t>sa </a:t>
            </a:r>
            <a:r>
              <a:rPr spc="204" dirty="0"/>
              <a:t>počas</a:t>
            </a:r>
            <a:r>
              <a:rPr spc="-195" dirty="0"/>
              <a:t> </a:t>
            </a:r>
            <a:r>
              <a:rPr spc="170" dirty="0"/>
              <a:t>vývoja</a:t>
            </a:r>
            <a:r>
              <a:rPr spc="-195" dirty="0"/>
              <a:t> </a:t>
            </a:r>
            <a:r>
              <a:rPr spc="125" dirty="0"/>
              <a:t>vyskytli.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2962275"/>
            <a:ext cx="5153025" cy="38766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2225" y="3208053"/>
            <a:ext cx="3338195" cy="191770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spc="120" dirty="0">
                <a:solidFill>
                  <a:srgbClr val="8A857C"/>
                </a:solidFill>
                <a:latin typeface="Courier New"/>
                <a:cs typeface="Courier New"/>
              </a:rPr>
              <a:t>BUG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65" dirty="0">
                <a:solidFill>
                  <a:srgbClr val="8A857C"/>
                </a:solidFill>
                <a:latin typeface="Courier New"/>
                <a:cs typeface="Courier New"/>
              </a:rPr>
              <a:t>01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07500"/>
              </a:lnSpc>
              <a:spcBef>
                <a:spcPts val="1030"/>
              </a:spcBef>
            </a:pPr>
            <a:r>
              <a:rPr sz="2850" spc="135" dirty="0">
                <a:solidFill>
                  <a:srgbClr val="1A1A1A"/>
                </a:solidFill>
                <a:latin typeface="Georgia"/>
                <a:cs typeface="Georgia"/>
              </a:rPr>
              <a:t>Skákajúce</a:t>
            </a:r>
            <a:r>
              <a:rPr sz="2850" spc="-1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spc="130" dirty="0">
                <a:solidFill>
                  <a:srgbClr val="1A1A1A"/>
                </a:solidFill>
                <a:latin typeface="Georgia"/>
                <a:cs typeface="Georgia"/>
              </a:rPr>
              <a:t>body</a:t>
            </a:r>
            <a:r>
              <a:rPr sz="2850" spc="-1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spc="95" dirty="0">
                <a:solidFill>
                  <a:srgbClr val="1A1A1A"/>
                </a:solidFill>
                <a:latin typeface="Georgia"/>
                <a:cs typeface="Georgia"/>
              </a:rPr>
              <a:t>pri </a:t>
            </a:r>
            <a:r>
              <a:rPr sz="2850" spc="135" dirty="0">
                <a:solidFill>
                  <a:srgbClr val="1A1A1A"/>
                </a:solidFill>
                <a:latin typeface="Georgia"/>
                <a:cs typeface="Georgia"/>
              </a:rPr>
              <a:t>zoome</a:t>
            </a:r>
            <a:endParaRPr sz="2850">
              <a:latin typeface="Georgia"/>
              <a:cs typeface="Georgia"/>
            </a:endParaRPr>
          </a:p>
          <a:p>
            <a:pPr marL="1791335">
              <a:lnSpc>
                <a:spcPct val="100000"/>
              </a:lnSpc>
              <a:spcBef>
                <a:spcPts val="1380"/>
              </a:spcBef>
            </a:pPr>
            <a:r>
              <a:rPr sz="1800" spc="315" dirty="0">
                <a:solidFill>
                  <a:srgbClr val="4A4A4A"/>
                </a:solidFill>
                <a:latin typeface="Cambria"/>
                <a:cs typeface="Cambria"/>
              </a:rPr>
              <a:t>unit_size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24" y="2962275"/>
            <a:ext cx="5162550" cy="38766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05575" y="3208053"/>
            <a:ext cx="3885565" cy="14681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spc="120" dirty="0">
                <a:solidFill>
                  <a:srgbClr val="8A857C"/>
                </a:solidFill>
                <a:latin typeface="Courier New"/>
                <a:cs typeface="Courier New"/>
              </a:rPr>
              <a:t>BUG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65" dirty="0">
                <a:solidFill>
                  <a:srgbClr val="8A857C"/>
                </a:solidFill>
                <a:latin typeface="Courier New"/>
                <a:cs typeface="Courier New"/>
              </a:rPr>
              <a:t>02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07500"/>
              </a:lnSpc>
              <a:spcBef>
                <a:spcPts val="1030"/>
              </a:spcBef>
            </a:pPr>
            <a:r>
              <a:rPr sz="2850" spc="130" dirty="0">
                <a:solidFill>
                  <a:srgbClr val="1A1A1A"/>
                </a:solidFill>
                <a:latin typeface="Georgia"/>
                <a:cs typeface="Georgia"/>
              </a:rPr>
              <a:t>Sidebar</a:t>
            </a:r>
            <a:r>
              <a:rPr sz="2850" spc="-2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spc="125" dirty="0">
                <a:solidFill>
                  <a:srgbClr val="1A1A1A"/>
                </a:solidFill>
                <a:latin typeface="Georgia"/>
                <a:cs typeface="Georgia"/>
              </a:rPr>
              <a:t>nereagoval</a:t>
            </a:r>
            <a:r>
              <a:rPr sz="2850" spc="-2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spc="114" dirty="0">
                <a:solidFill>
                  <a:srgbClr val="1A1A1A"/>
                </a:solidFill>
                <a:latin typeface="Georgia"/>
                <a:cs typeface="Georgia"/>
              </a:rPr>
              <a:t>na </a:t>
            </a:r>
            <a:r>
              <a:rPr sz="2850" spc="125" dirty="0">
                <a:solidFill>
                  <a:srgbClr val="1A1A1A"/>
                </a:solidFill>
                <a:latin typeface="Georgia"/>
                <a:cs typeface="Georgia"/>
              </a:rPr>
              <a:t>preklad</a:t>
            </a:r>
            <a:endParaRPr sz="28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29208" y="5483225"/>
            <a:ext cx="989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70" dirty="0">
                <a:solidFill>
                  <a:srgbClr val="4A4A4A"/>
                </a:solidFill>
                <a:latin typeface="Cambria"/>
                <a:cs typeface="Cambria"/>
              </a:rPr>
              <a:t>Widgets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82475" y="2962275"/>
            <a:ext cx="5153025" cy="38766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518923" y="3208053"/>
            <a:ext cx="3963035" cy="1001394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spc="120" dirty="0">
                <a:solidFill>
                  <a:srgbClr val="8A857C"/>
                </a:solidFill>
                <a:latin typeface="Courier New"/>
                <a:cs typeface="Courier New"/>
              </a:rPr>
              <a:t>BUG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35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65" dirty="0">
                <a:solidFill>
                  <a:srgbClr val="8A857C"/>
                </a:solidFill>
                <a:latin typeface="Courier New"/>
                <a:cs typeface="Courier New"/>
              </a:rPr>
              <a:t>03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850" spc="70" dirty="0">
                <a:solidFill>
                  <a:srgbClr val="1A1A1A"/>
                </a:solidFill>
                <a:latin typeface="Georgia"/>
                <a:cs typeface="Georgia"/>
              </a:rPr>
              <a:t>delete_object</a:t>
            </a:r>
            <a:r>
              <a:rPr sz="2850" spc="-25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spc="140" dirty="0">
                <a:solidFill>
                  <a:srgbClr val="1A1A1A"/>
                </a:solidFill>
                <a:latin typeface="Georgia"/>
                <a:cs typeface="Georgia"/>
              </a:rPr>
              <a:t>v</a:t>
            </a:r>
            <a:r>
              <a:rPr sz="2850" spc="-20" dirty="0">
                <a:solidFill>
                  <a:srgbClr val="1A1A1A"/>
                </a:solidFill>
                <a:latin typeface="Georgia"/>
                <a:cs typeface="Georgia"/>
              </a:rPr>
              <a:t> </a:t>
            </a:r>
            <a:r>
              <a:rPr sz="2850" spc="75" dirty="0">
                <a:solidFill>
                  <a:srgbClr val="1A1A1A"/>
                </a:solidFill>
                <a:latin typeface="Georgia"/>
                <a:cs typeface="Georgia"/>
              </a:rPr>
              <a:t>utils.py</a:t>
            </a:r>
            <a:endParaRPr sz="2850">
              <a:latin typeface="Georgia"/>
              <a:cs typeface="Georg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7303" y="7506843"/>
            <a:ext cx="427355" cy="193040"/>
            <a:chOff x="977303" y="7506843"/>
            <a:chExt cx="427355" cy="193040"/>
          </a:xfrm>
        </p:grpSpPr>
        <p:sp>
          <p:nvSpPr>
            <p:cNvPr id="12" name="object 12"/>
            <p:cNvSpPr/>
            <p:nvPr/>
          </p:nvSpPr>
          <p:spPr>
            <a:xfrm>
              <a:off x="977303" y="7509510"/>
              <a:ext cx="111125" cy="186690"/>
            </a:xfrm>
            <a:custGeom>
              <a:avLst/>
              <a:gdLst/>
              <a:ahLst/>
              <a:cxnLst/>
              <a:rect l="l" t="t" r="r" b="b"/>
              <a:pathLst>
                <a:path w="111125" h="186690">
                  <a:moveTo>
                    <a:pt x="110947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82550"/>
                  </a:lnTo>
                  <a:lnTo>
                    <a:pt x="0" y="102870"/>
                  </a:lnTo>
                  <a:lnTo>
                    <a:pt x="0" y="186690"/>
                  </a:lnTo>
                  <a:lnTo>
                    <a:pt x="22402" y="186690"/>
                  </a:lnTo>
                  <a:lnTo>
                    <a:pt x="22402" y="102870"/>
                  </a:lnTo>
                  <a:lnTo>
                    <a:pt x="103212" y="102870"/>
                  </a:lnTo>
                  <a:lnTo>
                    <a:pt x="103212" y="82550"/>
                  </a:lnTo>
                  <a:lnTo>
                    <a:pt x="22402" y="82550"/>
                  </a:lnTo>
                  <a:lnTo>
                    <a:pt x="22402" y="20320"/>
                  </a:lnTo>
                  <a:lnTo>
                    <a:pt x="110947" y="20320"/>
                  </a:lnTo>
                  <a:lnTo>
                    <a:pt x="110947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6388" y="7510043"/>
              <a:ext cx="126149" cy="1861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4406" y="7506843"/>
              <a:ext cx="129882" cy="192557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493634" y="7555382"/>
            <a:ext cx="398780" cy="144145"/>
            <a:chOff x="1493634" y="7555382"/>
            <a:chExt cx="398780" cy="14414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3634" y="7555382"/>
              <a:ext cx="256832" cy="1440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84337" y="7558582"/>
              <a:ext cx="107480" cy="14081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937155" y="7520444"/>
            <a:ext cx="461645" cy="179070"/>
            <a:chOff x="1937155" y="7520444"/>
            <a:chExt cx="461645" cy="17907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37155" y="7555382"/>
              <a:ext cx="107480" cy="14081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73705" y="7520444"/>
              <a:ext cx="74142" cy="17575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71051" y="7555382"/>
              <a:ext cx="121348" cy="14401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7604" y="7558582"/>
              <a:ext cx="70675" cy="137617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477489" y="7555382"/>
            <a:ext cx="122948" cy="144018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2693783" y="7558582"/>
            <a:ext cx="204470" cy="140970"/>
            <a:chOff x="2693783" y="7558582"/>
            <a:chExt cx="204470" cy="140970"/>
          </a:xfrm>
        </p:grpSpPr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93783" y="7558582"/>
              <a:ext cx="70675" cy="13761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90328" y="7558582"/>
              <a:ext cx="107480" cy="14081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2943147" y="7498842"/>
            <a:ext cx="655955" cy="200660"/>
            <a:chOff x="2943147" y="7498842"/>
            <a:chExt cx="655955" cy="200660"/>
          </a:xfrm>
        </p:grpSpPr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43147" y="7555382"/>
              <a:ext cx="107480" cy="14081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79697" y="7520444"/>
              <a:ext cx="74142" cy="17575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185844" y="7498842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69" h="197484">
                  <a:moveTo>
                    <a:pt x="17691" y="0"/>
                  </a:moveTo>
                  <a:lnTo>
                    <a:pt x="8623" y="0"/>
                  </a:lnTo>
                  <a:lnTo>
                    <a:pt x="5333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3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24" y="26358"/>
                  </a:lnTo>
                  <a:lnTo>
                    <a:pt x="25114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14" y="5556"/>
                  </a:lnTo>
                  <a:lnTo>
                    <a:pt x="21024" y="1111"/>
                  </a:lnTo>
                  <a:lnTo>
                    <a:pt x="17691" y="0"/>
                  </a:lnTo>
                  <a:close/>
                </a:path>
                <a:path w="26669" h="197484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7"/>
                  </a:lnTo>
                  <a:lnTo>
                    <a:pt x="23736" y="197357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54919" y="7555382"/>
              <a:ext cx="188823" cy="14081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77614" y="7555382"/>
              <a:ext cx="121348" cy="144018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3686973" y="7498842"/>
            <a:ext cx="850265" cy="250825"/>
            <a:chOff x="3686973" y="7498842"/>
            <a:chExt cx="850265" cy="250825"/>
          </a:xfrm>
        </p:grpSpPr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86973" y="7555382"/>
              <a:ext cx="397648" cy="14401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19826" y="7558583"/>
              <a:ext cx="70675" cy="13761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217705" y="7498842"/>
              <a:ext cx="41910" cy="197485"/>
            </a:xfrm>
            <a:custGeom>
              <a:avLst/>
              <a:gdLst/>
              <a:ahLst/>
              <a:cxnLst/>
              <a:rect l="l" t="t" r="r" b="b"/>
              <a:pathLst>
                <a:path w="41910" h="197484">
                  <a:moveTo>
                    <a:pt x="21336" y="0"/>
                  </a:moveTo>
                  <a:lnTo>
                    <a:pt x="0" y="0"/>
                  </a:lnTo>
                  <a:lnTo>
                    <a:pt x="0" y="181622"/>
                  </a:lnTo>
                  <a:lnTo>
                    <a:pt x="1955" y="186912"/>
                  </a:lnTo>
                  <a:lnTo>
                    <a:pt x="9778" y="195268"/>
                  </a:lnTo>
                  <a:lnTo>
                    <a:pt x="15379" y="197357"/>
                  </a:lnTo>
                  <a:lnTo>
                    <a:pt x="41605" y="197357"/>
                  </a:lnTo>
                  <a:lnTo>
                    <a:pt x="41605" y="178688"/>
                  </a:lnTo>
                  <a:lnTo>
                    <a:pt x="21336" y="178688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79313" y="7555382"/>
              <a:ext cx="257898" cy="194157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4627356" y="7488440"/>
            <a:ext cx="483234" cy="211454"/>
            <a:chOff x="4627356" y="7488440"/>
            <a:chExt cx="483234" cy="211454"/>
          </a:xfrm>
        </p:grpSpPr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27356" y="7555382"/>
              <a:ext cx="107480" cy="14081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67907" y="7488440"/>
              <a:ext cx="122948" cy="21095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21260" y="7555382"/>
              <a:ext cx="188823" cy="140817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5207696" y="7498842"/>
            <a:ext cx="403225" cy="200660"/>
            <a:chOff x="5207696" y="7498842"/>
            <a:chExt cx="403225" cy="200660"/>
          </a:xfrm>
        </p:grpSpPr>
        <p:pic>
          <p:nvPicPr>
            <p:cNvPr id="43" name="object 4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07696" y="7498842"/>
              <a:ext cx="118681" cy="20055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60781" y="7555382"/>
              <a:ext cx="122948" cy="14401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514124" y="7498842"/>
              <a:ext cx="96520" cy="197485"/>
            </a:xfrm>
            <a:custGeom>
              <a:avLst/>
              <a:gdLst/>
              <a:ahLst/>
              <a:cxnLst/>
              <a:rect l="l" t="t" r="r" b="b"/>
              <a:pathLst>
                <a:path w="96520" h="197484">
                  <a:moveTo>
                    <a:pt x="41605" y="178689"/>
                  </a:moveTo>
                  <a:lnTo>
                    <a:pt x="21336" y="178689"/>
                  </a:lnTo>
                  <a:lnTo>
                    <a:pt x="21336" y="0"/>
                  </a:lnTo>
                  <a:lnTo>
                    <a:pt x="0" y="0"/>
                  </a:lnTo>
                  <a:lnTo>
                    <a:pt x="0" y="181622"/>
                  </a:lnTo>
                  <a:lnTo>
                    <a:pt x="1955" y="186918"/>
                  </a:lnTo>
                  <a:lnTo>
                    <a:pt x="9779" y="195275"/>
                  </a:lnTo>
                  <a:lnTo>
                    <a:pt x="15379" y="197358"/>
                  </a:lnTo>
                  <a:lnTo>
                    <a:pt x="41605" y="197358"/>
                  </a:lnTo>
                  <a:lnTo>
                    <a:pt x="41605" y="178689"/>
                  </a:lnTo>
                  <a:close/>
                </a:path>
                <a:path w="96520" h="197484">
                  <a:moveTo>
                    <a:pt x="93878" y="59740"/>
                  </a:moveTo>
                  <a:lnTo>
                    <a:pt x="72542" y="59740"/>
                  </a:lnTo>
                  <a:lnTo>
                    <a:pt x="72542" y="197358"/>
                  </a:lnTo>
                  <a:lnTo>
                    <a:pt x="93878" y="197358"/>
                  </a:lnTo>
                  <a:lnTo>
                    <a:pt x="93878" y="59740"/>
                  </a:lnTo>
                  <a:close/>
                </a:path>
                <a:path w="96520" h="197484">
                  <a:moveTo>
                    <a:pt x="96278" y="8445"/>
                  </a:moveTo>
                  <a:lnTo>
                    <a:pt x="95262" y="5562"/>
                  </a:lnTo>
                  <a:lnTo>
                    <a:pt x="91173" y="1117"/>
                  </a:lnTo>
                  <a:lnTo>
                    <a:pt x="87833" y="0"/>
                  </a:lnTo>
                  <a:lnTo>
                    <a:pt x="78765" y="0"/>
                  </a:lnTo>
                  <a:lnTo>
                    <a:pt x="75476" y="1117"/>
                  </a:lnTo>
                  <a:lnTo>
                    <a:pt x="71208" y="5562"/>
                  </a:lnTo>
                  <a:lnTo>
                    <a:pt x="70142" y="8445"/>
                  </a:lnTo>
                  <a:lnTo>
                    <a:pt x="70142" y="19024"/>
                  </a:lnTo>
                  <a:lnTo>
                    <a:pt x="71208" y="21920"/>
                  </a:lnTo>
                  <a:lnTo>
                    <a:pt x="75476" y="26365"/>
                  </a:lnTo>
                  <a:lnTo>
                    <a:pt x="78765" y="27470"/>
                  </a:lnTo>
                  <a:lnTo>
                    <a:pt x="87833" y="27470"/>
                  </a:lnTo>
                  <a:lnTo>
                    <a:pt x="91173" y="26365"/>
                  </a:lnTo>
                  <a:lnTo>
                    <a:pt x="95262" y="21920"/>
                  </a:lnTo>
                  <a:lnTo>
                    <a:pt x="96278" y="19024"/>
                  </a:lnTo>
                  <a:lnTo>
                    <a:pt x="96278" y="844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6" name="object 4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716291" y="7490041"/>
            <a:ext cx="1118806" cy="209359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6915374" y="7498842"/>
            <a:ext cx="478790" cy="200660"/>
            <a:chOff x="6915374" y="7498842"/>
            <a:chExt cx="478790" cy="200660"/>
          </a:xfrm>
        </p:grpSpPr>
        <p:pic>
          <p:nvPicPr>
            <p:cNvPr id="48" name="object 4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915374" y="7555382"/>
              <a:ext cx="258165" cy="14401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208744" y="7498842"/>
              <a:ext cx="185089" cy="200558"/>
            </a:xfrm>
            <a:prstGeom prst="rect">
              <a:avLst/>
            </a:prstGeom>
          </p:spPr>
        </p:pic>
      </p:grpSp>
      <p:sp>
        <p:nvSpPr>
          <p:cNvPr id="50" name="object 50"/>
          <p:cNvSpPr/>
          <p:nvPr/>
        </p:nvSpPr>
        <p:spPr>
          <a:xfrm>
            <a:off x="7474111" y="7604988"/>
            <a:ext cx="189230" cy="20320"/>
          </a:xfrm>
          <a:custGeom>
            <a:avLst/>
            <a:gdLst/>
            <a:ahLst/>
            <a:cxnLst/>
            <a:rect l="l" t="t" r="r" b="b"/>
            <a:pathLst>
              <a:path w="189229" h="20320">
                <a:moveTo>
                  <a:pt x="188823" y="0"/>
                </a:moveTo>
                <a:lnTo>
                  <a:pt x="0" y="0"/>
                </a:lnTo>
                <a:lnTo>
                  <a:pt x="0" y="20269"/>
                </a:lnTo>
                <a:lnTo>
                  <a:pt x="188823" y="20269"/>
                </a:lnTo>
                <a:lnTo>
                  <a:pt x="188823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7744276" y="7498842"/>
            <a:ext cx="589280" cy="200660"/>
            <a:chOff x="7744276" y="7498842"/>
            <a:chExt cx="589280" cy="200660"/>
          </a:xfrm>
        </p:grpSpPr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744276" y="7558583"/>
              <a:ext cx="106146" cy="1376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879493" y="7498842"/>
              <a:ext cx="26670" cy="197485"/>
            </a:xfrm>
            <a:custGeom>
              <a:avLst/>
              <a:gdLst/>
              <a:ahLst/>
              <a:cxnLst/>
              <a:rect l="l" t="t" r="r" b="b"/>
              <a:pathLst>
                <a:path w="26670" h="197484">
                  <a:moveTo>
                    <a:pt x="17691" y="0"/>
                  </a:moveTo>
                  <a:lnTo>
                    <a:pt x="8623" y="0"/>
                  </a:lnTo>
                  <a:lnTo>
                    <a:pt x="5334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13"/>
                  </a:lnTo>
                  <a:lnTo>
                    <a:pt x="5334" y="26358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24" y="26358"/>
                  </a:lnTo>
                  <a:lnTo>
                    <a:pt x="25114" y="21913"/>
                  </a:lnTo>
                  <a:lnTo>
                    <a:pt x="26136" y="19024"/>
                  </a:lnTo>
                  <a:lnTo>
                    <a:pt x="26136" y="8445"/>
                  </a:lnTo>
                  <a:lnTo>
                    <a:pt x="25114" y="5556"/>
                  </a:lnTo>
                  <a:lnTo>
                    <a:pt x="21024" y="1111"/>
                  </a:lnTo>
                  <a:lnTo>
                    <a:pt x="17691" y="0"/>
                  </a:lnTo>
                  <a:close/>
                </a:path>
                <a:path w="26670" h="197484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7"/>
                  </a:lnTo>
                  <a:lnTo>
                    <a:pt x="23736" y="197357"/>
                  </a:lnTo>
                  <a:lnTo>
                    <a:pt x="23736" y="5974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935500" y="7555382"/>
              <a:ext cx="105346" cy="14401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61649" y="7520444"/>
              <a:ext cx="74142" cy="17575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167789" y="7498842"/>
              <a:ext cx="165735" cy="197485"/>
            </a:xfrm>
            <a:custGeom>
              <a:avLst/>
              <a:gdLst/>
              <a:ahLst/>
              <a:cxnLst/>
              <a:rect l="l" t="t" r="r" b="b"/>
              <a:pathLst>
                <a:path w="165734" h="197484">
                  <a:moveTo>
                    <a:pt x="23736" y="59740"/>
                  </a:moveTo>
                  <a:lnTo>
                    <a:pt x="2400" y="59740"/>
                  </a:lnTo>
                  <a:lnTo>
                    <a:pt x="2400" y="197358"/>
                  </a:lnTo>
                  <a:lnTo>
                    <a:pt x="23736" y="197358"/>
                  </a:lnTo>
                  <a:lnTo>
                    <a:pt x="23736" y="59740"/>
                  </a:lnTo>
                  <a:close/>
                </a:path>
                <a:path w="165734" h="197484">
                  <a:moveTo>
                    <a:pt x="26136" y="8445"/>
                  </a:moveTo>
                  <a:lnTo>
                    <a:pt x="25120" y="5562"/>
                  </a:lnTo>
                  <a:lnTo>
                    <a:pt x="21031" y="1117"/>
                  </a:lnTo>
                  <a:lnTo>
                    <a:pt x="17691" y="0"/>
                  </a:lnTo>
                  <a:lnTo>
                    <a:pt x="8623" y="0"/>
                  </a:lnTo>
                  <a:lnTo>
                    <a:pt x="5334" y="1117"/>
                  </a:lnTo>
                  <a:lnTo>
                    <a:pt x="1066" y="5562"/>
                  </a:lnTo>
                  <a:lnTo>
                    <a:pt x="0" y="8445"/>
                  </a:lnTo>
                  <a:lnTo>
                    <a:pt x="0" y="19024"/>
                  </a:lnTo>
                  <a:lnTo>
                    <a:pt x="1066" y="21920"/>
                  </a:lnTo>
                  <a:lnTo>
                    <a:pt x="5334" y="26365"/>
                  </a:lnTo>
                  <a:lnTo>
                    <a:pt x="8623" y="27470"/>
                  </a:lnTo>
                  <a:lnTo>
                    <a:pt x="17691" y="27470"/>
                  </a:lnTo>
                  <a:lnTo>
                    <a:pt x="21031" y="26365"/>
                  </a:lnTo>
                  <a:lnTo>
                    <a:pt x="25120" y="21920"/>
                  </a:lnTo>
                  <a:lnTo>
                    <a:pt x="26136" y="19024"/>
                  </a:lnTo>
                  <a:lnTo>
                    <a:pt x="26136" y="8445"/>
                  </a:lnTo>
                  <a:close/>
                </a:path>
                <a:path w="165734" h="197484">
                  <a:moveTo>
                    <a:pt x="110680" y="178689"/>
                  </a:moveTo>
                  <a:lnTo>
                    <a:pt x="90411" y="178689"/>
                  </a:lnTo>
                  <a:lnTo>
                    <a:pt x="90411" y="0"/>
                  </a:lnTo>
                  <a:lnTo>
                    <a:pt x="69075" y="0"/>
                  </a:lnTo>
                  <a:lnTo>
                    <a:pt x="69075" y="181622"/>
                  </a:lnTo>
                  <a:lnTo>
                    <a:pt x="71031" y="186918"/>
                  </a:lnTo>
                  <a:lnTo>
                    <a:pt x="78854" y="195275"/>
                  </a:lnTo>
                  <a:lnTo>
                    <a:pt x="84455" y="197358"/>
                  </a:lnTo>
                  <a:lnTo>
                    <a:pt x="110680" y="197358"/>
                  </a:lnTo>
                  <a:lnTo>
                    <a:pt x="110680" y="178689"/>
                  </a:lnTo>
                  <a:close/>
                </a:path>
                <a:path w="165734" h="197484">
                  <a:moveTo>
                    <a:pt x="162953" y="59740"/>
                  </a:moveTo>
                  <a:lnTo>
                    <a:pt x="141617" y="59740"/>
                  </a:lnTo>
                  <a:lnTo>
                    <a:pt x="141617" y="197358"/>
                  </a:lnTo>
                  <a:lnTo>
                    <a:pt x="162953" y="197358"/>
                  </a:lnTo>
                  <a:lnTo>
                    <a:pt x="162953" y="59740"/>
                  </a:lnTo>
                  <a:close/>
                </a:path>
                <a:path w="165734" h="197484">
                  <a:moveTo>
                    <a:pt x="165354" y="8445"/>
                  </a:moveTo>
                  <a:lnTo>
                    <a:pt x="164338" y="5562"/>
                  </a:lnTo>
                  <a:lnTo>
                    <a:pt x="160248" y="1117"/>
                  </a:lnTo>
                  <a:lnTo>
                    <a:pt x="156908" y="0"/>
                  </a:lnTo>
                  <a:lnTo>
                    <a:pt x="147840" y="0"/>
                  </a:lnTo>
                  <a:lnTo>
                    <a:pt x="144551" y="1117"/>
                  </a:lnTo>
                  <a:lnTo>
                    <a:pt x="140284" y="5562"/>
                  </a:lnTo>
                  <a:lnTo>
                    <a:pt x="139217" y="8445"/>
                  </a:lnTo>
                  <a:lnTo>
                    <a:pt x="139217" y="19024"/>
                  </a:lnTo>
                  <a:lnTo>
                    <a:pt x="140284" y="21920"/>
                  </a:lnTo>
                  <a:lnTo>
                    <a:pt x="144551" y="26365"/>
                  </a:lnTo>
                  <a:lnTo>
                    <a:pt x="147840" y="27470"/>
                  </a:lnTo>
                  <a:lnTo>
                    <a:pt x="156908" y="27470"/>
                  </a:lnTo>
                  <a:lnTo>
                    <a:pt x="160248" y="26365"/>
                  </a:lnTo>
                  <a:lnTo>
                    <a:pt x="164338" y="21920"/>
                  </a:lnTo>
                  <a:lnTo>
                    <a:pt x="165354" y="19024"/>
                  </a:lnTo>
                  <a:lnTo>
                    <a:pt x="165354" y="844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8425962" y="7555382"/>
            <a:ext cx="546735" cy="176530"/>
            <a:chOff x="8425962" y="7555382"/>
            <a:chExt cx="546735" cy="176530"/>
          </a:xfrm>
        </p:grpSpPr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425962" y="7555382"/>
              <a:ext cx="105346" cy="14401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568913" y="7555382"/>
              <a:ext cx="188823" cy="14081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791608" y="7555382"/>
              <a:ext cx="181089" cy="176288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9064442" y="7490041"/>
            <a:ext cx="248920" cy="209550"/>
            <a:chOff x="9064442" y="7490041"/>
            <a:chExt cx="248920" cy="209550"/>
          </a:xfrm>
        </p:grpSpPr>
        <p:pic>
          <p:nvPicPr>
            <p:cNvPr id="62" name="object 6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064442" y="7490041"/>
              <a:ext cx="106146" cy="20615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91924" y="7555382"/>
              <a:ext cx="121348" cy="144018"/>
            </a:xfrm>
            <a:prstGeom prst="rect">
              <a:avLst/>
            </a:prstGeom>
          </p:spPr>
        </p:pic>
      </p:grpSp>
      <p:pic>
        <p:nvPicPr>
          <p:cNvPr id="64" name="object 6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411418" y="7488440"/>
            <a:ext cx="1283093" cy="261099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10783322" y="7498842"/>
            <a:ext cx="643890" cy="200660"/>
            <a:chOff x="10783322" y="7498842"/>
            <a:chExt cx="643890" cy="200660"/>
          </a:xfrm>
        </p:grpSpPr>
        <p:pic>
          <p:nvPicPr>
            <p:cNvPr id="66" name="object 6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783322" y="7555382"/>
              <a:ext cx="107480" cy="14081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924674" y="7555382"/>
              <a:ext cx="121348" cy="14401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081226" y="7498842"/>
              <a:ext cx="118681" cy="20055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225777" y="7555382"/>
              <a:ext cx="124282" cy="144018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1385264" y="7498842"/>
              <a:ext cx="41910" cy="197485"/>
            </a:xfrm>
            <a:custGeom>
              <a:avLst/>
              <a:gdLst/>
              <a:ahLst/>
              <a:cxnLst/>
              <a:rect l="l" t="t" r="r" b="b"/>
              <a:pathLst>
                <a:path w="41909" h="197484">
                  <a:moveTo>
                    <a:pt x="21336" y="0"/>
                  </a:moveTo>
                  <a:lnTo>
                    <a:pt x="0" y="0"/>
                  </a:lnTo>
                  <a:lnTo>
                    <a:pt x="0" y="181622"/>
                  </a:lnTo>
                  <a:lnTo>
                    <a:pt x="1955" y="186912"/>
                  </a:lnTo>
                  <a:lnTo>
                    <a:pt x="9778" y="195268"/>
                  </a:lnTo>
                  <a:lnTo>
                    <a:pt x="15379" y="197357"/>
                  </a:lnTo>
                  <a:lnTo>
                    <a:pt x="41605" y="197357"/>
                  </a:lnTo>
                  <a:lnTo>
                    <a:pt x="41605" y="178688"/>
                  </a:lnTo>
                  <a:lnTo>
                    <a:pt x="21336" y="178688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11520747" y="7488440"/>
            <a:ext cx="470534" cy="243840"/>
            <a:chOff x="11520747" y="7488440"/>
            <a:chExt cx="470534" cy="243840"/>
          </a:xfrm>
        </p:grpSpPr>
        <p:pic>
          <p:nvPicPr>
            <p:cNvPr id="72" name="object 7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520747" y="7488440"/>
              <a:ext cx="250164" cy="210959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796782" y="7498841"/>
              <a:ext cx="118681" cy="20055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1948534" y="7664995"/>
              <a:ext cx="42545" cy="66675"/>
            </a:xfrm>
            <a:custGeom>
              <a:avLst/>
              <a:gdLst/>
              <a:ahLst/>
              <a:cxnLst/>
              <a:rect l="l" t="t" r="r" b="b"/>
              <a:pathLst>
                <a:path w="42545" h="66675">
                  <a:moveTo>
                    <a:pt x="31559" y="0"/>
                  </a:moveTo>
                  <a:lnTo>
                    <a:pt x="25869" y="0"/>
                  </a:lnTo>
                  <a:lnTo>
                    <a:pt x="20358" y="0"/>
                  </a:lnTo>
                  <a:lnTo>
                    <a:pt x="16268" y="1466"/>
                  </a:lnTo>
                  <a:lnTo>
                    <a:pt x="10934" y="7334"/>
                  </a:lnTo>
                  <a:lnTo>
                    <a:pt x="9601" y="11112"/>
                  </a:lnTo>
                  <a:lnTo>
                    <a:pt x="9601" y="23025"/>
                  </a:lnTo>
                  <a:lnTo>
                    <a:pt x="10445" y="26047"/>
                  </a:lnTo>
                  <a:lnTo>
                    <a:pt x="13823" y="31026"/>
                  </a:lnTo>
                  <a:lnTo>
                    <a:pt x="16446" y="32715"/>
                  </a:lnTo>
                  <a:lnTo>
                    <a:pt x="20002" y="33604"/>
                  </a:lnTo>
                  <a:lnTo>
                    <a:pt x="18580" y="39827"/>
                  </a:lnTo>
                  <a:lnTo>
                    <a:pt x="16224" y="45472"/>
                  </a:lnTo>
                  <a:lnTo>
                    <a:pt x="9645" y="55606"/>
                  </a:lnTo>
                  <a:lnTo>
                    <a:pt x="5333" y="60985"/>
                  </a:lnTo>
                  <a:lnTo>
                    <a:pt x="0" y="66675"/>
                  </a:lnTo>
                  <a:lnTo>
                    <a:pt x="17868" y="66675"/>
                  </a:lnTo>
                  <a:lnTo>
                    <a:pt x="40004" y="34582"/>
                  </a:lnTo>
                  <a:lnTo>
                    <a:pt x="42138" y="26581"/>
                  </a:lnTo>
                  <a:lnTo>
                    <a:pt x="42138" y="11112"/>
                  </a:lnTo>
                  <a:lnTo>
                    <a:pt x="40849" y="7334"/>
                  </a:lnTo>
                  <a:lnTo>
                    <a:pt x="35693" y="1466"/>
                  </a:lnTo>
                  <a:lnTo>
                    <a:pt x="3155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12085350" y="7498842"/>
            <a:ext cx="337185" cy="200660"/>
            <a:chOff x="12085350" y="7498842"/>
            <a:chExt cx="337185" cy="200660"/>
          </a:xfrm>
        </p:grpSpPr>
        <p:pic>
          <p:nvPicPr>
            <p:cNvPr id="76" name="object 7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085350" y="7555382"/>
              <a:ext cx="122948" cy="144018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2238703" y="7498842"/>
              <a:ext cx="41910" cy="197485"/>
            </a:xfrm>
            <a:custGeom>
              <a:avLst/>
              <a:gdLst/>
              <a:ahLst/>
              <a:cxnLst/>
              <a:rect l="l" t="t" r="r" b="b"/>
              <a:pathLst>
                <a:path w="41909" h="197484">
                  <a:moveTo>
                    <a:pt x="21335" y="0"/>
                  </a:moveTo>
                  <a:lnTo>
                    <a:pt x="0" y="0"/>
                  </a:lnTo>
                  <a:lnTo>
                    <a:pt x="0" y="181622"/>
                  </a:lnTo>
                  <a:lnTo>
                    <a:pt x="1955" y="186912"/>
                  </a:lnTo>
                  <a:lnTo>
                    <a:pt x="9778" y="195268"/>
                  </a:lnTo>
                  <a:lnTo>
                    <a:pt x="15379" y="197357"/>
                  </a:lnTo>
                  <a:lnTo>
                    <a:pt x="41605" y="197357"/>
                  </a:lnTo>
                  <a:lnTo>
                    <a:pt x="41605" y="178688"/>
                  </a:lnTo>
                  <a:lnTo>
                    <a:pt x="21335" y="178688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01112" y="7555382"/>
              <a:ext cx="121348" cy="144018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12485290" y="7416800"/>
            <a:ext cx="24345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300" dirty="0">
                <a:solidFill>
                  <a:srgbClr val="8A857C"/>
                </a:solidFill>
                <a:latin typeface="Cambria"/>
                <a:cs typeface="Cambria"/>
              </a:rPr>
              <a:t>canvas.coords()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4974366" y="7488440"/>
            <a:ext cx="767080" cy="261620"/>
            <a:chOff x="14974366" y="7488440"/>
            <a:chExt cx="767080" cy="261620"/>
          </a:xfrm>
        </p:grpSpPr>
        <p:pic>
          <p:nvPicPr>
            <p:cNvPr id="81" name="object 8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974366" y="7555382"/>
              <a:ext cx="261099" cy="144018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5270670" y="7498841"/>
              <a:ext cx="41910" cy="197485"/>
            </a:xfrm>
            <a:custGeom>
              <a:avLst/>
              <a:gdLst/>
              <a:ahLst/>
              <a:cxnLst/>
              <a:rect l="l" t="t" r="r" b="b"/>
              <a:pathLst>
                <a:path w="41909" h="197484">
                  <a:moveTo>
                    <a:pt x="21336" y="0"/>
                  </a:moveTo>
                  <a:lnTo>
                    <a:pt x="0" y="0"/>
                  </a:lnTo>
                  <a:lnTo>
                    <a:pt x="0" y="181622"/>
                  </a:lnTo>
                  <a:lnTo>
                    <a:pt x="1955" y="186912"/>
                  </a:lnTo>
                  <a:lnTo>
                    <a:pt x="9778" y="195268"/>
                  </a:lnTo>
                  <a:lnTo>
                    <a:pt x="15379" y="197357"/>
                  </a:lnTo>
                  <a:lnTo>
                    <a:pt x="41605" y="197357"/>
                  </a:lnTo>
                  <a:lnTo>
                    <a:pt x="41605" y="178688"/>
                  </a:lnTo>
                  <a:lnTo>
                    <a:pt x="21336" y="178688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332277" y="7555382"/>
              <a:ext cx="122948" cy="144018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5485630" y="7555382"/>
              <a:ext cx="107480" cy="140817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5616846" y="7488440"/>
              <a:ext cx="124460" cy="261620"/>
            </a:xfrm>
            <a:custGeom>
              <a:avLst/>
              <a:gdLst/>
              <a:ahLst/>
              <a:cxnLst/>
              <a:rect l="l" t="t" r="r" b="b"/>
              <a:pathLst>
                <a:path w="124459" h="261620">
                  <a:moveTo>
                    <a:pt x="21336" y="70142"/>
                  </a:moveTo>
                  <a:lnTo>
                    <a:pt x="0" y="70142"/>
                  </a:lnTo>
                  <a:lnTo>
                    <a:pt x="51473" y="213093"/>
                  </a:lnTo>
                  <a:lnTo>
                    <a:pt x="41071" y="242430"/>
                  </a:lnTo>
                  <a:lnTo>
                    <a:pt x="19469" y="242430"/>
                  </a:lnTo>
                  <a:lnTo>
                    <a:pt x="19469" y="261099"/>
                  </a:lnTo>
                  <a:lnTo>
                    <a:pt x="37160" y="261099"/>
                  </a:lnTo>
                  <a:lnTo>
                    <a:pt x="42494" y="260477"/>
                  </a:lnTo>
                  <a:lnTo>
                    <a:pt x="62407" y="239763"/>
                  </a:lnTo>
                  <a:lnTo>
                    <a:pt x="81878" y="186156"/>
                  </a:lnTo>
                  <a:lnTo>
                    <a:pt x="60807" y="186156"/>
                  </a:lnTo>
                  <a:lnTo>
                    <a:pt x="54406" y="163753"/>
                  </a:lnTo>
                  <a:lnTo>
                    <a:pt x="21336" y="70142"/>
                  </a:lnTo>
                  <a:close/>
                </a:path>
                <a:path w="124459" h="261620">
                  <a:moveTo>
                    <a:pt x="124015" y="70142"/>
                  </a:moveTo>
                  <a:lnTo>
                    <a:pt x="102946" y="70142"/>
                  </a:lnTo>
                  <a:lnTo>
                    <a:pt x="69608" y="163753"/>
                  </a:lnTo>
                  <a:lnTo>
                    <a:pt x="62141" y="186156"/>
                  </a:lnTo>
                  <a:lnTo>
                    <a:pt x="81878" y="186156"/>
                  </a:lnTo>
                  <a:lnTo>
                    <a:pt x="124015" y="70142"/>
                  </a:lnTo>
                  <a:close/>
                </a:path>
                <a:path w="124459" h="261620">
                  <a:moveTo>
                    <a:pt x="72809" y="0"/>
                  </a:moveTo>
                  <a:lnTo>
                    <a:pt x="50139" y="45339"/>
                  </a:lnTo>
                  <a:lnTo>
                    <a:pt x="64007" y="51739"/>
                  </a:lnTo>
                  <a:lnTo>
                    <a:pt x="92278" y="9334"/>
                  </a:lnTo>
                  <a:lnTo>
                    <a:pt x="728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15831007" y="7555382"/>
            <a:ext cx="362585" cy="194310"/>
            <a:chOff x="15831007" y="7555382"/>
            <a:chExt cx="362585" cy="194310"/>
          </a:xfrm>
        </p:grpSpPr>
        <p:pic>
          <p:nvPicPr>
            <p:cNvPr id="87" name="object 8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5831007" y="7555382"/>
              <a:ext cx="118681" cy="19415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5985693" y="7555382"/>
              <a:ext cx="207759" cy="144018"/>
            </a:xfrm>
            <a:prstGeom prst="rect">
              <a:avLst/>
            </a:prstGeom>
          </p:spPr>
        </p:pic>
      </p:grpSp>
      <p:grpSp>
        <p:nvGrpSpPr>
          <p:cNvPr id="89" name="object 89"/>
          <p:cNvGrpSpPr/>
          <p:nvPr/>
        </p:nvGrpSpPr>
        <p:grpSpPr>
          <a:xfrm>
            <a:off x="16291597" y="7488440"/>
            <a:ext cx="666115" cy="261620"/>
            <a:chOff x="16291597" y="7488440"/>
            <a:chExt cx="666115" cy="261620"/>
          </a:xfrm>
        </p:grpSpPr>
        <p:pic>
          <p:nvPicPr>
            <p:cNvPr id="90" name="object 9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6291597" y="7490040"/>
              <a:ext cx="373913" cy="209359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687647" y="7498841"/>
              <a:ext cx="118681" cy="200558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16833532" y="7488440"/>
              <a:ext cx="124460" cy="261620"/>
            </a:xfrm>
            <a:custGeom>
              <a:avLst/>
              <a:gdLst/>
              <a:ahLst/>
              <a:cxnLst/>
              <a:rect l="l" t="t" r="r" b="b"/>
              <a:pathLst>
                <a:path w="124459" h="261620">
                  <a:moveTo>
                    <a:pt x="21336" y="70142"/>
                  </a:moveTo>
                  <a:lnTo>
                    <a:pt x="0" y="70142"/>
                  </a:lnTo>
                  <a:lnTo>
                    <a:pt x="51473" y="213093"/>
                  </a:lnTo>
                  <a:lnTo>
                    <a:pt x="41071" y="242430"/>
                  </a:lnTo>
                  <a:lnTo>
                    <a:pt x="19469" y="242430"/>
                  </a:lnTo>
                  <a:lnTo>
                    <a:pt x="19469" y="261099"/>
                  </a:lnTo>
                  <a:lnTo>
                    <a:pt x="37160" y="261099"/>
                  </a:lnTo>
                  <a:lnTo>
                    <a:pt x="42494" y="260477"/>
                  </a:lnTo>
                  <a:lnTo>
                    <a:pt x="62407" y="239763"/>
                  </a:lnTo>
                  <a:lnTo>
                    <a:pt x="81878" y="186156"/>
                  </a:lnTo>
                  <a:lnTo>
                    <a:pt x="60807" y="186156"/>
                  </a:lnTo>
                  <a:lnTo>
                    <a:pt x="54406" y="163753"/>
                  </a:lnTo>
                  <a:lnTo>
                    <a:pt x="21336" y="70142"/>
                  </a:lnTo>
                  <a:close/>
                </a:path>
                <a:path w="124459" h="261620">
                  <a:moveTo>
                    <a:pt x="124015" y="70142"/>
                  </a:moveTo>
                  <a:lnTo>
                    <a:pt x="102946" y="70142"/>
                  </a:lnTo>
                  <a:lnTo>
                    <a:pt x="69608" y="163753"/>
                  </a:lnTo>
                  <a:lnTo>
                    <a:pt x="62141" y="186156"/>
                  </a:lnTo>
                  <a:lnTo>
                    <a:pt x="81878" y="186156"/>
                  </a:lnTo>
                  <a:lnTo>
                    <a:pt x="124015" y="70142"/>
                  </a:lnTo>
                  <a:close/>
                </a:path>
                <a:path w="124459" h="261620">
                  <a:moveTo>
                    <a:pt x="72809" y="0"/>
                  </a:moveTo>
                  <a:lnTo>
                    <a:pt x="50139" y="45339"/>
                  </a:lnTo>
                  <a:lnTo>
                    <a:pt x="64008" y="51739"/>
                  </a:lnTo>
                  <a:lnTo>
                    <a:pt x="92278" y="9334"/>
                  </a:lnTo>
                  <a:lnTo>
                    <a:pt x="728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3" name="object 93"/>
          <p:cNvGrpSpPr/>
          <p:nvPr/>
        </p:nvGrpSpPr>
        <p:grpSpPr>
          <a:xfrm>
            <a:off x="965034" y="7879842"/>
            <a:ext cx="724535" cy="250825"/>
            <a:chOff x="965034" y="7879842"/>
            <a:chExt cx="724535" cy="250825"/>
          </a:xfrm>
        </p:grpSpPr>
        <p:pic>
          <p:nvPicPr>
            <p:cNvPr id="94" name="object 9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65034" y="7936382"/>
              <a:ext cx="124282" cy="144018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24521" y="7879842"/>
              <a:ext cx="178422" cy="25069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35747" y="7936382"/>
              <a:ext cx="121348" cy="144018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492300" y="7879842"/>
              <a:ext cx="197091" cy="197357"/>
            </a:xfrm>
            <a:prstGeom prst="rect">
              <a:avLst/>
            </a:prstGeom>
          </p:spPr>
        </p:pic>
      </p:grpSp>
      <p:grpSp>
        <p:nvGrpSpPr>
          <p:cNvPr id="98" name="object 98"/>
          <p:cNvGrpSpPr/>
          <p:nvPr/>
        </p:nvGrpSpPr>
        <p:grpSpPr>
          <a:xfrm>
            <a:off x="1772869" y="7869440"/>
            <a:ext cx="687705" cy="211454"/>
            <a:chOff x="1772869" y="7869440"/>
            <a:chExt cx="687705" cy="211454"/>
          </a:xfrm>
        </p:grpSpPr>
        <p:pic>
          <p:nvPicPr>
            <p:cNvPr id="99" name="object 9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772869" y="7939582"/>
              <a:ext cx="241362" cy="137617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041701" y="7879841"/>
              <a:ext cx="41910" cy="197485"/>
            </a:xfrm>
            <a:custGeom>
              <a:avLst/>
              <a:gdLst/>
              <a:ahLst/>
              <a:cxnLst/>
              <a:rect l="l" t="t" r="r" b="b"/>
              <a:pathLst>
                <a:path w="41910" h="197484">
                  <a:moveTo>
                    <a:pt x="21336" y="0"/>
                  </a:moveTo>
                  <a:lnTo>
                    <a:pt x="0" y="0"/>
                  </a:lnTo>
                  <a:lnTo>
                    <a:pt x="0" y="181622"/>
                  </a:lnTo>
                  <a:lnTo>
                    <a:pt x="1955" y="186912"/>
                  </a:lnTo>
                  <a:lnTo>
                    <a:pt x="9778" y="195268"/>
                  </a:lnTo>
                  <a:lnTo>
                    <a:pt x="15379" y="197357"/>
                  </a:lnTo>
                  <a:lnTo>
                    <a:pt x="41605" y="197357"/>
                  </a:lnTo>
                  <a:lnTo>
                    <a:pt x="41605" y="178688"/>
                  </a:lnTo>
                  <a:lnTo>
                    <a:pt x="21336" y="178688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103309" y="7869440"/>
              <a:ext cx="245630" cy="210959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369742" y="7876908"/>
              <a:ext cx="90411" cy="200291"/>
            </a:xfrm>
            <a:prstGeom prst="rect">
              <a:avLst/>
            </a:prstGeom>
          </p:spPr>
        </p:pic>
      </p:grpSp>
      <p:grpSp>
        <p:nvGrpSpPr>
          <p:cNvPr id="103" name="object 103"/>
          <p:cNvGrpSpPr/>
          <p:nvPr/>
        </p:nvGrpSpPr>
        <p:grpSpPr>
          <a:xfrm>
            <a:off x="2541230" y="7869440"/>
            <a:ext cx="666115" cy="261620"/>
            <a:chOff x="2541230" y="7869440"/>
            <a:chExt cx="666115" cy="261620"/>
          </a:xfrm>
        </p:grpSpPr>
        <p:pic>
          <p:nvPicPr>
            <p:cNvPr id="104" name="object 10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541230" y="7871040"/>
              <a:ext cx="373913" cy="209359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37280" y="7879841"/>
              <a:ext cx="118681" cy="200558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3083164" y="7869440"/>
              <a:ext cx="124460" cy="261620"/>
            </a:xfrm>
            <a:custGeom>
              <a:avLst/>
              <a:gdLst/>
              <a:ahLst/>
              <a:cxnLst/>
              <a:rect l="l" t="t" r="r" b="b"/>
              <a:pathLst>
                <a:path w="124460" h="261620">
                  <a:moveTo>
                    <a:pt x="21336" y="70142"/>
                  </a:moveTo>
                  <a:lnTo>
                    <a:pt x="0" y="70142"/>
                  </a:lnTo>
                  <a:lnTo>
                    <a:pt x="51473" y="213093"/>
                  </a:lnTo>
                  <a:lnTo>
                    <a:pt x="41071" y="242430"/>
                  </a:lnTo>
                  <a:lnTo>
                    <a:pt x="19469" y="242430"/>
                  </a:lnTo>
                  <a:lnTo>
                    <a:pt x="19469" y="261099"/>
                  </a:lnTo>
                  <a:lnTo>
                    <a:pt x="37160" y="261099"/>
                  </a:lnTo>
                  <a:lnTo>
                    <a:pt x="42494" y="260477"/>
                  </a:lnTo>
                  <a:lnTo>
                    <a:pt x="62407" y="239763"/>
                  </a:lnTo>
                  <a:lnTo>
                    <a:pt x="81878" y="186156"/>
                  </a:lnTo>
                  <a:lnTo>
                    <a:pt x="60807" y="186156"/>
                  </a:lnTo>
                  <a:lnTo>
                    <a:pt x="54406" y="163753"/>
                  </a:lnTo>
                  <a:lnTo>
                    <a:pt x="21336" y="70142"/>
                  </a:lnTo>
                  <a:close/>
                </a:path>
                <a:path w="124460" h="261620">
                  <a:moveTo>
                    <a:pt x="124015" y="70142"/>
                  </a:moveTo>
                  <a:lnTo>
                    <a:pt x="102946" y="70142"/>
                  </a:lnTo>
                  <a:lnTo>
                    <a:pt x="69608" y="163753"/>
                  </a:lnTo>
                  <a:lnTo>
                    <a:pt x="62141" y="186156"/>
                  </a:lnTo>
                  <a:lnTo>
                    <a:pt x="81878" y="186156"/>
                  </a:lnTo>
                  <a:lnTo>
                    <a:pt x="124015" y="70142"/>
                  </a:lnTo>
                  <a:close/>
                </a:path>
                <a:path w="124460" h="261620">
                  <a:moveTo>
                    <a:pt x="72809" y="0"/>
                  </a:moveTo>
                  <a:lnTo>
                    <a:pt x="50139" y="45339"/>
                  </a:lnTo>
                  <a:lnTo>
                    <a:pt x="64007" y="51739"/>
                  </a:lnTo>
                  <a:lnTo>
                    <a:pt x="92278" y="9334"/>
                  </a:lnTo>
                  <a:lnTo>
                    <a:pt x="728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" name="object 107"/>
          <p:cNvGrpSpPr/>
          <p:nvPr/>
        </p:nvGrpSpPr>
        <p:grpSpPr>
          <a:xfrm>
            <a:off x="3282389" y="7879842"/>
            <a:ext cx="744855" cy="200660"/>
            <a:chOff x="3282389" y="7879842"/>
            <a:chExt cx="744855" cy="200660"/>
          </a:xfrm>
        </p:grpSpPr>
        <p:pic>
          <p:nvPicPr>
            <p:cNvPr id="108" name="object 10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282389" y="7879842"/>
              <a:ext cx="73342" cy="19735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383735" y="7936382"/>
              <a:ext cx="208824" cy="144018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622965" y="7936382"/>
              <a:ext cx="188823" cy="140817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45659" y="7936382"/>
              <a:ext cx="121348" cy="144018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3994210" y="8045996"/>
              <a:ext cx="33020" cy="34925"/>
            </a:xfrm>
            <a:custGeom>
              <a:avLst/>
              <a:gdLst/>
              <a:ahLst/>
              <a:cxnLst/>
              <a:rect l="l" t="t" r="r" b="b"/>
              <a:pathLst>
                <a:path w="33020" h="34925">
                  <a:moveTo>
                    <a:pt x="21958" y="0"/>
                  </a:moveTo>
                  <a:lnTo>
                    <a:pt x="10756" y="0"/>
                  </a:lnTo>
                  <a:lnTo>
                    <a:pt x="6667" y="1422"/>
                  </a:lnTo>
                  <a:lnTo>
                    <a:pt x="1333" y="7112"/>
                  </a:lnTo>
                  <a:lnTo>
                    <a:pt x="0" y="10845"/>
                  </a:lnTo>
                  <a:lnTo>
                    <a:pt x="0" y="23380"/>
                  </a:lnTo>
                  <a:lnTo>
                    <a:pt x="1333" y="27070"/>
                  </a:lnTo>
                  <a:lnTo>
                    <a:pt x="6667" y="32937"/>
                  </a:lnTo>
                  <a:lnTo>
                    <a:pt x="10756" y="34404"/>
                  </a:lnTo>
                  <a:lnTo>
                    <a:pt x="16268" y="34404"/>
                  </a:lnTo>
                  <a:lnTo>
                    <a:pt x="21958" y="34404"/>
                  </a:lnTo>
                  <a:lnTo>
                    <a:pt x="26092" y="32937"/>
                  </a:lnTo>
                  <a:lnTo>
                    <a:pt x="31248" y="27070"/>
                  </a:lnTo>
                  <a:lnTo>
                    <a:pt x="32537" y="23380"/>
                  </a:lnTo>
                  <a:lnTo>
                    <a:pt x="32537" y="10845"/>
                  </a:lnTo>
                  <a:lnTo>
                    <a:pt x="31248" y="7112"/>
                  </a:lnTo>
                  <a:lnTo>
                    <a:pt x="26092" y="1422"/>
                  </a:lnTo>
                  <a:lnTo>
                    <a:pt x="2195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3" name="object 113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952499" y="590550"/>
            <a:ext cx="95250" cy="95239"/>
          </a:xfrm>
          <a:prstGeom prst="rect">
            <a:avLst/>
          </a:prstGeom>
        </p:spPr>
      </p:pic>
      <p:sp>
        <p:nvSpPr>
          <p:cNvPr id="114" name="object 114"/>
          <p:cNvSpPr txBox="1"/>
          <p:nvPr/>
        </p:nvSpPr>
        <p:spPr>
          <a:xfrm>
            <a:off x="1149350" y="454025"/>
            <a:ext cx="1333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15</a:t>
            </a:r>
            <a:r>
              <a:rPr sz="1800" spc="16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30" dirty="0">
                <a:solidFill>
                  <a:srgbClr val="8A857C"/>
                </a:solidFill>
                <a:latin typeface="Courier New"/>
                <a:cs typeface="Courier New"/>
              </a:rPr>
              <a:t>BUGY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939800" y="9636125"/>
            <a:ext cx="1333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15</a:t>
            </a:r>
            <a:r>
              <a:rPr sz="1800" spc="16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30" dirty="0">
                <a:solidFill>
                  <a:srgbClr val="8A857C"/>
                </a:solidFill>
                <a:latin typeface="Courier New"/>
                <a:cs typeface="Courier New"/>
              </a:rPr>
              <a:t>BUGY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800" y="1173972"/>
            <a:ext cx="15747936" cy="802143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1055"/>
              </a:spcBef>
            </a:pPr>
            <a:r>
              <a:rPr spc="155" dirty="0"/>
              <a:t>Tri</a:t>
            </a:r>
            <a:r>
              <a:rPr spc="-185" dirty="0"/>
              <a:t> </a:t>
            </a:r>
            <a:r>
              <a:rPr spc="135" dirty="0"/>
              <a:t>okruhy:</a:t>
            </a:r>
            <a:r>
              <a:rPr spc="-185" dirty="0"/>
              <a:t> </a:t>
            </a:r>
            <a:r>
              <a:rPr spc="245" dirty="0"/>
              <a:t>my</a:t>
            </a:r>
            <a:r>
              <a:rPr spc="-185" dirty="0"/>
              <a:t> </a:t>
            </a:r>
            <a:r>
              <a:rPr spc="90" dirty="0"/>
              <a:t>dvaja,</a:t>
            </a:r>
            <a:r>
              <a:rPr spc="-180" dirty="0"/>
              <a:t> </a:t>
            </a:r>
            <a:r>
              <a:rPr spc="140" dirty="0"/>
              <a:t>spolužiaci,</a:t>
            </a:r>
            <a:r>
              <a:rPr spc="-185" dirty="0"/>
              <a:t> </a:t>
            </a:r>
            <a:r>
              <a:rPr spc="180" dirty="0" err="1"/>
              <a:t>naši</a:t>
            </a:r>
            <a:r>
              <a:rPr lang="en-US" spc="-185" dirty="0"/>
              <a:t> </a:t>
            </a:r>
            <a:r>
              <a:rPr spc="155" dirty="0" err="1"/>
              <a:t>súrodenci</a:t>
            </a:r>
            <a:r>
              <a:rPr spc="155" dirty="0"/>
              <a:t>.</a:t>
            </a:r>
          </a:p>
        </p:txBody>
      </p:sp>
      <p:sp>
        <p:nvSpPr>
          <p:cNvPr id="3" name="object 3"/>
          <p:cNvSpPr/>
          <p:nvPr/>
        </p:nvSpPr>
        <p:spPr>
          <a:xfrm>
            <a:off x="952500" y="2771775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2500" y="4143375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2500" y="5915025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500" y="7286625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2500" y="8667750"/>
            <a:ext cx="16383000" cy="9525"/>
          </a:xfrm>
          <a:custGeom>
            <a:avLst/>
            <a:gdLst/>
            <a:ahLst/>
            <a:cxnLst/>
            <a:rect l="l" t="t" r="r" b="b"/>
            <a:pathLst>
              <a:path w="16383000" h="9525">
                <a:moveTo>
                  <a:pt x="16383000" y="0"/>
                </a:moveTo>
                <a:lnTo>
                  <a:pt x="0" y="0"/>
                </a:lnTo>
                <a:lnTo>
                  <a:pt x="0" y="9525"/>
                </a:lnTo>
                <a:lnTo>
                  <a:pt x="16383000" y="9525"/>
                </a:lnTo>
                <a:lnTo>
                  <a:pt x="163830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9800" y="310197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A857C"/>
                </a:solidFill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25776" y="3100520"/>
            <a:ext cx="1200150" cy="317500"/>
            <a:chOff x="2025776" y="3100520"/>
            <a:chExt cx="1200150" cy="3175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5776" y="3126752"/>
              <a:ext cx="184270" cy="22604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218791" y="3100520"/>
              <a:ext cx="151130" cy="317500"/>
            </a:xfrm>
            <a:custGeom>
              <a:avLst/>
              <a:gdLst/>
              <a:ahLst/>
              <a:cxnLst/>
              <a:rect l="l" t="t" r="r" b="b"/>
              <a:pathLst>
                <a:path w="151130" h="317500">
                  <a:moveTo>
                    <a:pt x="25907" y="85172"/>
                  </a:moveTo>
                  <a:lnTo>
                    <a:pt x="0" y="85172"/>
                  </a:lnTo>
                  <a:lnTo>
                    <a:pt x="62503" y="258756"/>
                  </a:lnTo>
                  <a:lnTo>
                    <a:pt x="49872" y="294379"/>
                  </a:lnTo>
                  <a:lnTo>
                    <a:pt x="23641" y="294379"/>
                  </a:lnTo>
                  <a:lnTo>
                    <a:pt x="23641" y="317049"/>
                  </a:lnTo>
                  <a:lnTo>
                    <a:pt x="45123" y="317049"/>
                  </a:lnTo>
                  <a:lnTo>
                    <a:pt x="51600" y="316293"/>
                  </a:lnTo>
                  <a:lnTo>
                    <a:pt x="75780" y="291141"/>
                  </a:lnTo>
                  <a:lnTo>
                    <a:pt x="99423" y="226047"/>
                  </a:lnTo>
                  <a:lnTo>
                    <a:pt x="73837" y="226047"/>
                  </a:lnTo>
                  <a:lnTo>
                    <a:pt x="66065" y="198843"/>
                  </a:lnTo>
                  <a:lnTo>
                    <a:pt x="25907" y="85172"/>
                  </a:lnTo>
                  <a:close/>
                </a:path>
                <a:path w="151130" h="317500">
                  <a:moveTo>
                    <a:pt x="150590" y="85172"/>
                  </a:moveTo>
                  <a:lnTo>
                    <a:pt x="125006" y="85172"/>
                  </a:lnTo>
                  <a:lnTo>
                    <a:pt x="84524" y="198843"/>
                  </a:lnTo>
                  <a:lnTo>
                    <a:pt x="75457" y="226047"/>
                  </a:lnTo>
                  <a:lnTo>
                    <a:pt x="99423" y="226047"/>
                  </a:lnTo>
                  <a:lnTo>
                    <a:pt x="150590" y="85172"/>
                  </a:lnTo>
                  <a:close/>
                </a:path>
                <a:path w="151130" h="317500">
                  <a:moveTo>
                    <a:pt x="88411" y="0"/>
                  </a:moveTo>
                  <a:lnTo>
                    <a:pt x="60883" y="55054"/>
                  </a:lnTo>
                  <a:lnTo>
                    <a:pt x="77724" y="62826"/>
                  </a:lnTo>
                  <a:lnTo>
                    <a:pt x="112052" y="11334"/>
                  </a:lnTo>
                  <a:lnTo>
                    <a:pt x="8841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0716" y="3181807"/>
              <a:ext cx="317049" cy="17487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13304" y="3100526"/>
              <a:ext cx="244475" cy="317500"/>
            </a:xfrm>
            <a:custGeom>
              <a:avLst/>
              <a:gdLst/>
              <a:ahLst/>
              <a:cxnLst/>
              <a:rect l="l" t="t" r="r" b="b"/>
              <a:pathLst>
                <a:path w="244475" h="317500">
                  <a:moveTo>
                    <a:pt x="53111" y="85166"/>
                  </a:moveTo>
                  <a:lnTo>
                    <a:pt x="27203" y="85166"/>
                  </a:lnTo>
                  <a:lnTo>
                    <a:pt x="27203" y="294373"/>
                  </a:lnTo>
                  <a:lnTo>
                    <a:pt x="0" y="294373"/>
                  </a:lnTo>
                  <a:lnTo>
                    <a:pt x="0" y="317042"/>
                  </a:lnTo>
                  <a:lnTo>
                    <a:pt x="16840" y="317042"/>
                  </a:lnTo>
                  <a:lnTo>
                    <a:pt x="50927" y="293776"/>
                  </a:lnTo>
                  <a:lnTo>
                    <a:pt x="53111" y="278180"/>
                  </a:lnTo>
                  <a:lnTo>
                    <a:pt x="53111" y="85166"/>
                  </a:lnTo>
                  <a:close/>
                </a:path>
                <a:path w="244475" h="317500">
                  <a:moveTo>
                    <a:pt x="56032" y="22885"/>
                  </a:moveTo>
                  <a:lnTo>
                    <a:pt x="54787" y="19380"/>
                  </a:lnTo>
                  <a:lnTo>
                    <a:pt x="49822" y="13982"/>
                  </a:lnTo>
                  <a:lnTo>
                    <a:pt x="45770" y="12623"/>
                  </a:lnTo>
                  <a:lnTo>
                    <a:pt x="34759" y="12623"/>
                  </a:lnTo>
                  <a:lnTo>
                    <a:pt x="30772" y="13982"/>
                  </a:lnTo>
                  <a:lnTo>
                    <a:pt x="25590" y="19380"/>
                  </a:lnTo>
                  <a:lnTo>
                    <a:pt x="24295" y="22885"/>
                  </a:lnTo>
                  <a:lnTo>
                    <a:pt x="24295" y="35725"/>
                  </a:lnTo>
                  <a:lnTo>
                    <a:pt x="25590" y="39243"/>
                  </a:lnTo>
                  <a:lnTo>
                    <a:pt x="30772" y="44640"/>
                  </a:lnTo>
                  <a:lnTo>
                    <a:pt x="34759" y="45986"/>
                  </a:lnTo>
                  <a:lnTo>
                    <a:pt x="45770" y="45986"/>
                  </a:lnTo>
                  <a:lnTo>
                    <a:pt x="49822" y="44640"/>
                  </a:lnTo>
                  <a:lnTo>
                    <a:pt x="54787" y="39243"/>
                  </a:lnTo>
                  <a:lnTo>
                    <a:pt x="56032" y="35725"/>
                  </a:lnTo>
                  <a:lnTo>
                    <a:pt x="56032" y="22885"/>
                  </a:lnTo>
                  <a:close/>
                </a:path>
                <a:path w="244475" h="317500">
                  <a:moveTo>
                    <a:pt x="198843" y="11328"/>
                  </a:moveTo>
                  <a:lnTo>
                    <a:pt x="175209" y="0"/>
                  </a:lnTo>
                  <a:lnTo>
                    <a:pt x="147675" y="55054"/>
                  </a:lnTo>
                  <a:lnTo>
                    <a:pt x="164515" y="62826"/>
                  </a:lnTo>
                  <a:lnTo>
                    <a:pt x="198843" y="11328"/>
                  </a:lnTo>
                  <a:close/>
                </a:path>
                <a:path w="244475" h="317500">
                  <a:moveTo>
                    <a:pt x="244182" y="229603"/>
                  </a:moveTo>
                  <a:lnTo>
                    <a:pt x="225082" y="229603"/>
                  </a:lnTo>
                  <a:lnTo>
                    <a:pt x="225082" y="225069"/>
                  </a:lnTo>
                  <a:lnTo>
                    <a:pt x="225082" y="215684"/>
                  </a:lnTo>
                  <a:lnTo>
                    <a:pt x="225082" y="176174"/>
                  </a:lnTo>
                  <a:lnTo>
                    <a:pt x="225082" y="137629"/>
                  </a:lnTo>
                  <a:lnTo>
                    <a:pt x="224015" y="125082"/>
                  </a:lnTo>
                  <a:lnTo>
                    <a:pt x="220827" y="113995"/>
                  </a:lnTo>
                  <a:lnTo>
                    <a:pt x="215506" y="104355"/>
                  </a:lnTo>
                  <a:lnTo>
                    <a:pt x="214845" y="103632"/>
                  </a:lnTo>
                  <a:lnTo>
                    <a:pt x="208076" y="96177"/>
                  </a:lnTo>
                  <a:lnTo>
                    <a:pt x="198755" y="89662"/>
                  </a:lnTo>
                  <a:lnTo>
                    <a:pt x="187794" y="85013"/>
                  </a:lnTo>
                  <a:lnTo>
                    <a:pt x="175196" y="82219"/>
                  </a:lnTo>
                  <a:lnTo>
                    <a:pt x="160959" y="81280"/>
                  </a:lnTo>
                  <a:lnTo>
                    <a:pt x="150101" y="81889"/>
                  </a:lnTo>
                  <a:lnTo>
                    <a:pt x="110515" y="101612"/>
                  </a:lnTo>
                  <a:lnTo>
                    <a:pt x="101688" y="113995"/>
                  </a:lnTo>
                  <a:lnTo>
                    <a:pt x="117233" y="128562"/>
                  </a:lnTo>
                  <a:lnTo>
                    <a:pt x="121767" y="121005"/>
                  </a:lnTo>
                  <a:lnTo>
                    <a:pt x="127495" y="114960"/>
                  </a:lnTo>
                  <a:lnTo>
                    <a:pt x="159664" y="103632"/>
                  </a:lnTo>
                  <a:lnTo>
                    <a:pt x="169049" y="104216"/>
                  </a:lnTo>
                  <a:lnTo>
                    <a:pt x="198564" y="131851"/>
                  </a:lnTo>
                  <a:lnTo>
                    <a:pt x="199174" y="140220"/>
                  </a:lnTo>
                  <a:lnTo>
                    <a:pt x="199174" y="156743"/>
                  </a:lnTo>
                  <a:lnTo>
                    <a:pt x="199174" y="176174"/>
                  </a:lnTo>
                  <a:lnTo>
                    <a:pt x="199174" y="209308"/>
                  </a:lnTo>
                  <a:lnTo>
                    <a:pt x="197281" y="214439"/>
                  </a:lnTo>
                  <a:lnTo>
                    <a:pt x="189725" y="223723"/>
                  </a:lnTo>
                  <a:lnTo>
                    <a:pt x="184543" y="227393"/>
                  </a:lnTo>
                  <a:lnTo>
                    <a:pt x="171373" y="232791"/>
                  </a:lnTo>
                  <a:lnTo>
                    <a:pt x="163766" y="234137"/>
                  </a:lnTo>
                  <a:lnTo>
                    <a:pt x="145199" y="234137"/>
                  </a:lnTo>
                  <a:lnTo>
                    <a:pt x="137210" y="231876"/>
                  </a:lnTo>
                  <a:lnTo>
                    <a:pt x="125120" y="222808"/>
                  </a:lnTo>
                  <a:lnTo>
                    <a:pt x="122212" y="216700"/>
                  </a:lnTo>
                  <a:lnTo>
                    <a:pt x="122097" y="193230"/>
                  </a:lnTo>
                  <a:lnTo>
                    <a:pt x="125552" y="186969"/>
                  </a:lnTo>
                  <a:lnTo>
                    <a:pt x="164846" y="176174"/>
                  </a:lnTo>
                  <a:lnTo>
                    <a:pt x="199174" y="176174"/>
                  </a:lnTo>
                  <a:lnTo>
                    <a:pt x="199174" y="156743"/>
                  </a:lnTo>
                  <a:lnTo>
                    <a:pt x="166141" y="156743"/>
                  </a:lnTo>
                  <a:lnTo>
                    <a:pt x="154520" y="157099"/>
                  </a:lnTo>
                  <a:lnTo>
                    <a:pt x="112420" y="169367"/>
                  </a:lnTo>
                  <a:lnTo>
                    <a:pt x="94894" y="205638"/>
                  </a:lnTo>
                  <a:lnTo>
                    <a:pt x="95618" y="214439"/>
                  </a:lnTo>
                  <a:lnTo>
                    <a:pt x="95719" y="215684"/>
                  </a:lnTo>
                  <a:lnTo>
                    <a:pt x="117729" y="248513"/>
                  </a:lnTo>
                  <a:lnTo>
                    <a:pt x="150914" y="256159"/>
                  </a:lnTo>
                  <a:lnTo>
                    <a:pt x="159359" y="255663"/>
                  </a:lnTo>
                  <a:lnTo>
                    <a:pt x="194868" y="234137"/>
                  </a:lnTo>
                  <a:lnTo>
                    <a:pt x="196100" y="232232"/>
                  </a:lnTo>
                  <a:lnTo>
                    <a:pt x="199174" y="225069"/>
                  </a:lnTo>
                  <a:lnTo>
                    <a:pt x="200533" y="225069"/>
                  </a:lnTo>
                  <a:lnTo>
                    <a:pt x="201434" y="230581"/>
                  </a:lnTo>
                  <a:lnTo>
                    <a:pt x="205320" y="240944"/>
                  </a:lnTo>
                  <a:lnTo>
                    <a:pt x="208457" y="244995"/>
                  </a:lnTo>
                  <a:lnTo>
                    <a:pt x="217093" y="250825"/>
                  </a:lnTo>
                  <a:lnTo>
                    <a:pt x="222707" y="252272"/>
                  </a:lnTo>
                  <a:lnTo>
                    <a:pt x="244182" y="252272"/>
                  </a:lnTo>
                  <a:lnTo>
                    <a:pt x="244182" y="22960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4412" y="3181807"/>
              <a:ext cx="230905" cy="174879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70980" y="3113151"/>
            <a:ext cx="300208" cy="24353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72228" y="3113151"/>
            <a:ext cx="1484204" cy="243535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5259741" y="3242043"/>
            <a:ext cx="229870" cy="24765"/>
          </a:xfrm>
          <a:custGeom>
            <a:avLst/>
            <a:gdLst/>
            <a:ahLst/>
            <a:cxnLst/>
            <a:rect l="l" t="t" r="r" b="b"/>
            <a:pathLst>
              <a:path w="229870" h="24764">
                <a:moveTo>
                  <a:pt x="229285" y="0"/>
                </a:moveTo>
                <a:lnTo>
                  <a:pt x="0" y="0"/>
                </a:lnTo>
                <a:lnTo>
                  <a:pt x="0" y="24612"/>
                </a:lnTo>
                <a:lnTo>
                  <a:pt x="229285" y="24612"/>
                </a:lnTo>
                <a:lnTo>
                  <a:pt x="229285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5593307" y="3113151"/>
            <a:ext cx="508000" cy="243840"/>
            <a:chOff x="5593307" y="3113151"/>
            <a:chExt cx="508000" cy="24384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93307" y="3113151"/>
              <a:ext cx="144113" cy="24353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80168" y="3181807"/>
              <a:ext cx="147351" cy="17487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70268" y="3181807"/>
              <a:ext cx="130511" cy="170992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6154215" y="3181807"/>
            <a:ext cx="391795" cy="214629"/>
            <a:chOff x="6154215" y="3181807"/>
            <a:chExt cx="391795" cy="214629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54215" y="3181807"/>
              <a:ext cx="130511" cy="1709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25854" y="3181807"/>
              <a:ext cx="147351" cy="17487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494581" y="3314909"/>
              <a:ext cx="51435" cy="81280"/>
            </a:xfrm>
            <a:custGeom>
              <a:avLst/>
              <a:gdLst/>
              <a:ahLst/>
              <a:cxnLst/>
              <a:rect l="l" t="t" r="r" b="b"/>
              <a:pathLst>
                <a:path w="51434" h="81279">
                  <a:moveTo>
                    <a:pt x="38322" y="0"/>
                  </a:moveTo>
                  <a:lnTo>
                    <a:pt x="31413" y="0"/>
                  </a:lnTo>
                  <a:lnTo>
                    <a:pt x="24720" y="0"/>
                  </a:lnTo>
                  <a:lnTo>
                    <a:pt x="19754" y="1780"/>
                  </a:lnTo>
                  <a:lnTo>
                    <a:pt x="13277" y="8905"/>
                  </a:lnTo>
                  <a:lnTo>
                    <a:pt x="11658" y="13493"/>
                  </a:lnTo>
                  <a:lnTo>
                    <a:pt x="11658" y="27959"/>
                  </a:lnTo>
                  <a:lnTo>
                    <a:pt x="12683" y="31629"/>
                  </a:lnTo>
                  <a:lnTo>
                    <a:pt x="16785" y="37674"/>
                  </a:lnTo>
                  <a:lnTo>
                    <a:pt x="19970" y="39725"/>
                  </a:lnTo>
                  <a:lnTo>
                    <a:pt x="24288" y="40805"/>
                  </a:lnTo>
                  <a:lnTo>
                    <a:pt x="22561" y="48361"/>
                  </a:lnTo>
                  <a:lnTo>
                    <a:pt x="19700" y="55215"/>
                  </a:lnTo>
                  <a:lnTo>
                    <a:pt x="11711" y="67522"/>
                  </a:lnTo>
                  <a:lnTo>
                    <a:pt x="6476" y="74053"/>
                  </a:lnTo>
                  <a:lnTo>
                    <a:pt x="0" y="80962"/>
                  </a:lnTo>
                  <a:lnTo>
                    <a:pt x="21697" y="80962"/>
                  </a:lnTo>
                  <a:lnTo>
                    <a:pt x="46796" y="44893"/>
                  </a:lnTo>
                  <a:lnTo>
                    <a:pt x="51168" y="23641"/>
                  </a:lnTo>
                  <a:lnTo>
                    <a:pt x="51168" y="13493"/>
                  </a:lnTo>
                  <a:lnTo>
                    <a:pt x="49602" y="8905"/>
                  </a:lnTo>
                  <a:lnTo>
                    <a:pt x="43341" y="1780"/>
                  </a:lnTo>
                  <a:lnTo>
                    <a:pt x="38322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673993" y="3102463"/>
            <a:ext cx="817244" cy="315595"/>
            <a:chOff x="6673993" y="3102463"/>
            <a:chExt cx="817244" cy="315595"/>
          </a:xfrm>
        </p:grpSpPr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73993" y="3181807"/>
              <a:ext cx="144113" cy="23576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49520" y="3181807"/>
              <a:ext cx="150914" cy="17487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030876" y="3102463"/>
              <a:ext cx="139065" cy="254635"/>
            </a:xfrm>
            <a:custGeom>
              <a:avLst/>
              <a:gdLst/>
              <a:ahLst/>
              <a:cxnLst/>
              <a:rect l="l" t="t" r="r" b="b"/>
              <a:pathLst>
                <a:path w="139065" h="254635">
                  <a:moveTo>
                    <a:pt x="74485" y="79343"/>
                  </a:moveTo>
                  <a:lnTo>
                    <a:pt x="30370" y="92641"/>
                  </a:lnTo>
                  <a:lnTo>
                    <a:pt x="4897" y="130754"/>
                  </a:lnTo>
                  <a:lnTo>
                    <a:pt x="0" y="166782"/>
                  </a:lnTo>
                  <a:lnTo>
                    <a:pt x="1224" y="185829"/>
                  </a:lnTo>
                  <a:lnTo>
                    <a:pt x="19592" y="230581"/>
                  </a:lnTo>
                  <a:lnTo>
                    <a:pt x="57817" y="252744"/>
                  </a:lnTo>
                  <a:lnTo>
                    <a:pt x="74485" y="254222"/>
                  </a:lnTo>
                  <a:lnTo>
                    <a:pt x="85971" y="253544"/>
                  </a:lnTo>
                  <a:lnTo>
                    <a:pt x="121999" y="237513"/>
                  </a:lnTo>
                  <a:lnTo>
                    <a:pt x="128095" y="231228"/>
                  </a:lnTo>
                  <a:lnTo>
                    <a:pt x="74485" y="231228"/>
                  </a:lnTo>
                  <a:lnTo>
                    <a:pt x="63687" y="230338"/>
                  </a:lnTo>
                  <a:lnTo>
                    <a:pt x="30805" y="200867"/>
                  </a:lnTo>
                  <a:lnTo>
                    <a:pt x="27851" y="181032"/>
                  </a:lnTo>
                  <a:lnTo>
                    <a:pt x="27851" y="152533"/>
                  </a:lnTo>
                  <a:lnTo>
                    <a:pt x="46203" y="110331"/>
                  </a:lnTo>
                  <a:lnTo>
                    <a:pt x="74485" y="102336"/>
                  </a:lnTo>
                  <a:lnTo>
                    <a:pt x="127321" y="102336"/>
                  </a:lnTo>
                  <a:lnTo>
                    <a:pt x="121747" y="96244"/>
                  </a:lnTo>
                  <a:lnTo>
                    <a:pt x="114642" y="90354"/>
                  </a:lnTo>
                  <a:lnTo>
                    <a:pt x="106425" y="85536"/>
                  </a:lnTo>
                  <a:lnTo>
                    <a:pt x="96993" y="82095"/>
                  </a:lnTo>
                  <a:lnTo>
                    <a:pt x="86346" y="80031"/>
                  </a:lnTo>
                  <a:lnTo>
                    <a:pt x="74485" y="79343"/>
                  </a:lnTo>
                  <a:close/>
                </a:path>
                <a:path w="139065" h="254635">
                  <a:moveTo>
                    <a:pt x="119824" y="202082"/>
                  </a:moveTo>
                  <a:lnTo>
                    <a:pt x="89220" y="229366"/>
                  </a:lnTo>
                  <a:lnTo>
                    <a:pt x="82035" y="230783"/>
                  </a:lnTo>
                  <a:lnTo>
                    <a:pt x="81809" y="230783"/>
                  </a:lnTo>
                  <a:lnTo>
                    <a:pt x="74485" y="231228"/>
                  </a:lnTo>
                  <a:lnTo>
                    <a:pt x="128095" y="231228"/>
                  </a:lnTo>
                  <a:lnTo>
                    <a:pt x="128527" y="230783"/>
                  </a:lnTo>
                  <a:lnTo>
                    <a:pt x="134041" y="223213"/>
                  </a:lnTo>
                  <a:lnTo>
                    <a:pt x="138607" y="214712"/>
                  </a:lnTo>
                  <a:lnTo>
                    <a:pt x="119824" y="202082"/>
                  </a:lnTo>
                  <a:close/>
                </a:path>
                <a:path w="139065" h="254635">
                  <a:moveTo>
                    <a:pt x="127321" y="102336"/>
                  </a:moveTo>
                  <a:lnTo>
                    <a:pt x="74485" y="102336"/>
                  </a:lnTo>
                  <a:lnTo>
                    <a:pt x="85128" y="102984"/>
                  </a:lnTo>
                  <a:lnTo>
                    <a:pt x="82822" y="102984"/>
                  </a:lnTo>
                  <a:lnTo>
                    <a:pt x="115290" y="129540"/>
                  </a:lnTo>
                  <a:lnTo>
                    <a:pt x="136988" y="118529"/>
                  </a:lnTo>
                  <a:lnTo>
                    <a:pt x="132920" y="110331"/>
                  </a:lnTo>
                  <a:lnTo>
                    <a:pt x="127895" y="102984"/>
                  </a:lnTo>
                  <a:lnTo>
                    <a:pt x="127321" y="102336"/>
                  </a:lnTo>
                  <a:close/>
                </a:path>
                <a:path w="139065" h="254635">
                  <a:moveTo>
                    <a:pt x="36271" y="0"/>
                  </a:moveTo>
                  <a:lnTo>
                    <a:pt x="22021" y="10039"/>
                  </a:lnTo>
                  <a:lnTo>
                    <a:pt x="57969" y="56349"/>
                  </a:lnTo>
                  <a:lnTo>
                    <a:pt x="90354" y="56349"/>
                  </a:lnTo>
                  <a:lnTo>
                    <a:pt x="104682" y="37890"/>
                  </a:lnTo>
                  <a:lnTo>
                    <a:pt x="74161" y="37890"/>
                  </a:lnTo>
                  <a:lnTo>
                    <a:pt x="36271" y="0"/>
                  </a:lnTo>
                  <a:close/>
                </a:path>
                <a:path w="139065" h="254635">
                  <a:moveTo>
                    <a:pt x="112052" y="0"/>
                  </a:moveTo>
                  <a:lnTo>
                    <a:pt x="74161" y="37890"/>
                  </a:lnTo>
                  <a:lnTo>
                    <a:pt x="104682" y="37890"/>
                  </a:lnTo>
                  <a:lnTo>
                    <a:pt x="126301" y="10039"/>
                  </a:lnTo>
                  <a:lnTo>
                    <a:pt x="112052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92801" y="3181807"/>
              <a:ext cx="149294" cy="17487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63146" y="3181807"/>
              <a:ext cx="127920" cy="174879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7613158" y="3100520"/>
            <a:ext cx="774700" cy="317500"/>
            <a:chOff x="7613158" y="3100520"/>
            <a:chExt cx="774700" cy="317500"/>
          </a:xfrm>
        </p:grpSpPr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13158" y="3181807"/>
              <a:ext cx="144113" cy="23576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00990" y="3185693"/>
              <a:ext cx="85820" cy="16710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905271" y="3100520"/>
              <a:ext cx="149860" cy="256540"/>
            </a:xfrm>
            <a:custGeom>
              <a:avLst/>
              <a:gdLst/>
              <a:ahLst/>
              <a:cxnLst/>
              <a:rect l="l" t="t" r="r" b="b"/>
              <a:pathLst>
                <a:path w="149859" h="256539">
                  <a:moveTo>
                    <a:pt x="119960" y="103631"/>
                  </a:moveTo>
                  <a:lnTo>
                    <a:pt x="64770" y="103631"/>
                  </a:lnTo>
                  <a:lnTo>
                    <a:pt x="74161" y="104218"/>
                  </a:lnTo>
                  <a:lnTo>
                    <a:pt x="82257" y="105979"/>
                  </a:lnTo>
                  <a:lnTo>
                    <a:pt x="104279" y="140227"/>
                  </a:lnTo>
                  <a:lnTo>
                    <a:pt x="104279" y="156743"/>
                  </a:lnTo>
                  <a:lnTo>
                    <a:pt x="71247" y="156743"/>
                  </a:lnTo>
                  <a:lnTo>
                    <a:pt x="59638" y="157097"/>
                  </a:lnTo>
                  <a:lnTo>
                    <a:pt x="17528" y="169372"/>
                  </a:lnTo>
                  <a:lnTo>
                    <a:pt x="0" y="205644"/>
                  </a:lnTo>
                  <a:lnTo>
                    <a:pt x="733" y="214442"/>
                  </a:lnTo>
                  <a:lnTo>
                    <a:pt x="836" y="215684"/>
                  </a:lnTo>
                  <a:lnTo>
                    <a:pt x="920" y="216696"/>
                  </a:lnTo>
                  <a:lnTo>
                    <a:pt x="22841" y="248514"/>
                  </a:lnTo>
                  <a:lnTo>
                    <a:pt x="56026" y="256165"/>
                  </a:lnTo>
                  <a:lnTo>
                    <a:pt x="64476" y="255669"/>
                  </a:lnTo>
                  <a:lnTo>
                    <a:pt x="99982" y="234143"/>
                  </a:lnTo>
                  <a:lnTo>
                    <a:pt x="50304" y="234143"/>
                  </a:lnTo>
                  <a:lnTo>
                    <a:pt x="42316" y="231876"/>
                  </a:lnTo>
                  <a:lnTo>
                    <a:pt x="30225" y="222808"/>
                  </a:lnTo>
                  <a:lnTo>
                    <a:pt x="27325" y="216696"/>
                  </a:lnTo>
                  <a:lnTo>
                    <a:pt x="27203" y="193230"/>
                  </a:lnTo>
                  <a:lnTo>
                    <a:pt x="30657" y="186969"/>
                  </a:lnTo>
                  <a:lnTo>
                    <a:pt x="69951" y="176174"/>
                  </a:lnTo>
                  <a:lnTo>
                    <a:pt x="130187" y="176174"/>
                  </a:lnTo>
                  <a:lnTo>
                    <a:pt x="130187" y="137636"/>
                  </a:lnTo>
                  <a:lnTo>
                    <a:pt x="129124" y="125087"/>
                  </a:lnTo>
                  <a:lnTo>
                    <a:pt x="125936" y="113995"/>
                  </a:lnTo>
                  <a:lnTo>
                    <a:pt x="120623" y="104360"/>
                  </a:lnTo>
                  <a:lnTo>
                    <a:pt x="119960" y="103631"/>
                  </a:lnTo>
                  <a:close/>
                </a:path>
                <a:path w="149859" h="256539">
                  <a:moveTo>
                    <a:pt x="105575" y="215684"/>
                  </a:moveTo>
                  <a:lnTo>
                    <a:pt x="122199" y="250821"/>
                  </a:lnTo>
                  <a:lnTo>
                    <a:pt x="127812" y="252279"/>
                  </a:lnTo>
                  <a:lnTo>
                    <a:pt x="149294" y="252279"/>
                  </a:lnTo>
                  <a:lnTo>
                    <a:pt x="149294" y="229609"/>
                  </a:lnTo>
                  <a:lnTo>
                    <a:pt x="130187" y="229609"/>
                  </a:lnTo>
                  <a:lnTo>
                    <a:pt x="130187" y="225075"/>
                  </a:lnTo>
                  <a:lnTo>
                    <a:pt x="115614" y="225075"/>
                  </a:lnTo>
                  <a:lnTo>
                    <a:pt x="105575" y="215684"/>
                  </a:lnTo>
                  <a:close/>
                </a:path>
                <a:path w="149859" h="256539">
                  <a:moveTo>
                    <a:pt x="130187" y="176174"/>
                  </a:moveTo>
                  <a:lnTo>
                    <a:pt x="104279" y="176174"/>
                  </a:lnTo>
                  <a:lnTo>
                    <a:pt x="104279" y="209315"/>
                  </a:lnTo>
                  <a:lnTo>
                    <a:pt x="102389" y="214442"/>
                  </a:lnTo>
                  <a:lnTo>
                    <a:pt x="94833" y="223725"/>
                  </a:lnTo>
                  <a:lnTo>
                    <a:pt x="89651" y="227396"/>
                  </a:lnTo>
                  <a:lnTo>
                    <a:pt x="76481" y="232793"/>
                  </a:lnTo>
                  <a:lnTo>
                    <a:pt x="68872" y="234143"/>
                  </a:lnTo>
                  <a:lnTo>
                    <a:pt x="99982" y="234143"/>
                  </a:lnTo>
                  <a:lnTo>
                    <a:pt x="101213" y="232230"/>
                  </a:lnTo>
                  <a:lnTo>
                    <a:pt x="104279" y="225075"/>
                  </a:lnTo>
                  <a:lnTo>
                    <a:pt x="105645" y="225075"/>
                  </a:lnTo>
                  <a:lnTo>
                    <a:pt x="105575" y="215684"/>
                  </a:lnTo>
                  <a:lnTo>
                    <a:pt x="130187" y="215684"/>
                  </a:lnTo>
                  <a:lnTo>
                    <a:pt x="130187" y="176174"/>
                  </a:lnTo>
                  <a:close/>
                </a:path>
                <a:path w="149859" h="256539">
                  <a:moveTo>
                    <a:pt x="130187" y="215684"/>
                  </a:moveTo>
                  <a:lnTo>
                    <a:pt x="105575" y="215684"/>
                  </a:lnTo>
                  <a:lnTo>
                    <a:pt x="115614" y="225075"/>
                  </a:lnTo>
                  <a:lnTo>
                    <a:pt x="130187" y="225075"/>
                  </a:lnTo>
                  <a:lnTo>
                    <a:pt x="130187" y="215684"/>
                  </a:lnTo>
                  <a:close/>
                </a:path>
                <a:path w="149859" h="256539">
                  <a:moveTo>
                    <a:pt x="66065" y="81286"/>
                  </a:moveTo>
                  <a:lnTo>
                    <a:pt x="28498" y="91001"/>
                  </a:lnTo>
                  <a:lnTo>
                    <a:pt x="6800" y="113995"/>
                  </a:lnTo>
                  <a:lnTo>
                    <a:pt x="22345" y="128568"/>
                  </a:lnTo>
                  <a:lnTo>
                    <a:pt x="26879" y="121011"/>
                  </a:lnTo>
                  <a:lnTo>
                    <a:pt x="32600" y="114966"/>
                  </a:lnTo>
                  <a:lnTo>
                    <a:pt x="64770" y="103631"/>
                  </a:lnTo>
                  <a:lnTo>
                    <a:pt x="119960" y="103631"/>
                  </a:lnTo>
                  <a:lnTo>
                    <a:pt x="113184" y="96183"/>
                  </a:lnTo>
                  <a:lnTo>
                    <a:pt x="103864" y="89665"/>
                  </a:lnTo>
                  <a:lnTo>
                    <a:pt x="92904" y="85010"/>
                  </a:lnTo>
                  <a:lnTo>
                    <a:pt x="80304" y="82217"/>
                  </a:lnTo>
                  <a:lnTo>
                    <a:pt x="66065" y="81286"/>
                  </a:lnTo>
                  <a:close/>
                </a:path>
                <a:path w="149859" h="256539">
                  <a:moveTo>
                    <a:pt x="80314" y="0"/>
                  </a:moveTo>
                  <a:lnTo>
                    <a:pt x="52787" y="55054"/>
                  </a:lnTo>
                  <a:lnTo>
                    <a:pt x="69627" y="62826"/>
                  </a:lnTo>
                  <a:lnTo>
                    <a:pt x="103955" y="11334"/>
                  </a:lnTo>
                  <a:lnTo>
                    <a:pt x="80314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79177" y="3181807"/>
              <a:ext cx="138607" cy="1748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40130" y="3181807"/>
              <a:ext cx="147351" cy="174879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2044044" y="3624224"/>
            <a:ext cx="646430" cy="258445"/>
            <a:chOff x="2044044" y="3624224"/>
            <a:chExt cx="646430" cy="258445"/>
          </a:xfrm>
        </p:grpSpPr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44044" y="3625558"/>
              <a:ext cx="362188" cy="20669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28262" y="3631692"/>
              <a:ext cx="114009" cy="20055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572353" y="3624224"/>
              <a:ext cx="118110" cy="258445"/>
            </a:xfrm>
            <a:custGeom>
              <a:avLst/>
              <a:gdLst/>
              <a:ahLst/>
              <a:cxnLst/>
              <a:rect l="l" t="t" r="r" b="b"/>
              <a:pathLst>
                <a:path w="118110" h="258445">
                  <a:moveTo>
                    <a:pt x="15468" y="68275"/>
                  </a:moveTo>
                  <a:lnTo>
                    <a:pt x="0" y="68275"/>
                  </a:lnTo>
                  <a:lnTo>
                    <a:pt x="51206" y="208826"/>
                  </a:lnTo>
                  <a:lnTo>
                    <a:pt x="38138" y="244830"/>
                  </a:lnTo>
                  <a:lnTo>
                    <a:pt x="15201" y="244830"/>
                  </a:lnTo>
                  <a:lnTo>
                    <a:pt x="15201" y="258165"/>
                  </a:lnTo>
                  <a:lnTo>
                    <a:pt x="35293" y="258165"/>
                  </a:lnTo>
                  <a:lnTo>
                    <a:pt x="39027" y="257721"/>
                  </a:lnTo>
                  <a:lnTo>
                    <a:pt x="53339" y="243230"/>
                  </a:lnTo>
                  <a:lnTo>
                    <a:pt x="73229" y="189090"/>
                  </a:lnTo>
                  <a:lnTo>
                    <a:pt x="57873" y="189090"/>
                  </a:lnTo>
                  <a:lnTo>
                    <a:pt x="47472" y="157886"/>
                  </a:lnTo>
                  <a:lnTo>
                    <a:pt x="15468" y="68275"/>
                  </a:lnTo>
                  <a:close/>
                </a:path>
                <a:path w="118110" h="258445">
                  <a:moveTo>
                    <a:pt x="117614" y="68275"/>
                  </a:moveTo>
                  <a:lnTo>
                    <a:pt x="102412" y="68275"/>
                  </a:lnTo>
                  <a:lnTo>
                    <a:pt x="58940" y="189090"/>
                  </a:lnTo>
                  <a:lnTo>
                    <a:pt x="73229" y="189090"/>
                  </a:lnTo>
                  <a:lnTo>
                    <a:pt x="117614" y="68275"/>
                  </a:lnTo>
                  <a:close/>
                </a:path>
                <a:path w="118110" h="258445">
                  <a:moveTo>
                    <a:pt x="73609" y="0"/>
                  </a:moveTo>
                  <a:lnTo>
                    <a:pt x="48272" y="43738"/>
                  </a:lnTo>
                  <a:lnTo>
                    <a:pt x="58140" y="48539"/>
                  </a:lnTo>
                  <a:lnTo>
                    <a:pt x="87477" y="6934"/>
                  </a:lnTo>
                  <a:lnTo>
                    <a:pt x="736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2782909" y="3624224"/>
            <a:ext cx="521334" cy="258445"/>
            <a:chOff x="2782909" y="3624224"/>
            <a:chExt cx="521334" cy="258445"/>
          </a:xfrm>
        </p:grpSpPr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82909" y="3689270"/>
              <a:ext cx="102604" cy="13978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922290" y="3689270"/>
              <a:ext cx="253104" cy="14298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186257" y="3624224"/>
              <a:ext cx="118110" cy="258445"/>
            </a:xfrm>
            <a:custGeom>
              <a:avLst/>
              <a:gdLst/>
              <a:ahLst/>
              <a:cxnLst/>
              <a:rect l="l" t="t" r="r" b="b"/>
              <a:pathLst>
                <a:path w="118110" h="258445">
                  <a:moveTo>
                    <a:pt x="15468" y="68275"/>
                  </a:moveTo>
                  <a:lnTo>
                    <a:pt x="0" y="68275"/>
                  </a:lnTo>
                  <a:lnTo>
                    <a:pt x="51206" y="208826"/>
                  </a:lnTo>
                  <a:lnTo>
                    <a:pt x="38138" y="244830"/>
                  </a:lnTo>
                  <a:lnTo>
                    <a:pt x="15201" y="244830"/>
                  </a:lnTo>
                  <a:lnTo>
                    <a:pt x="15201" y="258165"/>
                  </a:lnTo>
                  <a:lnTo>
                    <a:pt x="35293" y="258165"/>
                  </a:lnTo>
                  <a:lnTo>
                    <a:pt x="39027" y="257721"/>
                  </a:lnTo>
                  <a:lnTo>
                    <a:pt x="53339" y="243230"/>
                  </a:lnTo>
                  <a:lnTo>
                    <a:pt x="73229" y="189090"/>
                  </a:lnTo>
                  <a:lnTo>
                    <a:pt x="57873" y="189090"/>
                  </a:lnTo>
                  <a:lnTo>
                    <a:pt x="47472" y="157886"/>
                  </a:lnTo>
                  <a:lnTo>
                    <a:pt x="15468" y="68275"/>
                  </a:lnTo>
                  <a:close/>
                </a:path>
                <a:path w="118110" h="258445">
                  <a:moveTo>
                    <a:pt x="117614" y="68275"/>
                  </a:moveTo>
                  <a:lnTo>
                    <a:pt x="102412" y="68275"/>
                  </a:lnTo>
                  <a:lnTo>
                    <a:pt x="58940" y="189090"/>
                  </a:lnTo>
                  <a:lnTo>
                    <a:pt x="73229" y="189090"/>
                  </a:lnTo>
                  <a:lnTo>
                    <a:pt x="117614" y="68275"/>
                  </a:lnTo>
                  <a:close/>
                </a:path>
                <a:path w="118110" h="258445">
                  <a:moveTo>
                    <a:pt x="73609" y="0"/>
                  </a:moveTo>
                  <a:lnTo>
                    <a:pt x="48272" y="43738"/>
                  </a:lnTo>
                  <a:lnTo>
                    <a:pt x="58140" y="48539"/>
                  </a:lnTo>
                  <a:lnTo>
                    <a:pt x="87477" y="6934"/>
                  </a:lnTo>
                  <a:lnTo>
                    <a:pt x="736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3396814" y="3624224"/>
            <a:ext cx="766445" cy="258445"/>
            <a:chOff x="3396814" y="3624224"/>
            <a:chExt cx="766445" cy="258445"/>
          </a:xfrm>
        </p:grpSpPr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96814" y="3689270"/>
              <a:ext cx="102604" cy="13978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35911" y="3624224"/>
              <a:ext cx="239302" cy="20802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797157" y="3654228"/>
              <a:ext cx="69886" cy="17482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03419" y="3633559"/>
              <a:ext cx="259565" cy="248831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4258912" y="3689270"/>
            <a:ext cx="480695" cy="143510"/>
            <a:chOff x="4258912" y="3689270"/>
            <a:chExt cx="480695" cy="143510"/>
          </a:xfrm>
        </p:grpSpPr>
        <p:pic>
          <p:nvPicPr>
            <p:cNvPr id="52" name="object 5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58912" y="3689270"/>
              <a:ext cx="101091" cy="14298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399993" y="3689270"/>
              <a:ext cx="185814" cy="13978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622712" y="3689270"/>
              <a:ext cx="116862" cy="142980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4841144" y="3625557"/>
            <a:ext cx="608330" cy="257175"/>
            <a:chOff x="4841144" y="3625557"/>
            <a:chExt cx="608330" cy="257175"/>
          </a:xfrm>
        </p:grpSpPr>
        <p:pic>
          <p:nvPicPr>
            <p:cNvPr id="56" name="object 5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41144" y="3689269"/>
              <a:ext cx="114009" cy="19312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994273" y="3689269"/>
              <a:ext cx="200496" cy="14298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219587" y="3625557"/>
              <a:ext cx="101079" cy="20669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360683" y="3631704"/>
              <a:ext cx="88900" cy="197485"/>
            </a:xfrm>
            <a:custGeom>
              <a:avLst/>
              <a:gdLst/>
              <a:ahLst/>
              <a:cxnLst/>
              <a:rect l="l" t="t" r="r" b="b"/>
              <a:pathLst>
                <a:path w="88900" h="197485">
                  <a:moveTo>
                    <a:pt x="36410" y="183972"/>
                  </a:moveTo>
                  <a:lnTo>
                    <a:pt x="15214" y="183972"/>
                  </a:lnTo>
                  <a:lnTo>
                    <a:pt x="15214" y="0"/>
                  </a:lnTo>
                  <a:lnTo>
                    <a:pt x="0" y="0"/>
                  </a:lnTo>
                  <a:lnTo>
                    <a:pt x="0" y="185762"/>
                  </a:lnTo>
                  <a:lnTo>
                    <a:pt x="1435" y="189763"/>
                  </a:lnTo>
                  <a:lnTo>
                    <a:pt x="7175" y="195834"/>
                  </a:lnTo>
                  <a:lnTo>
                    <a:pt x="11366" y="197345"/>
                  </a:lnTo>
                  <a:lnTo>
                    <a:pt x="36410" y="197345"/>
                  </a:lnTo>
                  <a:lnTo>
                    <a:pt x="36410" y="183972"/>
                  </a:lnTo>
                  <a:close/>
                </a:path>
                <a:path w="88900" h="197485">
                  <a:moveTo>
                    <a:pt x="85572" y="60769"/>
                  </a:moveTo>
                  <a:lnTo>
                    <a:pt x="70358" y="60769"/>
                  </a:lnTo>
                  <a:lnTo>
                    <a:pt x="70358" y="197345"/>
                  </a:lnTo>
                  <a:lnTo>
                    <a:pt x="85572" y="197345"/>
                  </a:lnTo>
                  <a:lnTo>
                    <a:pt x="85572" y="60769"/>
                  </a:lnTo>
                  <a:close/>
                </a:path>
                <a:path w="88900" h="197485">
                  <a:moveTo>
                    <a:pt x="88277" y="8648"/>
                  </a:moveTo>
                  <a:lnTo>
                    <a:pt x="87490" y="6375"/>
                  </a:lnTo>
                  <a:lnTo>
                    <a:pt x="84289" y="2768"/>
                  </a:lnTo>
                  <a:lnTo>
                    <a:pt x="81635" y="1854"/>
                  </a:lnTo>
                  <a:lnTo>
                    <a:pt x="74295" y="1854"/>
                  </a:lnTo>
                  <a:lnTo>
                    <a:pt x="71666" y="2768"/>
                  </a:lnTo>
                  <a:lnTo>
                    <a:pt x="68376" y="6375"/>
                  </a:lnTo>
                  <a:lnTo>
                    <a:pt x="67551" y="8648"/>
                  </a:lnTo>
                  <a:lnTo>
                    <a:pt x="67551" y="16941"/>
                  </a:lnTo>
                  <a:lnTo>
                    <a:pt x="68376" y="19202"/>
                  </a:lnTo>
                  <a:lnTo>
                    <a:pt x="71666" y="22821"/>
                  </a:lnTo>
                  <a:lnTo>
                    <a:pt x="74295" y="23723"/>
                  </a:lnTo>
                  <a:lnTo>
                    <a:pt x="81635" y="23723"/>
                  </a:lnTo>
                  <a:lnTo>
                    <a:pt x="84289" y="22821"/>
                  </a:lnTo>
                  <a:lnTo>
                    <a:pt x="87490" y="19202"/>
                  </a:lnTo>
                  <a:lnTo>
                    <a:pt x="88277" y="16941"/>
                  </a:lnTo>
                  <a:lnTo>
                    <a:pt x="88277" y="8648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5558692" y="3631691"/>
            <a:ext cx="404495" cy="250825"/>
            <a:chOff x="5558692" y="3631691"/>
            <a:chExt cx="404495" cy="250825"/>
          </a:xfrm>
        </p:grpSpPr>
        <p:pic>
          <p:nvPicPr>
            <p:cNvPr id="61" name="object 6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58692" y="3689269"/>
              <a:ext cx="114009" cy="19312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700961" y="3689269"/>
              <a:ext cx="119506" cy="14298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848724" y="3631691"/>
              <a:ext cx="114010" cy="200558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6061373" y="3631691"/>
            <a:ext cx="605790" cy="200660"/>
            <a:chOff x="6061373" y="3631691"/>
            <a:chExt cx="605790" cy="200660"/>
          </a:xfrm>
        </p:grpSpPr>
        <p:pic>
          <p:nvPicPr>
            <p:cNvPr id="65" name="object 6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061373" y="3689269"/>
              <a:ext cx="101091" cy="14298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191721" y="3689269"/>
              <a:ext cx="116864" cy="14298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489095" y="3689269"/>
              <a:ext cx="120564" cy="14298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347213" y="3631691"/>
              <a:ext cx="114009" cy="200558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640995" y="3690099"/>
              <a:ext cx="26034" cy="141605"/>
            </a:xfrm>
            <a:custGeom>
              <a:avLst/>
              <a:gdLst/>
              <a:ahLst/>
              <a:cxnLst/>
              <a:rect l="l" t="t" r="r" b="b"/>
              <a:pathLst>
                <a:path w="26034" h="141604">
                  <a:moveTo>
                    <a:pt x="17246" y="114414"/>
                  </a:moveTo>
                  <a:lnTo>
                    <a:pt x="8534" y="114414"/>
                  </a:lnTo>
                  <a:lnTo>
                    <a:pt x="5333" y="115525"/>
                  </a:lnTo>
                  <a:lnTo>
                    <a:pt x="1066" y="119970"/>
                  </a:lnTo>
                  <a:lnTo>
                    <a:pt x="0" y="122859"/>
                  </a:lnTo>
                  <a:lnTo>
                    <a:pt x="0" y="132905"/>
                  </a:lnTo>
                  <a:lnTo>
                    <a:pt x="1066" y="135794"/>
                  </a:lnTo>
                  <a:lnTo>
                    <a:pt x="5333" y="140239"/>
                  </a:lnTo>
                  <a:lnTo>
                    <a:pt x="8534" y="141351"/>
                  </a:lnTo>
                  <a:lnTo>
                    <a:pt x="17246" y="141351"/>
                  </a:lnTo>
                  <a:lnTo>
                    <a:pt x="20491" y="140239"/>
                  </a:lnTo>
                  <a:lnTo>
                    <a:pt x="24580" y="135794"/>
                  </a:lnTo>
                  <a:lnTo>
                    <a:pt x="25603" y="132905"/>
                  </a:lnTo>
                  <a:lnTo>
                    <a:pt x="25603" y="122859"/>
                  </a:lnTo>
                  <a:lnTo>
                    <a:pt x="24580" y="119970"/>
                  </a:lnTo>
                  <a:lnTo>
                    <a:pt x="20491" y="115525"/>
                  </a:lnTo>
                  <a:lnTo>
                    <a:pt x="17246" y="114414"/>
                  </a:lnTo>
                  <a:close/>
                </a:path>
                <a:path w="26034" h="141604">
                  <a:moveTo>
                    <a:pt x="17246" y="0"/>
                  </a:moveTo>
                  <a:lnTo>
                    <a:pt x="8534" y="0"/>
                  </a:lnTo>
                  <a:lnTo>
                    <a:pt x="5333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8491"/>
                  </a:lnTo>
                  <a:lnTo>
                    <a:pt x="1066" y="21380"/>
                  </a:lnTo>
                  <a:lnTo>
                    <a:pt x="5333" y="25825"/>
                  </a:lnTo>
                  <a:lnTo>
                    <a:pt x="8534" y="26936"/>
                  </a:lnTo>
                  <a:lnTo>
                    <a:pt x="17246" y="26936"/>
                  </a:lnTo>
                  <a:lnTo>
                    <a:pt x="20491" y="25825"/>
                  </a:lnTo>
                  <a:lnTo>
                    <a:pt x="24580" y="21380"/>
                  </a:lnTo>
                  <a:lnTo>
                    <a:pt x="25603" y="18491"/>
                  </a:lnTo>
                  <a:lnTo>
                    <a:pt x="25603" y="8445"/>
                  </a:lnTo>
                  <a:lnTo>
                    <a:pt x="24580" y="5556"/>
                  </a:lnTo>
                  <a:lnTo>
                    <a:pt x="20491" y="1111"/>
                  </a:lnTo>
                  <a:lnTo>
                    <a:pt x="17246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/>
          <p:cNvGrpSpPr/>
          <p:nvPr/>
        </p:nvGrpSpPr>
        <p:grpSpPr>
          <a:xfrm>
            <a:off x="6767964" y="3624224"/>
            <a:ext cx="798195" cy="208279"/>
            <a:chOff x="6767964" y="3624224"/>
            <a:chExt cx="798195" cy="208279"/>
          </a:xfrm>
        </p:grpSpPr>
        <p:pic>
          <p:nvPicPr>
            <p:cNvPr id="71" name="object 7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767964" y="3654228"/>
              <a:ext cx="336857" cy="17802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141197" y="3624224"/>
              <a:ext cx="200569" cy="20802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380320" y="3689270"/>
              <a:ext cx="185814" cy="139780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7613771" y="3689270"/>
            <a:ext cx="256540" cy="143510"/>
            <a:chOff x="7613771" y="3689270"/>
            <a:chExt cx="256540" cy="143510"/>
          </a:xfrm>
        </p:grpSpPr>
        <p:pic>
          <p:nvPicPr>
            <p:cNvPr id="75" name="object 7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613771" y="3689270"/>
              <a:ext cx="102604" cy="13978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753277" y="3689270"/>
              <a:ext cx="116864" cy="142980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7971710" y="3631691"/>
            <a:ext cx="401320" cy="200660"/>
            <a:chOff x="7971710" y="3631691"/>
            <a:chExt cx="401320" cy="200660"/>
          </a:xfrm>
        </p:grpSpPr>
        <p:pic>
          <p:nvPicPr>
            <p:cNvPr id="78" name="object 7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971710" y="3631691"/>
              <a:ext cx="102604" cy="19735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111091" y="3689269"/>
              <a:ext cx="119507" cy="14298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58856" y="3631691"/>
              <a:ext cx="114009" cy="200558"/>
            </a:xfrm>
            <a:prstGeom prst="rect">
              <a:avLst/>
            </a:prstGeom>
          </p:spPr>
        </p:pic>
      </p:grpSp>
      <p:grpSp>
        <p:nvGrpSpPr>
          <p:cNvPr id="81" name="object 81"/>
          <p:cNvGrpSpPr/>
          <p:nvPr/>
        </p:nvGrpSpPr>
        <p:grpSpPr>
          <a:xfrm>
            <a:off x="8422356" y="3654228"/>
            <a:ext cx="523240" cy="228600"/>
            <a:chOff x="8422356" y="3654228"/>
            <a:chExt cx="523240" cy="228600"/>
          </a:xfrm>
        </p:grpSpPr>
        <p:pic>
          <p:nvPicPr>
            <p:cNvPr id="82" name="object 8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422356" y="3689269"/>
              <a:ext cx="102604" cy="13978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561736" y="3689269"/>
              <a:ext cx="119506" cy="14298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702965" y="3654228"/>
              <a:ext cx="242406" cy="228161"/>
            </a:xfrm>
            <a:prstGeom prst="rect">
              <a:avLst/>
            </a:prstGeom>
          </p:spPr>
        </p:pic>
      </p:grpSp>
      <p:grpSp>
        <p:nvGrpSpPr>
          <p:cNvPr id="85" name="object 85"/>
          <p:cNvGrpSpPr/>
          <p:nvPr/>
        </p:nvGrpSpPr>
        <p:grpSpPr>
          <a:xfrm>
            <a:off x="9054927" y="3624224"/>
            <a:ext cx="610870" cy="258445"/>
            <a:chOff x="9054927" y="3624224"/>
            <a:chExt cx="610870" cy="258445"/>
          </a:xfrm>
        </p:grpSpPr>
        <p:pic>
          <p:nvPicPr>
            <p:cNvPr id="86" name="object 8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054927" y="3689270"/>
              <a:ext cx="114010" cy="19312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208057" y="3624224"/>
              <a:ext cx="323514" cy="20802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551353" y="3631692"/>
              <a:ext cx="114010" cy="200558"/>
            </a:xfrm>
            <a:prstGeom prst="rect">
              <a:avLst/>
            </a:prstGeom>
          </p:spPr>
        </p:pic>
      </p:grpSp>
      <p:grpSp>
        <p:nvGrpSpPr>
          <p:cNvPr id="89" name="object 89"/>
          <p:cNvGrpSpPr/>
          <p:nvPr/>
        </p:nvGrpSpPr>
        <p:grpSpPr>
          <a:xfrm>
            <a:off x="9714855" y="3689270"/>
            <a:ext cx="256540" cy="143510"/>
            <a:chOff x="9714855" y="3689270"/>
            <a:chExt cx="256540" cy="143510"/>
          </a:xfrm>
        </p:grpSpPr>
        <p:pic>
          <p:nvPicPr>
            <p:cNvPr id="90" name="object 9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714855" y="3689270"/>
              <a:ext cx="102604" cy="13978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854360" y="3689270"/>
              <a:ext cx="116864" cy="142980"/>
            </a:xfrm>
            <a:prstGeom prst="rect">
              <a:avLst/>
            </a:prstGeom>
          </p:spPr>
        </p:pic>
      </p:grpSp>
      <p:grpSp>
        <p:nvGrpSpPr>
          <p:cNvPr id="92" name="object 92"/>
          <p:cNvGrpSpPr/>
          <p:nvPr/>
        </p:nvGrpSpPr>
        <p:grpSpPr>
          <a:xfrm>
            <a:off x="10053575" y="3654228"/>
            <a:ext cx="462915" cy="178435"/>
            <a:chOff x="10053575" y="3654228"/>
            <a:chExt cx="462915" cy="178435"/>
          </a:xfrm>
        </p:grpSpPr>
        <p:pic>
          <p:nvPicPr>
            <p:cNvPr id="93" name="object 9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053575" y="3689269"/>
              <a:ext cx="233582" cy="14298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309100" y="3654228"/>
              <a:ext cx="69886" cy="174821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413512" y="3692470"/>
              <a:ext cx="102600" cy="139780"/>
            </a:xfrm>
            <a:prstGeom prst="rect">
              <a:avLst/>
            </a:prstGeom>
          </p:spPr>
        </p:pic>
      </p:grpSp>
      <p:pic>
        <p:nvPicPr>
          <p:cNvPr id="96" name="object 96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0565602" y="3689270"/>
            <a:ext cx="286901" cy="193120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0951687" y="3631691"/>
            <a:ext cx="1270057" cy="253898"/>
          </a:xfrm>
          <a:prstGeom prst="rect">
            <a:avLst/>
          </a:prstGeom>
        </p:spPr>
      </p:pic>
      <p:grpSp>
        <p:nvGrpSpPr>
          <p:cNvPr id="98" name="object 98"/>
          <p:cNvGrpSpPr/>
          <p:nvPr/>
        </p:nvGrpSpPr>
        <p:grpSpPr>
          <a:xfrm>
            <a:off x="12312451" y="3689270"/>
            <a:ext cx="371475" cy="143510"/>
            <a:chOff x="12312451" y="3689270"/>
            <a:chExt cx="371475" cy="143510"/>
          </a:xfrm>
        </p:grpSpPr>
        <p:pic>
          <p:nvPicPr>
            <p:cNvPr id="99" name="object 9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312451" y="3689270"/>
              <a:ext cx="109580" cy="14298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443052" y="3689270"/>
              <a:ext cx="116864" cy="14298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580645" y="3692470"/>
              <a:ext cx="103134" cy="136579"/>
            </a:xfrm>
            <a:prstGeom prst="rect">
              <a:avLst/>
            </a:prstGeom>
          </p:spPr>
        </p:pic>
      </p:grpSp>
      <p:grpSp>
        <p:nvGrpSpPr>
          <p:cNvPr id="102" name="object 102"/>
          <p:cNvGrpSpPr/>
          <p:nvPr/>
        </p:nvGrpSpPr>
        <p:grpSpPr>
          <a:xfrm>
            <a:off x="12768160" y="3631691"/>
            <a:ext cx="548640" cy="250825"/>
            <a:chOff x="12768160" y="3631691"/>
            <a:chExt cx="548640" cy="250825"/>
          </a:xfrm>
        </p:grpSpPr>
        <p:pic>
          <p:nvPicPr>
            <p:cNvPr id="103" name="object 10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2768160" y="3689269"/>
              <a:ext cx="119507" cy="14298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926301" y="3631691"/>
              <a:ext cx="107226" cy="197357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3063004" y="3633558"/>
              <a:ext cx="253314" cy="248831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13415187" y="3689270"/>
            <a:ext cx="998219" cy="177165"/>
            <a:chOff x="13415187" y="3689270"/>
            <a:chExt cx="998219" cy="177165"/>
          </a:xfrm>
        </p:grpSpPr>
        <p:pic>
          <p:nvPicPr>
            <p:cNvPr id="107" name="object 10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415187" y="3689270"/>
              <a:ext cx="109575" cy="14298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547280" y="3689270"/>
              <a:ext cx="120573" cy="14298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3699387" y="3689270"/>
              <a:ext cx="102603" cy="13978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3828077" y="3689270"/>
              <a:ext cx="371932" cy="14298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238147" y="3692470"/>
              <a:ext cx="102603" cy="139780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14377148" y="3804488"/>
              <a:ext cx="36195" cy="61594"/>
            </a:xfrm>
            <a:custGeom>
              <a:avLst/>
              <a:gdLst/>
              <a:ahLst/>
              <a:cxnLst/>
              <a:rect l="l" t="t" r="r" b="b"/>
              <a:pathLst>
                <a:path w="36194" h="61595">
                  <a:moveTo>
                    <a:pt x="27508" y="0"/>
                  </a:moveTo>
                  <a:lnTo>
                    <a:pt x="23063" y="0"/>
                  </a:lnTo>
                  <a:lnTo>
                    <a:pt x="18656" y="0"/>
                  </a:lnTo>
                  <a:lnTo>
                    <a:pt x="15417" y="1155"/>
                  </a:lnTo>
                  <a:lnTo>
                    <a:pt x="11252" y="5778"/>
                  </a:lnTo>
                  <a:lnTo>
                    <a:pt x="10210" y="8726"/>
                  </a:lnTo>
                  <a:lnTo>
                    <a:pt x="10210" y="18322"/>
                  </a:lnTo>
                  <a:lnTo>
                    <a:pt x="10972" y="20721"/>
                  </a:lnTo>
                  <a:lnTo>
                    <a:pt x="14008" y="24730"/>
                  </a:lnTo>
                  <a:lnTo>
                    <a:pt x="16471" y="26003"/>
                  </a:lnTo>
                  <a:lnTo>
                    <a:pt x="19888" y="26545"/>
                  </a:lnTo>
                  <a:lnTo>
                    <a:pt x="18821" y="32284"/>
                  </a:lnTo>
                  <a:lnTo>
                    <a:pt x="16700" y="38016"/>
                  </a:lnTo>
                  <a:lnTo>
                    <a:pt x="10401" y="49465"/>
                  </a:lnTo>
                  <a:lnTo>
                    <a:pt x="5880" y="55380"/>
                  </a:lnTo>
                  <a:lnTo>
                    <a:pt x="0" y="61487"/>
                  </a:lnTo>
                  <a:lnTo>
                    <a:pt x="12877" y="61487"/>
                  </a:lnTo>
                  <a:lnTo>
                    <a:pt x="35699" y="23017"/>
                  </a:lnTo>
                  <a:lnTo>
                    <a:pt x="35699" y="8726"/>
                  </a:lnTo>
                  <a:lnTo>
                    <a:pt x="34709" y="5778"/>
                  </a:lnTo>
                  <a:lnTo>
                    <a:pt x="30721" y="1155"/>
                  </a:lnTo>
                  <a:lnTo>
                    <a:pt x="2750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" name="object 113"/>
          <p:cNvGrpSpPr/>
          <p:nvPr/>
        </p:nvGrpSpPr>
        <p:grpSpPr>
          <a:xfrm>
            <a:off x="14505838" y="3689270"/>
            <a:ext cx="614045" cy="143510"/>
            <a:chOff x="14505838" y="3689270"/>
            <a:chExt cx="614045" cy="143510"/>
          </a:xfrm>
        </p:grpSpPr>
        <p:pic>
          <p:nvPicPr>
            <p:cNvPr id="114" name="object 11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4505838" y="3692470"/>
              <a:ext cx="103136" cy="136579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4628266" y="3689270"/>
              <a:ext cx="119506" cy="14298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4775548" y="3689270"/>
              <a:ext cx="119506" cy="14298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933676" y="3689270"/>
              <a:ext cx="185813" cy="139780"/>
            </a:xfrm>
            <a:prstGeom prst="rect">
              <a:avLst/>
            </a:prstGeom>
          </p:spPr>
        </p:pic>
      </p:grpSp>
      <p:grpSp>
        <p:nvGrpSpPr>
          <p:cNvPr id="118" name="object 118"/>
          <p:cNvGrpSpPr/>
          <p:nvPr/>
        </p:nvGrpSpPr>
        <p:grpSpPr>
          <a:xfrm>
            <a:off x="15219705" y="3631691"/>
            <a:ext cx="272415" cy="200660"/>
            <a:chOff x="15219705" y="3631691"/>
            <a:chExt cx="272415" cy="200660"/>
          </a:xfrm>
        </p:grpSpPr>
        <p:pic>
          <p:nvPicPr>
            <p:cNvPr id="119" name="object 119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5219705" y="3631691"/>
              <a:ext cx="114007" cy="200558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5372346" y="3689269"/>
              <a:ext cx="119506" cy="142980"/>
            </a:xfrm>
            <a:prstGeom prst="rect">
              <a:avLst/>
            </a:prstGeom>
          </p:spPr>
        </p:pic>
      </p:grpSp>
      <p:grpSp>
        <p:nvGrpSpPr>
          <p:cNvPr id="121" name="object 121"/>
          <p:cNvGrpSpPr/>
          <p:nvPr/>
        </p:nvGrpSpPr>
        <p:grpSpPr>
          <a:xfrm>
            <a:off x="15582682" y="3624224"/>
            <a:ext cx="798195" cy="208279"/>
            <a:chOff x="15582682" y="3624224"/>
            <a:chExt cx="798195" cy="208279"/>
          </a:xfrm>
        </p:grpSpPr>
        <p:pic>
          <p:nvPicPr>
            <p:cNvPr id="122" name="object 12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5582682" y="3654228"/>
              <a:ext cx="336855" cy="178022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5955911" y="3624224"/>
              <a:ext cx="200571" cy="208026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6195039" y="3689270"/>
              <a:ext cx="185813" cy="139780"/>
            </a:xfrm>
            <a:prstGeom prst="rect">
              <a:avLst/>
            </a:prstGeom>
          </p:spPr>
        </p:pic>
      </p:grpSp>
      <p:pic>
        <p:nvPicPr>
          <p:cNvPr id="125" name="object 125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16426637" y="3692470"/>
            <a:ext cx="102603" cy="139780"/>
          </a:xfrm>
          <a:prstGeom prst="rect">
            <a:avLst/>
          </a:prstGeom>
        </p:spPr>
      </p:pic>
      <p:sp>
        <p:nvSpPr>
          <p:cNvPr id="126" name="object 126"/>
          <p:cNvSpPr/>
          <p:nvPr/>
        </p:nvSpPr>
        <p:spPr>
          <a:xfrm>
            <a:off x="16575862" y="3804488"/>
            <a:ext cx="26034" cy="27305"/>
          </a:xfrm>
          <a:custGeom>
            <a:avLst/>
            <a:gdLst/>
            <a:ahLst/>
            <a:cxnLst/>
            <a:rect l="l" t="t" r="r" b="b"/>
            <a:pathLst>
              <a:path w="26034" h="27304">
                <a:moveTo>
                  <a:pt x="17183" y="0"/>
                </a:moveTo>
                <a:lnTo>
                  <a:pt x="8470" y="0"/>
                </a:lnTo>
                <a:lnTo>
                  <a:pt x="5283" y="1094"/>
                </a:lnTo>
                <a:lnTo>
                  <a:pt x="1054" y="5469"/>
                </a:lnTo>
                <a:lnTo>
                  <a:pt x="0" y="8389"/>
                </a:lnTo>
                <a:lnTo>
                  <a:pt x="0" y="18538"/>
                </a:lnTo>
                <a:lnTo>
                  <a:pt x="1054" y="21432"/>
                </a:lnTo>
                <a:lnTo>
                  <a:pt x="5283" y="25915"/>
                </a:lnTo>
                <a:lnTo>
                  <a:pt x="8470" y="27037"/>
                </a:lnTo>
                <a:lnTo>
                  <a:pt x="12738" y="27037"/>
                </a:lnTo>
                <a:lnTo>
                  <a:pt x="17183" y="27037"/>
                </a:lnTo>
                <a:lnTo>
                  <a:pt x="20408" y="25915"/>
                </a:lnTo>
                <a:lnTo>
                  <a:pt x="24460" y="21432"/>
                </a:lnTo>
                <a:lnTo>
                  <a:pt x="25476" y="18538"/>
                </a:lnTo>
                <a:lnTo>
                  <a:pt x="25476" y="8389"/>
                </a:lnTo>
                <a:lnTo>
                  <a:pt x="24460" y="5469"/>
                </a:lnTo>
                <a:lnTo>
                  <a:pt x="20408" y="1094"/>
                </a:lnTo>
                <a:lnTo>
                  <a:pt x="17183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 txBox="1"/>
          <p:nvPr/>
        </p:nvSpPr>
        <p:spPr>
          <a:xfrm>
            <a:off x="939800" y="447357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A857C"/>
                </a:solidFill>
                <a:latin typeface="Courier New"/>
                <a:cs typeface="Courier New"/>
              </a:rPr>
              <a:t>B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28" name="object 128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2032901" y="4474064"/>
            <a:ext cx="1439188" cy="315106"/>
          </a:xfrm>
          <a:prstGeom prst="rect">
            <a:avLst/>
          </a:prstGeom>
        </p:spPr>
      </p:pic>
      <p:grpSp>
        <p:nvGrpSpPr>
          <p:cNvPr id="129" name="object 129"/>
          <p:cNvGrpSpPr/>
          <p:nvPr/>
        </p:nvGrpSpPr>
        <p:grpSpPr>
          <a:xfrm>
            <a:off x="3600658" y="4553407"/>
            <a:ext cx="320040" cy="175260"/>
            <a:chOff x="3600658" y="4553407"/>
            <a:chExt cx="320040" cy="175260"/>
          </a:xfrm>
        </p:grpSpPr>
        <p:pic>
          <p:nvPicPr>
            <p:cNvPr id="130" name="object 1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00658" y="4553407"/>
              <a:ext cx="130511" cy="170992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771327" y="4553407"/>
              <a:ext cx="149294" cy="174878"/>
            </a:xfrm>
            <a:prstGeom prst="rect">
              <a:avLst/>
            </a:prstGeom>
          </p:spPr>
        </p:pic>
      </p:grpSp>
      <p:grpSp>
        <p:nvGrpSpPr>
          <p:cNvPr id="132" name="object 132"/>
          <p:cNvGrpSpPr/>
          <p:nvPr/>
        </p:nvGrpSpPr>
        <p:grpSpPr>
          <a:xfrm>
            <a:off x="4033969" y="4484751"/>
            <a:ext cx="498475" cy="243840"/>
            <a:chOff x="4033969" y="4484751"/>
            <a:chExt cx="498475" cy="243840"/>
          </a:xfrm>
        </p:grpSpPr>
        <p:pic>
          <p:nvPicPr>
            <p:cNvPr id="133" name="object 133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033969" y="4484751"/>
              <a:ext cx="130511" cy="239649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05610" y="4553407"/>
              <a:ext cx="150914" cy="174878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87937" y="4484751"/>
              <a:ext cx="144113" cy="243535"/>
            </a:xfrm>
            <a:prstGeom prst="rect">
              <a:avLst/>
            </a:prstGeom>
          </p:spPr>
        </p:pic>
      </p:grpSp>
      <p:sp>
        <p:nvSpPr>
          <p:cNvPr id="136" name="object 136"/>
          <p:cNvSpPr/>
          <p:nvPr/>
        </p:nvSpPr>
        <p:spPr>
          <a:xfrm>
            <a:off x="4584190" y="4484751"/>
            <a:ext cx="31750" cy="240029"/>
          </a:xfrm>
          <a:custGeom>
            <a:avLst/>
            <a:gdLst/>
            <a:ahLst/>
            <a:cxnLst/>
            <a:rect l="l" t="t" r="r" b="b"/>
            <a:pathLst>
              <a:path w="31750" h="240029">
                <a:moveTo>
                  <a:pt x="21482" y="0"/>
                </a:moveTo>
                <a:lnTo>
                  <a:pt x="10471" y="0"/>
                </a:lnTo>
                <a:lnTo>
                  <a:pt x="6476" y="1348"/>
                </a:lnTo>
                <a:lnTo>
                  <a:pt x="1295" y="6746"/>
                </a:lnTo>
                <a:lnTo>
                  <a:pt x="0" y="10255"/>
                </a:lnTo>
                <a:lnTo>
                  <a:pt x="0" y="23101"/>
                </a:lnTo>
                <a:lnTo>
                  <a:pt x="1295" y="26609"/>
                </a:lnTo>
                <a:lnTo>
                  <a:pt x="6476" y="32006"/>
                </a:lnTo>
                <a:lnTo>
                  <a:pt x="10471" y="33356"/>
                </a:lnTo>
                <a:lnTo>
                  <a:pt x="21482" y="33356"/>
                </a:lnTo>
                <a:lnTo>
                  <a:pt x="25529" y="32006"/>
                </a:lnTo>
                <a:lnTo>
                  <a:pt x="30495" y="26609"/>
                </a:lnTo>
                <a:lnTo>
                  <a:pt x="31737" y="23101"/>
                </a:lnTo>
                <a:lnTo>
                  <a:pt x="31737" y="10255"/>
                </a:lnTo>
                <a:lnTo>
                  <a:pt x="30495" y="6746"/>
                </a:lnTo>
                <a:lnTo>
                  <a:pt x="25529" y="1348"/>
                </a:lnTo>
                <a:lnTo>
                  <a:pt x="21482" y="0"/>
                </a:lnTo>
                <a:close/>
              </a:path>
              <a:path w="31750" h="240029">
                <a:moveTo>
                  <a:pt x="28822" y="72542"/>
                </a:moveTo>
                <a:lnTo>
                  <a:pt x="2914" y="72542"/>
                </a:lnTo>
                <a:lnTo>
                  <a:pt x="2914" y="239649"/>
                </a:lnTo>
                <a:lnTo>
                  <a:pt x="28822" y="239649"/>
                </a:lnTo>
                <a:lnTo>
                  <a:pt x="28822" y="7254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7" name="object 137"/>
          <p:cNvGrpSpPr/>
          <p:nvPr/>
        </p:nvGrpSpPr>
        <p:grpSpPr>
          <a:xfrm>
            <a:off x="4668067" y="4472120"/>
            <a:ext cx="650875" cy="256540"/>
            <a:chOff x="4668067" y="4472120"/>
            <a:chExt cx="650875" cy="256540"/>
          </a:xfrm>
        </p:grpSpPr>
        <p:pic>
          <p:nvPicPr>
            <p:cNvPr id="138" name="object 1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68067" y="4553407"/>
              <a:ext cx="130511" cy="170992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4838736" y="4472120"/>
              <a:ext cx="149860" cy="256540"/>
            </a:xfrm>
            <a:custGeom>
              <a:avLst/>
              <a:gdLst/>
              <a:ahLst/>
              <a:cxnLst/>
              <a:rect l="l" t="t" r="r" b="b"/>
              <a:pathLst>
                <a:path w="149860" h="256539">
                  <a:moveTo>
                    <a:pt x="119960" y="103632"/>
                  </a:moveTo>
                  <a:lnTo>
                    <a:pt x="64769" y="103632"/>
                  </a:lnTo>
                  <a:lnTo>
                    <a:pt x="74161" y="104218"/>
                  </a:lnTo>
                  <a:lnTo>
                    <a:pt x="82257" y="105979"/>
                  </a:lnTo>
                  <a:lnTo>
                    <a:pt x="104279" y="140227"/>
                  </a:lnTo>
                  <a:lnTo>
                    <a:pt x="104279" y="156743"/>
                  </a:lnTo>
                  <a:lnTo>
                    <a:pt x="71247" y="156743"/>
                  </a:lnTo>
                  <a:lnTo>
                    <a:pt x="59638" y="157097"/>
                  </a:lnTo>
                  <a:lnTo>
                    <a:pt x="17528" y="169372"/>
                  </a:lnTo>
                  <a:lnTo>
                    <a:pt x="0" y="205644"/>
                  </a:lnTo>
                  <a:lnTo>
                    <a:pt x="733" y="214442"/>
                  </a:lnTo>
                  <a:lnTo>
                    <a:pt x="22841" y="248514"/>
                  </a:lnTo>
                  <a:lnTo>
                    <a:pt x="56026" y="256165"/>
                  </a:lnTo>
                  <a:lnTo>
                    <a:pt x="64476" y="255669"/>
                  </a:lnTo>
                  <a:lnTo>
                    <a:pt x="99982" y="234143"/>
                  </a:lnTo>
                  <a:lnTo>
                    <a:pt x="50304" y="234143"/>
                  </a:lnTo>
                  <a:lnTo>
                    <a:pt x="42316" y="231876"/>
                  </a:lnTo>
                  <a:lnTo>
                    <a:pt x="30225" y="222808"/>
                  </a:lnTo>
                  <a:lnTo>
                    <a:pt x="27325" y="216696"/>
                  </a:lnTo>
                  <a:lnTo>
                    <a:pt x="27203" y="193230"/>
                  </a:lnTo>
                  <a:lnTo>
                    <a:pt x="30657" y="186969"/>
                  </a:lnTo>
                  <a:lnTo>
                    <a:pt x="69951" y="176174"/>
                  </a:lnTo>
                  <a:lnTo>
                    <a:pt x="130187" y="176174"/>
                  </a:lnTo>
                  <a:lnTo>
                    <a:pt x="130187" y="137636"/>
                  </a:lnTo>
                  <a:lnTo>
                    <a:pt x="129124" y="125087"/>
                  </a:lnTo>
                  <a:lnTo>
                    <a:pt x="125936" y="113995"/>
                  </a:lnTo>
                  <a:lnTo>
                    <a:pt x="120623" y="104360"/>
                  </a:lnTo>
                  <a:lnTo>
                    <a:pt x="119960" y="103632"/>
                  </a:lnTo>
                  <a:close/>
                </a:path>
                <a:path w="149860" h="256539">
                  <a:moveTo>
                    <a:pt x="105575" y="215684"/>
                  </a:moveTo>
                  <a:lnTo>
                    <a:pt x="122199" y="250821"/>
                  </a:lnTo>
                  <a:lnTo>
                    <a:pt x="127812" y="252279"/>
                  </a:lnTo>
                  <a:lnTo>
                    <a:pt x="149294" y="252279"/>
                  </a:lnTo>
                  <a:lnTo>
                    <a:pt x="149294" y="229609"/>
                  </a:lnTo>
                  <a:lnTo>
                    <a:pt x="130187" y="229609"/>
                  </a:lnTo>
                  <a:lnTo>
                    <a:pt x="130187" y="225075"/>
                  </a:lnTo>
                  <a:lnTo>
                    <a:pt x="115614" y="225075"/>
                  </a:lnTo>
                  <a:lnTo>
                    <a:pt x="105575" y="215684"/>
                  </a:lnTo>
                  <a:close/>
                </a:path>
                <a:path w="149860" h="256539">
                  <a:moveTo>
                    <a:pt x="130187" y="176174"/>
                  </a:moveTo>
                  <a:lnTo>
                    <a:pt x="104279" y="176174"/>
                  </a:lnTo>
                  <a:lnTo>
                    <a:pt x="104279" y="209315"/>
                  </a:lnTo>
                  <a:lnTo>
                    <a:pt x="102389" y="214442"/>
                  </a:lnTo>
                  <a:lnTo>
                    <a:pt x="94833" y="223725"/>
                  </a:lnTo>
                  <a:lnTo>
                    <a:pt x="89651" y="227396"/>
                  </a:lnTo>
                  <a:lnTo>
                    <a:pt x="76481" y="232793"/>
                  </a:lnTo>
                  <a:lnTo>
                    <a:pt x="68872" y="234143"/>
                  </a:lnTo>
                  <a:lnTo>
                    <a:pt x="99982" y="234143"/>
                  </a:lnTo>
                  <a:lnTo>
                    <a:pt x="101213" y="232230"/>
                  </a:lnTo>
                  <a:lnTo>
                    <a:pt x="104279" y="225075"/>
                  </a:lnTo>
                  <a:lnTo>
                    <a:pt x="105645" y="225075"/>
                  </a:lnTo>
                  <a:lnTo>
                    <a:pt x="105575" y="215684"/>
                  </a:lnTo>
                  <a:lnTo>
                    <a:pt x="130187" y="215684"/>
                  </a:lnTo>
                  <a:lnTo>
                    <a:pt x="130187" y="176174"/>
                  </a:lnTo>
                  <a:close/>
                </a:path>
                <a:path w="149860" h="256539">
                  <a:moveTo>
                    <a:pt x="130187" y="215684"/>
                  </a:moveTo>
                  <a:lnTo>
                    <a:pt x="105575" y="215684"/>
                  </a:lnTo>
                  <a:lnTo>
                    <a:pt x="115614" y="225075"/>
                  </a:lnTo>
                  <a:lnTo>
                    <a:pt x="130187" y="225075"/>
                  </a:lnTo>
                  <a:lnTo>
                    <a:pt x="130187" y="215684"/>
                  </a:lnTo>
                  <a:close/>
                </a:path>
                <a:path w="149860" h="256539">
                  <a:moveTo>
                    <a:pt x="66065" y="81286"/>
                  </a:moveTo>
                  <a:lnTo>
                    <a:pt x="28498" y="91001"/>
                  </a:lnTo>
                  <a:lnTo>
                    <a:pt x="6800" y="113995"/>
                  </a:lnTo>
                  <a:lnTo>
                    <a:pt x="22345" y="128568"/>
                  </a:lnTo>
                  <a:lnTo>
                    <a:pt x="26879" y="121011"/>
                  </a:lnTo>
                  <a:lnTo>
                    <a:pt x="32600" y="114966"/>
                  </a:lnTo>
                  <a:lnTo>
                    <a:pt x="64769" y="103632"/>
                  </a:lnTo>
                  <a:lnTo>
                    <a:pt x="119960" y="103632"/>
                  </a:lnTo>
                  <a:lnTo>
                    <a:pt x="113184" y="96183"/>
                  </a:lnTo>
                  <a:lnTo>
                    <a:pt x="103864" y="89665"/>
                  </a:lnTo>
                  <a:lnTo>
                    <a:pt x="92904" y="85010"/>
                  </a:lnTo>
                  <a:lnTo>
                    <a:pt x="80304" y="82217"/>
                  </a:lnTo>
                  <a:lnTo>
                    <a:pt x="66065" y="81286"/>
                  </a:lnTo>
                  <a:close/>
                </a:path>
                <a:path w="149860" h="256539">
                  <a:moveTo>
                    <a:pt x="80314" y="0"/>
                  </a:moveTo>
                  <a:lnTo>
                    <a:pt x="52787" y="55054"/>
                  </a:lnTo>
                  <a:lnTo>
                    <a:pt x="69627" y="62826"/>
                  </a:lnTo>
                  <a:lnTo>
                    <a:pt x="103955" y="11334"/>
                  </a:lnTo>
                  <a:lnTo>
                    <a:pt x="80314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5012644" y="4553407"/>
              <a:ext cx="138607" cy="174878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187847" y="4484750"/>
              <a:ext cx="130511" cy="239649"/>
            </a:xfrm>
            <a:prstGeom prst="rect">
              <a:avLst/>
            </a:prstGeom>
          </p:spPr>
        </p:pic>
      </p:grpSp>
      <p:grpSp>
        <p:nvGrpSpPr>
          <p:cNvPr id="142" name="object 142"/>
          <p:cNvGrpSpPr/>
          <p:nvPr/>
        </p:nvGrpSpPr>
        <p:grpSpPr>
          <a:xfrm>
            <a:off x="5448221" y="4484751"/>
            <a:ext cx="1344295" cy="243840"/>
            <a:chOff x="5448221" y="4484751"/>
            <a:chExt cx="1344295" cy="243840"/>
          </a:xfrm>
        </p:grpSpPr>
        <p:pic>
          <p:nvPicPr>
            <p:cNvPr id="143" name="object 143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448221" y="4553407"/>
              <a:ext cx="229285" cy="170992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5717664" y="4510982"/>
              <a:ext cx="258108" cy="217303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3947" y="4553407"/>
              <a:ext cx="147351" cy="174878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6194047" y="4553407"/>
              <a:ext cx="229285" cy="170992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6463491" y="4510982"/>
              <a:ext cx="258108" cy="217303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6760461" y="4484751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6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6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30" y="32006"/>
                  </a:lnTo>
                  <a:lnTo>
                    <a:pt x="30496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6" y="6746"/>
                  </a:lnTo>
                  <a:lnTo>
                    <a:pt x="25530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9" name="object 149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6844338" y="4484751"/>
            <a:ext cx="299237" cy="304419"/>
          </a:xfrm>
          <a:prstGeom prst="rect">
            <a:avLst/>
          </a:prstGeom>
        </p:spPr>
      </p:pic>
      <p:grpSp>
        <p:nvGrpSpPr>
          <p:cNvPr id="150" name="object 150"/>
          <p:cNvGrpSpPr/>
          <p:nvPr/>
        </p:nvGrpSpPr>
        <p:grpSpPr>
          <a:xfrm>
            <a:off x="2033672" y="5003291"/>
            <a:ext cx="393065" cy="200660"/>
            <a:chOff x="2033672" y="5003291"/>
            <a:chExt cx="393065" cy="200660"/>
          </a:xfrm>
        </p:grpSpPr>
        <p:pic>
          <p:nvPicPr>
            <p:cNvPr id="151" name="object 151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2033672" y="5003291"/>
              <a:ext cx="114010" cy="200558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185926" y="5060869"/>
              <a:ext cx="120564" cy="142980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2338031" y="5003291"/>
              <a:ext cx="88900" cy="197485"/>
            </a:xfrm>
            <a:custGeom>
              <a:avLst/>
              <a:gdLst/>
              <a:ahLst/>
              <a:cxnLst/>
              <a:rect l="l" t="t" r="r" b="b"/>
              <a:pathLst>
                <a:path w="88900" h="197485">
                  <a:moveTo>
                    <a:pt x="36410" y="183984"/>
                  </a:moveTo>
                  <a:lnTo>
                    <a:pt x="15214" y="183984"/>
                  </a:lnTo>
                  <a:lnTo>
                    <a:pt x="15214" y="0"/>
                  </a:lnTo>
                  <a:lnTo>
                    <a:pt x="0" y="0"/>
                  </a:lnTo>
                  <a:lnTo>
                    <a:pt x="0" y="185775"/>
                  </a:lnTo>
                  <a:lnTo>
                    <a:pt x="1435" y="189776"/>
                  </a:lnTo>
                  <a:lnTo>
                    <a:pt x="7188" y="195846"/>
                  </a:lnTo>
                  <a:lnTo>
                    <a:pt x="11366" y="197358"/>
                  </a:lnTo>
                  <a:lnTo>
                    <a:pt x="36410" y="197358"/>
                  </a:lnTo>
                  <a:lnTo>
                    <a:pt x="36410" y="183984"/>
                  </a:lnTo>
                  <a:close/>
                </a:path>
                <a:path w="88900" h="197485">
                  <a:moveTo>
                    <a:pt x="85572" y="60782"/>
                  </a:moveTo>
                  <a:lnTo>
                    <a:pt x="70358" y="60782"/>
                  </a:lnTo>
                  <a:lnTo>
                    <a:pt x="70358" y="197358"/>
                  </a:lnTo>
                  <a:lnTo>
                    <a:pt x="85572" y="197358"/>
                  </a:lnTo>
                  <a:lnTo>
                    <a:pt x="85572" y="60782"/>
                  </a:lnTo>
                  <a:close/>
                </a:path>
                <a:path w="88900" h="197485">
                  <a:moveTo>
                    <a:pt x="88277" y="8661"/>
                  </a:moveTo>
                  <a:lnTo>
                    <a:pt x="87490" y="6388"/>
                  </a:lnTo>
                  <a:lnTo>
                    <a:pt x="84302" y="2781"/>
                  </a:lnTo>
                  <a:lnTo>
                    <a:pt x="81635" y="1866"/>
                  </a:lnTo>
                  <a:lnTo>
                    <a:pt x="74295" y="1866"/>
                  </a:lnTo>
                  <a:lnTo>
                    <a:pt x="71666" y="2781"/>
                  </a:lnTo>
                  <a:lnTo>
                    <a:pt x="68376" y="6388"/>
                  </a:lnTo>
                  <a:lnTo>
                    <a:pt x="67551" y="8661"/>
                  </a:lnTo>
                  <a:lnTo>
                    <a:pt x="67551" y="16954"/>
                  </a:lnTo>
                  <a:lnTo>
                    <a:pt x="68376" y="19215"/>
                  </a:lnTo>
                  <a:lnTo>
                    <a:pt x="71666" y="22834"/>
                  </a:lnTo>
                  <a:lnTo>
                    <a:pt x="74295" y="23736"/>
                  </a:lnTo>
                  <a:lnTo>
                    <a:pt x="81635" y="23736"/>
                  </a:lnTo>
                  <a:lnTo>
                    <a:pt x="84302" y="22834"/>
                  </a:lnTo>
                  <a:lnTo>
                    <a:pt x="87490" y="19215"/>
                  </a:lnTo>
                  <a:lnTo>
                    <a:pt x="88277" y="16954"/>
                  </a:lnTo>
                  <a:lnTo>
                    <a:pt x="88277" y="866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4" name="object 154"/>
          <p:cNvGrpSpPr/>
          <p:nvPr/>
        </p:nvGrpSpPr>
        <p:grpSpPr>
          <a:xfrm>
            <a:off x="2522247" y="5060870"/>
            <a:ext cx="480695" cy="143510"/>
            <a:chOff x="2522247" y="5060870"/>
            <a:chExt cx="480695" cy="143510"/>
          </a:xfrm>
        </p:grpSpPr>
        <p:pic>
          <p:nvPicPr>
            <p:cNvPr id="155" name="object 15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522247" y="5060870"/>
              <a:ext cx="101091" cy="142980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2663329" y="5060870"/>
              <a:ext cx="185814" cy="139780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2886047" y="5060870"/>
              <a:ext cx="116864" cy="142980"/>
            </a:xfrm>
            <a:prstGeom prst="rect">
              <a:avLst/>
            </a:prstGeom>
          </p:spPr>
        </p:pic>
      </p:grpSp>
      <p:sp>
        <p:nvSpPr>
          <p:cNvPr id="158" name="object 158"/>
          <p:cNvSpPr/>
          <p:nvPr/>
        </p:nvSpPr>
        <p:spPr>
          <a:xfrm>
            <a:off x="3101667" y="5005158"/>
            <a:ext cx="20955" cy="195580"/>
          </a:xfrm>
          <a:custGeom>
            <a:avLst/>
            <a:gdLst/>
            <a:ahLst/>
            <a:cxnLst/>
            <a:rect l="l" t="t" r="r" b="b"/>
            <a:pathLst>
              <a:path w="20955" h="195579">
                <a:moveTo>
                  <a:pt x="14090" y="0"/>
                </a:moveTo>
                <a:lnTo>
                  <a:pt x="6752" y="0"/>
                </a:lnTo>
                <a:lnTo>
                  <a:pt x="4121" y="902"/>
                </a:lnTo>
                <a:lnTo>
                  <a:pt x="824" y="4517"/>
                </a:lnTo>
                <a:lnTo>
                  <a:pt x="0" y="6785"/>
                </a:lnTo>
                <a:lnTo>
                  <a:pt x="0" y="15081"/>
                </a:lnTo>
                <a:lnTo>
                  <a:pt x="824" y="17346"/>
                </a:lnTo>
                <a:lnTo>
                  <a:pt x="4121" y="20961"/>
                </a:lnTo>
                <a:lnTo>
                  <a:pt x="6752" y="21865"/>
                </a:lnTo>
                <a:lnTo>
                  <a:pt x="14090" y="21865"/>
                </a:lnTo>
                <a:lnTo>
                  <a:pt x="16748" y="20961"/>
                </a:lnTo>
                <a:lnTo>
                  <a:pt x="19937" y="17346"/>
                </a:lnTo>
                <a:lnTo>
                  <a:pt x="20735" y="15081"/>
                </a:lnTo>
                <a:lnTo>
                  <a:pt x="20735" y="6785"/>
                </a:lnTo>
                <a:lnTo>
                  <a:pt x="19937" y="4517"/>
                </a:lnTo>
                <a:lnTo>
                  <a:pt x="16748" y="902"/>
                </a:lnTo>
                <a:lnTo>
                  <a:pt x="14090" y="0"/>
                </a:lnTo>
                <a:close/>
              </a:path>
              <a:path w="20955" h="195579">
                <a:moveTo>
                  <a:pt x="18026" y="58911"/>
                </a:moveTo>
                <a:lnTo>
                  <a:pt x="2811" y="58911"/>
                </a:lnTo>
                <a:lnTo>
                  <a:pt x="2811" y="195491"/>
                </a:lnTo>
                <a:lnTo>
                  <a:pt x="18026" y="195491"/>
                </a:lnTo>
                <a:lnTo>
                  <a:pt x="18026" y="58911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9" name="object 159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3169183" y="5060870"/>
            <a:ext cx="185813" cy="139780"/>
          </a:xfrm>
          <a:prstGeom prst="rect">
            <a:avLst/>
          </a:prstGeom>
        </p:spPr>
      </p:pic>
      <p:grpSp>
        <p:nvGrpSpPr>
          <p:cNvPr id="160" name="object 160"/>
          <p:cNvGrpSpPr/>
          <p:nvPr/>
        </p:nvGrpSpPr>
        <p:grpSpPr>
          <a:xfrm>
            <a:off x="3454328" y="5003291"/>
            <a:ext cx="693420" cy="250825"/>
            <a:chOff x="3454328" y="5003291"/>
            <a:chExt cx="693420" cy="250825"/>
          </a:xfrm>
        </p:grpSpPr>
        <p:pic>
          <p:nvPicPr>
            <p:cNvPr id="161" name="object 161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3454328" y="5060869"/>
              <a:ext cx="120564" cy="142980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606436" y="5060869"/>
              <a:ext cx="114009" cy="193120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759565" y="5060869"/>
              <a:ext cx="114010" cy="193120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912694" y="5003291"/>
              <a:ext cx="107226" cy="197358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4044887" y="5064070"/>
              <a:ext cx="102600" cy="139780"/>
            </a:xfrm>
            <a:prstGeom prst="rect">
              <a:avLst/>
            </a:prstGeom>
          </p:spPr>
        </p:pic>
      </p:grpSp>
      <p:pic>
        <p:nvPicPr>
          <p:cNvPr id="166" name="object 166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4248672" y="5060870"/>
            <a:ext cx="120564" cy="142980"/>
          </a:xfrm>
          <a:prstGeom prst="rect">
            <a:avLst/>
          </a:prstGeom>
        </p:spPr>
      </p:pic>
      <p:pic>
        <p:nvPicPr>
          <p:cNvPr id="167" name="object 167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4461912" y="4995824"/>
            <a:ext cx="102679" cy="208025"/>
          </a:xfrm>
          <a:prstGeom prst="rect">
            <a:avLst/>
          </a:prstGeom>
        </p:spPr>
      </p:pic>
      <p:grpSp>
        <p:nvGrpSpPr>
          <p:cNvPr id="168" name="object 168"/>
          <p:cNvGrpSpPr/>
          <p:nvPr/>
        </p:nvGrpSpPr>
        <p:grpSpPr>
          <a:xfrm>
            <a:off x="4613962" y="5003291"/>
            <a:ext cx="320675" cy="200660"/>
            <a:chOff x="4613962" y="5003291"/>
            <a:chExt cx="320675" cy="200660"/>
          </a:xfrm>
        </p:grpSpPr>
        <p:sp>
          <p:nvSpPr>
            <p:cNvPr id="169" name="object 169"/>
            <p:cNvSpPr/>
            <p:nvPr/>
          </p:nvSpPr>
          <p:spPr>
            <a:xfrm>
              <a:off x="4613962" y="5003291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5">
                  <a:moveTo>
                    <a:pt x="15213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5"/>
                  </a:lnTo>
                  <a:lnTo>
                    <a:pt x="7184" y="195839"/>
                  </a:lnTo>
                  <a:lnTo>
                    <a:pt x="11366" y="197358"/>
                  </a:lnTo>
                  <a:lnTo>
                    <a:pt x="36415" y="197358"/>
                  </a:lnTo>
                  <a:lnTo>
                    <a:pt x="36415" y="183981"/>
                  </a:lnTo>
                  <a:lnTo>
                    <a:pt x="15213" y="183981"/>
                  </a:lnTo>
                  <a:lnTo>
                    <a:pt x="15213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4673464" y="5060869"/>
              <a:ext cx="119506" cy="142980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831600" y="5003291"/>
              <a:ext cx="102604" cy="197358"/>
            </a:xfrm>
            <a:prstGeom prst="rect">
              <a:avLst/>
            </a:prstGeom>
          </p:spPr>
        </p:pic>
      </p:grpSp>
      <p:pic>
        <p:nvPicPr>
          <p:cNvPr id="172" name="object 172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4979990" y="5064070"/>
            <a:ext cx="102600" cy="139780"/>
          </a:xfrm>
          <a:prstGeom prst="rect">
            <a:avLst/>
          </a:prstGeom>
        </p:spPr>
      </p:pic>
      <p:pic>
        <p:nvPicPr>
          <p:cNvPr id="173" name="object 173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5178457" y="5064070"/>
            <a:ext cx="103132" cy="136579"/>
          </a:xfrm>
          <a:prstGeom prst="rect">
            <a:avLst/>
          </a:prstGeom>
        </p:spPr>
      </p:pic>
      <p:pic>
        <p:nvPicPr>
          <p:cNvPr id="174" name="object 174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5364281" y="5005158"/>
            <a:ext cx="1232763" cy="252031"/>
          </a:xfrm>
          <a:prstGeom prst="rect">
            <a:avLst/>
          </a:prstGeom>
        </p:spPr>
      </p:pic>
      <p:grpSp>
        <p:nvGrpSpPr>
          <p:cNvPr id="175" name="object 175"/>
          <p:cNvGrpSpPr/>
          <p:nvPr/>
        </p:nvGrpSpPr>
        <p:grpSpPr>
          <a:xfrm>
            <a:off x="6693057" y="4995824"/>
            <a:ext cx="808990" cy="258445"/>
            <a:chOff x="6693057" y="4995824"/>
            <a:chExt cx="808990" cy="258445"/>
          </a:xfrm>
        </p:grpSpPr>
        <p:pic>
          <p:nvPicPr>
            <p:cNvPr id="176" name="object 176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6693057" y="5011293"/>
              <a:ext cx="125731" cy="192557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858024" y="5060870"/>
              <a:ext cx="114010" cy="193120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7000010" y="5011559"/>
              <a:ext cx="205505" cy="192290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241889" y="5060870"/>
              <a:ext cx="102604" cy="139780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7380985" y="4995824"/>
              <a:ext cx="120548" cy="208025"/>
            </a:xfrm>
            <a:prstGeom prst="rect">
              <a:avLst/>
            </a:prstGeom>
          </p:spPr>
        </p:pic>
      </p:grpSp>
      <p:grpSp>
        <p:nvGrpSpPr>
          <p:cNvPr id="181" name="object 181"/>
          <p:cNvGrpSpPr/>
          <p:nvPr/>
        </p:nvGrpSpPr>
        <p:grpSpPr>
          <a:xfrm>
            <a:off x="7576711" y="5003291"/>
            <a:ext cx="724535" cy="200660"/>
            <a:chOff x="7576711" y="5003291"/>
            <a:chExt cx="724535" cy="200660"/>
          </a:xfrm>
        </p:grpSpPr>
        <p:pic>
          <p:nvPicPr>
            <p:cNvPr id="182" name="object 182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7576711" y="5011559"/>
              <a:ext cx="372767" cy="192290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7981780" y="5003291"/>
              <a:ext cx="114010" cy="200558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123662" y="5060869"/>
              <a:ext cx="120564" cy="142980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8275562" y="5061699"/>
              <a:ext cx="26034" cy="141605"/>
            </a:xfrm>
            <a:custGeom>
              <a:avLst/>
              <a:gdLst/>
              <a:ahLst/>
              <a:cxnLst/>
              <a:rect l="l" t="t" r="r" b="b"/>
              <a:pathLst>
                <a:path w="26034" h="141604">
                  <a:moveTo>
                    <a:pt x="17246" y="114414"/>
                  </a:moveTo>
                  <a:lnTo>
                    <a:pt x="8534" y="114414"/>
                  </a:lnTo>
                  <a:lnTo>
                    <a:pt x="5333" y="115525"/>
                  </a:lnTo>
                  <a:lnTo>
                    <a:pt x="1066" y="119970"/>
                  </a:lnTo>
                  <a:lnTo>
                    <a:pt x="0" y="122859"/>
                  </a:lnTo>
                  <a:lnTo>
                    <a:pt x="0" y="132905"/>
                  </a:lnTo>
                  <a:lnTo>
                    <a:pt x="1066" y="135794"/>
                  </a:lnTo>
                  <a:lnTo>
                    <a:pt x="5333" y="140239"/>
                  </a:lnTo>
                  <a:lnTo>
                    <a:pt x="8534" y="141350"/>
                  </a:lnTo>
                  <a:lnTo>
                    <a:pt x="17246" y="141350"/>
                  </a:lnTo>
                  <a:lnTo>
                    <a:pt x="20491" y="140239"/>
                  </a:lnTo>
                  <a:lnTo>
                    <a:pt x="24580" y="135794"/>
                  </a:lnTo>
                  <a:lnTo>
                    <a:pt x="25603" y="132905"/>
                  </a:lnTo>
                  <a:lnTo>
                    <a:pt x="25603" y="122859"/>
                  </a:lnTo>
                  <a:lnTo>
                    <a:pt x="24580" y="119970"/>
                  </a:lnTo>
                  <a:lnTo>
                    <a:pt x="20491" y="115525"/>
                  </a:lnTo>
                  <a:lnTo>
                    <a:pt x="17246" y="114414"/>
                  </a:lnTo>
                  <a:close/>
                </a:path>
                <a:path w="26034" h="141604">
                  <a:moveTo>
                    <a:pt x="17246" y="0"/>
                  </a:moveTo>
                  <a:lnTo>
                    <a:pt x="8534" y="0"/>
                  </a:lnTo>
                  <a:lnTo>
                    <a:pt x="5333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8491"/>
                  </a:lnTo>
                  <a:lnTo>
                    <a:pt x="1066" y="21380"/>
                  </a:lnTo>
                  <a:lnTo>
                    <a:pt x="5333" y="25825"/>
                  </a:lnTo>
                  <a:lnTo>
                    <a:pt x="8534" y="26936"/>
                  </a:lnTo>
                  <a:lnTo>
                    <a:pt x="17246" y="26936"/>
                  </a:lnTo>
                  <a:lnTo>
                    <a:pt x="20491" y="25825"/>
                  </a:lnTo>
                  <a:lnTo>
                    <a:pt x="24580" y="21380"/>
                  </a:lnTo>
                  <a:lnTo>
                    <a:pt x="25603" y="18491"/>
                  </a:lnTo>
                  <a:lnTo>
                    <a:pt x="25603" y="8445"/>
                  </a:lnTo>
                  <a:lnTo>
                    <a:pt x="24580" y="5556"/>
                  </a:lnTo>
                  <a:lnTo>
                    <a:pt x="20491" y="1111"/>
                  </a:lnTo>
                  <a:lnTo>
                    <a:pt x="17246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6" name="object 186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8399474" y="5003291"/>
            <a:ext cx="863977" cy="200558"/>
          </a:xfrm>
          <a:prstGeom prst="rect">
            <a:avLst/>
          </a:prstGeom>
        </p:spPr>
      </p:pic>
      <p:grpSp>
        <p:nvGrpSpPr>
          <p:cNvPr id="187" name="object 187"/>
          <p:cNvGrpSpPr/>
          <p:nvPr/>
        </p:nvGrpSpPr>
        <p:grpSpPr>
          <a:xfrm>
            <a:off x="9355255" y="5003291"/>
            <a:ext cx="337185" cy="200660"/>
            <a:chOff x="9355255" y="5003291"/>
            <a:chExt cx="337185" cy="200660"/>
          </a:xfrm>
        </p:grpSpPr>
        <p:pic>
          <p:nvPicPr>
            <p:cNvPr id="188" name="object 188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9355255" y="5003291"/>
              <a:ext cx="114010" cy="200558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9497525" y="5060869"/>
              <a:ext cx="119505" cy="142980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9655661" y="5003291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5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5"/>
                  </a:lnTo>
                  <a:lnTo>
                    <a:pt x="7184" y="195839"/>
                  </a:lnTo>
                  <a:lnTo>
                    <a:pt x="11366" y="197358"/>
                  </a:lnTo>
                  <a:lnTo>
                    <a:pt x="36417" y="197358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1" name="object 191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9788966" y="4995824"/>
            <a:ext cx="1448271" cy="258165"/>
          </a:xfrm>
          <a:prstGeom prst="rect">
            <a:avLst/>
          </a:prstGeom>
        </p:spPr>
      </p:pic>
      <p:pic>
        <p:nvPicPr>
          <p:cNvPr id="192" name="object 19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1318932" y="5060870"/>
            <a:ext cx="120564" cy="142980"/>
          </a:xfrm>
          <a:prstGeom prst="rect">
            <a:avLst/>
          </a:prstGeom>
        </p:spPr>
      </p:pic>
      <p:pic>
        <p:nvPicPr>
          <p:cNvPr id="193" name="object 193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11520187" y="5005158"/>
            <a:ext cx="1065352" cy="252031"/>
          </a:xfrm>
          <a:prstGeom prst="rect">
            <a:avLst/>
          </a:prstGeom>
        </p:spPr>
      </p:pic>
      <p:grpSp>
        <p:nvGrpSpPr>
          <p:cNvPr id="194" name="object 194"/>
          <p:cNvGrpSpPr/>
          <p:nvPr/>
        </p:nvGrpSpPr>
        <p:grpSpPr>
          <a:xfrm>
            <a:off x="12677226" y="5003291"/>
            <a:ext cx="337185" cy="200660"/>
            <a:chOff x="12677226" y="5003291"/>
            <a:chExt cx="337185" cy="200660"/>
          </a:xfrm>
        </p:grpSpPr>
        <p:pic>
          <p:nvPicPr>
            <p:cNvPr id="195" name="object 195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2677226" y="5003291"/>
              <a:ext cx="114010" cy="200558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2819494" y="5060869"/>
              <a:ext cx="119506" cy="142980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12977634" y="5003291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30" h="197485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5" y="189765"/>
                  </a:lnTo>
                  <a:lnTo>
                    <a:pt x="7175" y="195839"/>
                  </a:lnTo>
                  <a:lnTo>
                    <a:pt x="11366" y="197358"/>
                  </a:lnTo>
                  <a:lnTo>
                    <a:pt x="36410" y="197358"/>
                  </a:lnTo>
                  <a:lnTo>
                    <a:pt x="36410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8" name="object 198"/>
          <p:cNvGrpSpPr/>
          <p:nvPr/>
        </p:nvGrpSpPr>
        <p:grpSpPr>
          <a:xfrm>
            <a:off x="13110934" y="5060870"/>
            <a:ext cx="480059" cy="143510"/>
            <a:chOff x="13110934" y="5060870"/>
            <a:chExt cx="480059" cy="143510"/>
          </a:xfrm>
        </p:grpSpPr>
        <p:pic>
          <p:nvPicPr>
            <p:cNvPr id="199" name="object 199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3110934" y="5060870"/>
              <a:ext cx="185813" cy="139780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3333527" y="5060870"/>
              <a:ext cx="119507" cy="142980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480809" y="5060870"/>
              <a:ext cx="109575" cy="142980"/>
            </a:xfrm>
            <a:prstGeom prst="rect">
              <a:avLst/>
            </a:prstGeom>
          </p:spPr>
        </p:pic>
      </p:grpSp>
      <p:pic>
        <p:nvPicPr>
          <p:cNvPr id="202" name="object 202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13675842" y="4995824"/>
            <a:ext cx="1097000" cy="261365"/>
          </a:xfrm>
          <a:prstGeom prst="rect">
            <a:avLst/>
          </a:prstGeom>
        </p:spPr>
      </p:pic>
      <p:sp>
        <p:nvSpPr>
          <p:cNvPr id="203" name="object 203"/>
          <p:cNvSpPr/>
          <p:nvPr/>
        </p:nvSpPr>
        <p:spPr>
          <a:xfrm>
            <a:off x="14850744" y="5112342"/>
            <a:ext cx="189230" cy="14604"/>
          </a:xfrm>
          <a:custGeom>
            <a:avLst/>
            <a:gdLst/>
            <a:ahLst/>
            <a:cxnLst/>
            <a:rect l="l" t="t" r="r" b="b"/>
            <a:pathLst>
              <a:path w="189230" h="14604">
                <a:moveTo>
                  <a:pt x="188823" y="0"/>
                </a:moveTo>
                <a:lnTo>
                  <a:pt x="0" y="0"/>
                </a:lnTo>
                <a:lnTo>
                  <a:pt x="0" y="14251"/>
                </a:lnTo>
                <a:lnTo>
                  <a:pt x="188823" y="14251"/>
                </a:lnTo>
                <a:lnTo>
                  <a:pt x="188823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4" name="object 204"/>
          <p:cNvGrpSpPr/>
          <p:nvPr/>
        </p:nvGrpSpPr>
        <p:grpSpPr>
          <a:xfrm>
            <a:off x="15136863" y="5025828"/>
            <a:ext cx="589280" cy="228600"/>
            <a:chOff x="15136863" y="5025828"/>
            <a:chExt cx="589280" cy="228600"/>
          </a:xfrm>
        </p:grpSpPr>
        <p:pic>
          <p:nvPicPr>
            <p:cNvPr id="205" name="object 205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5136863" y="5060869"/>
              <a:ext cx="114007" cy="193120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5289987" y="5060869"/>
              <a:ext cx="200494" cy="142980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5512212" y="5025828"/>
              <a:ext cx="69888" cy="174821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5606433" y="5060869"/>
              <a:ext cx="119506" cy="142980"/>
            </a:xfrm>
            <a:prstGeom prst="rect">
              <a:avLst/>
            </a:prstGeom>
          </p:spPr>
        </p:pic>
      </p:grpSp>
      <p:grpSp>
        <p:nvGrpSpPr>
          <p:cNvPr id="209" name="object 209"/>
          <p:cNvGrpSpPr/>
          <p:nvPr/>
        </p:nvGrpSpPr>
        <p:grpSpPr>
          <a:xfrm>
            <a:off x="15827514" y="5003291"/>
            <a:ext cx="787400" cy="200660"/>
            <a:chOff x="15827514" y="5003291"/>
            <a:chExt cx="787400" cy="200660"/>
          </a:xfrm>
        </p:grpSpPr>
        <p:pic>
          <p:nvPicPr>
            <p:cNvPr id="210" name="object 210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5827514" y="5060869"/>
              <a:ext cx="200494" cy="142980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6049243" y="5064070"/>
              <a:ext cx="182994" cy="136579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6253993" y="5060869"/>
              <a:ext cx="119506" cy="142980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6412133" y="5064070"/>
              <a:ext cx="66306" cy="136579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6507307" y="5003291"/>
              <a:ext cx="107226" cy="197358"/>
            </a:xfrm>
            <a:prstGeom prst="rect">
              <a:avLst/>
            </a:prstGeom>
          </p:spPr>
        </p:pic>
      </p:grpSp>
      <p:pic>
        <p:nvPicPr>
          <p:cNvPr id="215" name="object 215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16687736" y="5064070"/>
            <a:ext cx="116014" cy="136579"/>
          </a:xfrm>
          <a:prstGeom prst="rect">
            <a:avLst/>
          </a:prstGeom>
        </p:spPr>
      </p:pic>
      <p:grpSp>
        <p:nvGrpSpPr>
          <p:cNvPr id="216" name="object 216"/>
          <p:cNvGrpSpPr/>
          <p:nvPr/>
        </p:nvGrpSpPr>
        <p:grpSpPr>
          <a:xfrm>
            <a:off x="2044044" y="5405208"/>
            <a:ext cx="688975" cy="198755"/>
            <a:chOff x="2044044" y="5405208"/>
            <a:chExt cx="688975" cy="198755"/>
          </a:xfrm>
        </p:grpSpPr>
        <p:pic>
          <p:nvPicPr>
            <p:cNvPr id="217" name="object 217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2044044" y="5460919"/>
              <a:ext cx="185814" cy="139780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2266248" y="5460919"/>
              <a:ext cx="120564" cy="142980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2418356" y="5460919"/>
              <a:ext cx="193086" cy="142980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2642400" y="5405208"/>
              <a:ext cx="90170" cy="198120"/>
            </a:xfrm>
            <a:custGeom>
              <a:avLst/>
              <a:gdLst/>
              <a:ahLst/>
              <a:cxnLst/>
              <a:rect l="l" t="t" r="r" b="b"/>
              <a:pathLst>
                <a:path w="90169" h="198120">
                  <a:moveTo>
                    <a:pt x="18021" y="58915"/>
                  </a:moveTo>
                  <a:lnTo>
                    <a:pt x="2806" y="58915"/>
                  </a:lnTo>
                  <a:lnTo>
                    <a:pt x="2806" y="195491"/>
                  </a:lnTo>
                  <a:lnTo>
                    <a:pt x="18021" y="195491"/>
                  </a:lnTo>
                  <a:lnTo>
                    <a:pt x="18021" y="58915"/>
                  </a:lnTo>
                  <a:close/>
                </a:path>
                <a:path w="90169" h="198120">
                  <a:moveTo>
                    <a:pt x="20726" y="6794"/>
                  </a:moveTo>
                  <a:lnTo>
                    <a:pt x="19926" y="4521"/>
                  </a:lnTo>
                  <a:lnTo>
                    <a:pt x="16738" y="914"/>
                  </a:lnTo>
                  <a:lnTo>
                    <a:pt x="14084" y="0"/>
                  </a:lnTo>
                  <a:lnTo>
                    <a:pt x="6743" y="0"/>
                  </a:lnTo>
                  <a:lnTo>
                    <a:pt x="4114" y="914"/>
                  </a:lnTo>
                  <a:lnTo>
                    <a:pt x="812" y="4521"/>
                  </a:lnTo>
                  <a:lnTo>
                    <a:pt x="0" y="6794"/>
                  </a:lnTo>
                  <a:lnTo>
                    <a:pt x="0" y="15087"/>
                  </a:lnTo>
                  <a:lnTo>
                    <a:pt x="812" y="17348"/>
                  </a:lnTo>
                  <a:lnTo>
                    <a:pt x="4114" y="20967"/>
                  </a:lnTo>
                  <a:lnTo>
                    <a:pt x="6743" y="21869"/>
                  </a:lnTo>
                  <a:lnTo>
                    <a:pt x="14084" y="21869"/>
                  </a:lnTo>
                  <a:lnTo>
                    <a:pt x="16738" y="20967"/>
                  </a:lnTo>
                  <a:lnTo>
                    <a:pt x="19926" y="17348"/>
                  </a:lnTo>
                  <a:lnTo>
                    <a:pt x="20726" y="15087"/>
                  </a:lnTo>
                  <a:lnTo>
                    <a:pt x="20726" y="6794"/>
                  </a:lnTo>
                  <a:close/>
                </a:path>
                <a:path w="90169" h="198120">
                  <a:moveTo>
                    <a:pt x="90119" y="179324"/>
                  </a:moveTo>
                  <a:lnTo>
                    <a:pt x="89103" y="176403"/>
                  </a:lnTo>
                  <a:lnTo>
                    <a:pt x="85051" y="172034"/>
                  </a:lnTo>
                  <a:lnTo>
                    <a:pt x="81826" y="170929"/>
                  </a:lnTo>
                  <a:lnTo>
                    <a:pt x="73113" y="170929"/>
                  </a:lnTo>
                  <a:lnTo>
                    <a:pt x="69913" y="172034"/>
                  </a:lnTo>
                  <a:lnTo>
                    <a:pt x="65697" y="176403"/>
                  </a:lnTo>
                  <a:lnTo>
                    <a:pt x="64630" y="179324"/>
                  </a:lnTo>
                  <a:lnTo>
                    <a:pt x="64630" y="189471"/>
                  </a:lnTo>
                  <a:lnTo>
                    <a:pt x="65697" y="192366"/>
                  </a:lnTo>
                  <a:lnTo>
                    <a:pt x="69913" y="196850"/>
                  </a:lnTo>
                  <a:lnTo>
                    <a:pt x="73113" y="197967"/>
                  </a:lnTo>
                  <a:lnTo>
                    <a:pt x="77381" y="197967"/>
                  </a:lnTo>
                  <a:lnTo>
                    <a:pt x="81826" y="197967"/>
                  </a:lnTo>
                  <a:lnTo>
                    <a:pt x="85051" y="196850"/>
                  </a:lnTo>
                  <a:lnTo>
                    <a:pt x="89103" y="192366"/>
                  </a:lnTo>
                  <a:lnTo>
                    <a:pt x="90119" y="189471"/>
                  </a:lnTo>
                  <a:lnTo>
                    <a:pt x="90119" y="179324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1" name="object 221"/>
          <p:cNvSpPr txBox="1"/>
          <p:nvPr/>
        </p:nvSpPr>
        <p:spPr>
          <a:xfrm>
            <a:off x="939800" y="624522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A857C"/>
                </a:solidFill>
                <a:latin typeface="Courier New"/>
                <a:cs typeface="Courier New"/>
              </a:rPr>
              <a:t>C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2025776" y="6270002"/>
            <a:ext cx="636270" cy="230504"/>
            <a:chOff x="2025776" y="6270002"/>
            <a:chExt cx="636270" cy="230504"/>
          </a:xfrm>
        </p:grpSpPr>
        <p:pic>
          <p:nvPicPr>
            <p:cNvPr id="223" name="object 223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2025776" y="6270002"/>
              <a:ext cx="343604" cy="229933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2412129" y="6328943"/>
              <a:ext cx="85820" cy="167106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30982" y="6325057"/>
              <a:ext cx="130511" cy="170992"/>
            </a:xfrm>
            <a:prstGeom prst="rect">
              <a:avLst/>
            </a:prstGeom>
          </p:spPr>
        </p:pic>
      </p:grpSp>
      <p:sp>
        <p:nvSpPr>
          <p:cNvPr id="226" name="object 226"/>
          <p:cNvSpPr/>
          <p:nvPr/>
        </p:nvSpPr>
        <p:spPr>
          <a:xfrm>
            <a:off x="2713310" y="6243770"/>
            <a:ext cx="51435" cy="252729"/>
          </a:xfrm>
          <a:custGeom>
            <a:avLst/>
            <a:gdLst/>
            <a:ahLst/>
            <a:cxnLst/>
            <a:rect l="l" t="t" r="r" b="b"/>
            <a:pathLst>
              <a:path w="51435" h="252729">
                <a:moveTo>
                  <a:pt x="27527" y="85172"/>
                </a:moveTo>
                <a:lnTo>
                  <a:pt x="1619" y="85172"/>
                </a:lnTo>
                <a:lnTo>
                  <a:pt x="1619" y="252279"/>
                </a:lnTo>
                <a:lnTo>
                  <a:pt x="27527" y="252279"/>
                </a:lnTo>
                <a:lnTo>
                  <a:pt x="27527" y="85172"/>
                </a:lnTo>
                <a:close/>
              </a:path>
              <a:path w="51435" h="252729">
                <a:moveTo>
                  <a:pt x="27527" y="0"/>
                </a:moveTo>
                <a:lnTo>
                  <a:pt x="0" y="55054"/>
                </a:lnTo>
                <a:lnTo>
                  <a:pt x="16840" y="62826"/>
                </a:lnTo>
                <a:lnTo>
                  <a:pt x="51168" y="11334"/>
                </a:lnTo>
                <a:lnTo>
                  <a:pt x="27527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7" name="object 227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2856452" y="6245714"/>
            <a:ext cx="1410689" cy="315106"/>
          </a:xfrm>
          <a:prstGeom prst="rect">
            <a:avLst/>
          </a:prstGeom>
        </p:spPr>
      </p:pic>
      <p:grpSp>
        <p:nvGrpSpPr>
          <p:cNvPr id="228" name="object 228"/>
          <p:cNvGrpSpPr/>
          <p:nvPr/>
        </p:nvGrpSpPr>
        <p:grpSpPr>
          <a:xfrm>
            <a:off x="4382432" y="6256401"/>
            <a:ext cx="490220" cy="243840"/>
            <a:chOff x="4382432" y="6256401"/>
            <a:chExt cx="490220" cy="243840"/>
          </a:xfrm>
        </p:grpSpPr>
        <p:pic>
          <p:nvPicPr>
            <p:cNvPr id="229" name="object 2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82432" y="6325057"/>
              <a:ext cx="149294" cy="174878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4568645" y="6256401"/>
              <a:ext cx="303771" cy="243535"/>
            </a:xfrm>
            <a:prstGeom prst="rect">
              <a:avLst/>
            </a:prstGeom>
          </p:spPr>
        </p:pic>
      </p:grpSp>
      <p:pic>
        <p:nvPicPr>
          <p:cNvPr id="231" name="object 231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4991594" y="6256401"/>
            <a:ext cx="130511" cy="239649"/>
          </a:xfrm>
          <a:prstGeom prst="rect">
            <a:avLst/>
          </a:prstGeom>
        </p:spPr>
      </p:pic>
      <p:grpSp>
        <p:nvGrpSpPr>
          <p:cNvPr id="232" name="object 232"/>
          <p:cNvGrpSpPr/>
          <p:nvPr/>
        </p:nvGrpSpPr>
        <p:grpSpPr>
          <a:xfrm>
            <a:off x="5175540" y="6256401"/>
            <a:ext cx="548640" cy="243840"/>
            <a:chOff x="5175540" y="6256401"/>
            <a:chExt cx="548640" cy="243840"/>
          </a:xfrm>
        </p:grpSpPr>
        <p:sp>
          <p:nvSpPr>
            <p:cNvPr id="233" name="object 233"/>
            <p:cNvSpPr/>
            <p:nvPr/>
          </p:nvSpPr>
          <p:spPr>
            <a:xfrm>
              <a:off x="5175540" y="6256401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8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75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8" y="21697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4" name="object 234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5250350" y="6325057"/>
              <a:ext cx="309600" cy="174878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93305" y="6325057"/>
              <a:ext cx="130511" cy="170992"/>
            </a:xfrm>
            <a:prstGeom prst="rect">
              <a:avLst/>
            </a:prstGeom>
          </p:spPr>
        </p:pic>
      </p:grpSp>
      <p:sp>
        <p:nvSpPr>
          <p:cNvPr id="236" name="object 236"/>
          <p:cNvSpPr/>
          <p:nvPr/>
        </p:nvSpPr>
        <p:spPr>
          <a:xfrm>
            <a:off x="5775633" y="6243770"/>
            <a:ext cx="51435" cy="252729"/>
          </a:xfrm>
          <a:custGeom>
            <a:avLst/>
            <a:gdLst/>
            <a:ahLst/>
            <a:cxnLst/>
            <a:rect l="l" t="t" r="r" b="b"/>
            <a:pathLst>
              <a:path w="51435" h="252729">
                <a:moveTo>
                  <a:pt x="27527" y="85172"/>
                </a:moveTo>
                <a:lnTo>
                  <a:pt x="1619" y="85172"/>
                </a:lnTo>
                <a:lnTo>
                  <a:pt x="1619" y="252279"/>
                </a:lnTo>
                <a:lnTo>
                  <a:pt x="27527" y="252279"/>
                </a:lnTo>
                <a:lnTo>
                  <a:pt x="27527" y="85172"/>
                </a:lnTo>
                <a:close/>
              </a:path>
              <a:path w="51435" h="252729">
                <a:moveTo>
                  <a:pt x="27527" y="0"/>
                </a:moveTo>
                <a:lnTo>
                  <a:pt x="0" y="55054"/>
                </a:lnTo>
                <a:lnTo>
                  <a:pt x="16840" y="62826"/>
                </a:lnTo>
                <a:lnTo>
                  <a:pt x="51168" y="11334"/>
                </a:lnTo>
                <a:lnTo>
                  <a:pt x="27527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7" name="object 237"/>
          <p:cNvGrpSpPr/>
          <p:nvPr/>
        </p:nvGrpSpPr>
        <p:grpSpPr>
          <a:xfrm>
            <a:off x="5916508" y="6256401"/>
            <a:ext cx="901700" cy="243840"/>
            <a:chOff x="5916508" y="6256401"/>
            <a:chExt cx="901700" cy="243840"/>
          </a:xfrm>
        </p:grpSpPr>
        <p:pic>
          <p:nvPicPr>
            <p:cNvPr id="238" name="object 238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5916508" y="6282632"/>
              <a:ext cx="90030" cy="213417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4713" y="6325057"/>
              <a:ext cx="147351" cy="174878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6208944" y="6325057"/>
              <a:ext cx="127920" cy="174878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6362125" y="6282632"/>
              <a:ext cx="90030" cy="213417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0331" y="6325057"/>
              <a:ext cx="147351" cy="174878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70431" y="6328943"/>
              <a:ext cx="85820" cy="167106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6786369" y="6256401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7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7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29" y="32006"/>
                  </a:lnTo>
                  <a:lnTo>
                    <a:pt x="30495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5" y="6746"/>
                  </a:lnTo>
                  <a:lnTo>
                    <a:pt x="25529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5" name="object 245"/>
          <p:cNvGrpSpPr/>
          <p:nvPr/>
        </p:nvGrpSpPr>
        <p:grpSpPr>
          <a:xfrm>
            <a:off x="2030251" y="6767474"/>
            <a:ext cx="607695" cy="208279"/>
            <a:chOff x="2030251" y="6767474"/>
            <a:chExt cx="607695" cy="208279"/>
          </a:xfrm>
        </p:grpSpPr>
        <p:pic>
          <p:nvPicPr>
            <p:cNvPr id="246" name="object 246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2030251" y="6832520"/>
              <a:ext cx="101092" cy="142980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53286" y="6797478"/>
              <a:ext cx="69888" cy="174821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2259548" y="6767474"/>
              <a:ext cx="329840" cy="208025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2616849" y="6776809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5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2" y="20961"/>
                  </a:lnTo>
                  <a:lnTo>
                    <a:pt x="6753" y="21864"/>
                  </a:lnTo>
                  <a:lnTo>
                    <a:pt x="14090" y="21864"/>
                  </a:lnTo>
                  <a:lnTo>
                    <a:pt x="16750" y="20961"/>
                  </a:lnTo>
                  <a:lnTo>
                    <a:pt x="19939" y="17346"/>
                  </a:lnTo>
                  <a:lnTo>
                    <a:pt x="20736" y="15081"/>
                  </a:lnTo>
                  <a:lnTo>
                    <a:pt x="20736" y="6785"/>
                  </a:lnTo>
                  <a:lnTo>
                    <a:pt x="19939" y="4517"/>
                  </a:lnTo>
                  <a:lnTo>
                    <a:pt x="16750" y="902"/>
                  </a:lnTo>
                  <a:lnTo>
                    <a:pt x="14090" y="0"/>
                  </a:lnTo>
                  <a:close/>
                </a:path>
                <a:path w="20955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0" name="object 250"/>
          <p:cNvSpPr/>
          <p:nvPr/>
        </p:nvSpPr>
        <p:spPr>
          <a:xfrm>
            <a:off x="2684360" y="6774941"/>
            <a:ext cx="88900" cy="197485"/>
          </a:xfrm>
          <a:custGeom>
            <a:avLst/>
            <a:gdLst/>
            <a:ahLst/>
            <a:cxnLst/>
            <a:rect l="l" t="t" r="r" b="b"/>
            <a:pathLst>
              <a:path w="88900" h="197484">
                <a:moveTo>
                  <a:pt x="36410" y="183984"/>
                </a:moveTo>
                <a:lnTo>
                  <a:pt x="15214" y="183984"/>
                </a:lnTo>
                <a:lnTo>
                  <a:pt x="15214" y="0"/>
                </a:lnTo>
                <a:lnTo>
                  <a:pt x="0" y="0"/>
                </a:lnTo>
                <a:lnTo>
                  <a:pt x="0" y="185775"/>
                </a:lnTo>
                <a:lnTo>
                  <a:pt x="1435" y="189776"/>
                </a:lnTo>
                <a:lnTo>
                  <a:pt x="7188" y="195846"/>
                </a:lnTo>
                <a:lnTo>
                  <a:pt x="11366" y="197358"/>
                </a:lnTo>
                <a:lnTo>
                  <a:pt x="36410" y="197358"/>
                </a:lnTo>
                <a:lnTo>
                  <a:pt x="36410" y="183984"/>
                </a:lnTo>
                <a:close/>
              </a:path>
              <a:path w="88900" h="197484">
                <a:moveTo>
                  <a:pt x="85572" y="60782"/>
                </a:moveTo>
                <a:lnTo>
                  <a:pt x="70358" y="60782"/>
                </a:lnTo>
                <a:lnTo>
                  <a:pt x="70358" y="197358"/>
                </a:lnTo>
                <a:lnTo>
                  <a:pt x="85572" y="197358"/>
                </a:lnTo>
                <a:lnTo>
                  <a:pt x="85572" y="60782"/>
                </a:lnTo>
                <a:close/>
              </a:path>
              <a:path w="88900" h="197484">
                <a:moveTo>
                  <a:pt x="88277" y="8661"/>
                </a:moveTo>
                <a:lnTo>
                  <a:pt x="87490" y="6388"/>
                </a:lnTo>
                <a:lnTo>
                  <a:pt x="84302" y="2781"/>
                </a:lnTo>
                <a:lnTo>
                  <a:pt x="81635" y="1866"/>
                </a:lnTo>
                <a:lnTo>
                  <a:pt x="74307" y="1866"/>
                </a:lnTo>
                <a:lnTo>
                  <a:pt x="71666" y="2781"/>
                </a:lnTo>
                <a:lnTo>
                  <a:pt x="68376" y="6388"/>
                </a:lnTo>
                <a:lnTo>
                  <a:pt x="67551" y="8661"/>
                </a:lnTo>
                <a:lnTo>
                  <a:pt x="67551" y="16954"/>
                </a:lnTo>
                <a:lnTo>
                  <a:pt x="68376" y="19215"/>
                </a:lnTo>
                <a:lnTo>
                  <a:pt x="71666" y="22834"/>
                </a:lnTo>
                <a:lnTo>
                  <a:pt x="74307" y="23736"/>
                </a:lnTo>
                <a:lnTo>
                  <a:pt x="81635" y="23736"/>
                </a:lnTo>
                <a:lnTo>
                  <a:pt x="84302" y="22834"/>
                </a:lnTo>
                <a:lnTo>
                  <a:pt x="87490" y="19215"/>
                </a:lnTo>
                <a:lnTo>
                  <a:pt x="88277" y="16954"/>
                </a:lnTo>
                <a:lnTo>
                  <a:pt x="88277" y="8661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1" name="object 251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2868578" y="6832520"/>
            <a:ext cx="101092" cy="142980"/>
          </a:xfrm>
          <a:prstGeom prst="rect">
            <a:avLst/>
          </a:prstGeom>
        </p:spPr>
      </p:pic>
      <p:grpSp>
        <p:nvGrpSpPr>
          <p:cNvPr id="252" name="object 252"/>
          <p:cNvGrpSpPr/>
          <p:nvPr/>
        </p:nvGrpSpPr>
        <p:grpSpPr>
          <a:xfrm>
            <a:off x="3061354" y="6774942"/>
            <a:ext cx="839469" cy="250825"/>
            <a:chOff x="3061354" y="6774942"/>
            <a:chExt cx="839469" cy="250825"/>
          </a:xfrm>
        </p:grpSpPr>
        <p:pic>
          <p:nvPicPr>
            <p:cNvPr id="253" name="object 25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061354" y="6832520"/>
              <a:ext cx="120564" cy="142980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213461" y="6832520"/>
              <a:ext cx="114009" cy="193120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366590" y="6832520"/>
              <a:ext cx="114010" cy="193120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3519719" y="6774942"/>
              <a:ext cx="241550" cy="200558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3798049" y="6835720"/>
              <a:ext cx="102600" cy="139780"/>
            </a:xfrm>
            <a:prstGeom prst="rect">
              <a:avLst/>
            </a:prstGeom>
          </p:spPr>
        </p:pic>
      </p:grpSp>
      <p:grpSp>
        <p:nvGrpSpPr>
          <p:cNvPr id="258" name="object 258"/>
          <p:cNvGrpSpPr/>
          <p:nvPr/>
        </p:nvGrpSpPr>
        <p:grpSpPr>
          <a:xfrm>
            <a:off x="4013080" y="6774942"/>
            <a:ext cx="401320" cy="200660"/>
            <a:chOff x="4013080" y="6774942"/>
            <a:chExt cx="401320" cy="200660"/>
          </a:xfrm>
        </p:grpSpPr>
        <p:pic>
          <p:nvPicPr>
            <p:cNvPr id="259" name="object 25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013080" y="6774942"/>
              <a:ext cx="102604" cy="197358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4152460" y="6832520"/>
              <a:ext cx="119507" cy="142980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4300225" y="6774942"/>
              <a:ext cx="114009" cy="200558"/>
            </a:xfrm>
            <a:prstGeom prst="rect">
              <a:avLst/>
            </a:prstGeom>
          </p:spPr>
        </p:pic>
      </p:grpSp>
      <p:sp>
        <p:nvSpPr>
          <p:cNvPr id="262" name="object 262"/>
          <p:cNvSpPr/>
          <p:nvPr/>
        </p:nvSpPr>
        <p:spPr>
          <a:xfrm>
            <a:off x="4460912" y="6776808"/>
            <a:ext cx="20955" cy="195580"/>
          </a:xfrm>
          <a:custGeom>
            <a:avLst/>
            <a:gdLst/>
            <a:ahLst/>
            <a:cxnLst/>
            <a:rect l="l" t="t" r="r" b="b"/>
            <a:pathLst>
              <a:path w="20954" h="195579">
                <a:moveTo>
                  <a:pt x="14090" y="0"/>
                </a:moveTo>
                <a:lnTo>
                  <a:pt x="6753" y="0"/>
                </a:lnTo>
                <a:lnTo>
                  <a:pt x="4122" y="902"/>
                </a:lnTo>
                <a:lnTo>
                  <a:pt x="824" y="4517"/>
                </a:lnTo>
                <a:lnTo>
                  <a:pt x="0" y="6785"/>
                </a:lnTo>
                <a:lnTo>
                  <a:pt x="0" y="15081"/>
                </a:lnTo>
                <a:lnTo>
                  <a:pt x="824" y="17346"/>
                </a:lnTo>
                <a:lnTo>
                  <a:pt x="4122" y="20961"/>
                </a:lnTo>
                <a:lnTo>
                  <a:pt x="6753" y="21864"/>
                </a:lnTo>
                <a:lnTo>
                  <a:pt x="14090" y="21864"/>
                </a:lnTo>
                <a:lnTo>
                  <a:pt x="16750" y="20961"/>
                </a:lnTo>
                <a:lnTo>
                  <a:pt x="19938" y="17346"/>
                </a:lnTo>
                <a:lnTo>
                  <a:pt x="20736" y="15081"/>
                </a:lnTo>
                <a:lnTo>
                  <a:pt x="20736" y="6785"/>
                </a:lnTo>
                <a:lnTo>
                  <a:pt x="19938" y="4517"/>
                </a:lnTo>
                <a:lnTo>
                  <a:pt x="16750" y="902"/>
                </a:lnTo>
                <a:lnTo>
                  <a:pt x="14090" y="0"/>
                </a:lnTo>
                <a:close/>
              </a:path>
              <a:path w="20954" h="195579">
                <a:moveTo>
                  <a:pt x="18027" y="58911"/>
                </a:moveTo>
                <a:lnTo>
                  <a:pt x="2813" y="58911"/>
                </a:lnTo>
                <a:lnTo>
                  <a:pt x="2813" y="195491"/>
                </a:lnTo>
                <a:lnTo>
                  <a:pt x="18027" y="195491"/>
                </a:lnTo>
                <a:lnTo>
                  <a:pt x="18027" y="58911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3" name="object 263"/>
          <p:cNvGrpSpPr/>
          <p:nvPr/>
        </p:nvGrpSpPr>
        <p:grpSpPr>
          <a:xfrm>
            <a:off x="4528429" y="6832520"/>
            <a:ext cx="246379" cy="193675"/>
            <a:chOff x="4528429" y="6832520"/>
            <a:chExt cx="246379" cy="193675"/>
          </a:xfrm>
        </p:grpSpPr>
        <p:pic>
          <p:nvPicPr>
            <p:cNvPr id="264" name="object 26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528429" y="6832520"/>
              <a:ext cx="102604" cy="139780"/>
            </a:xfrm>
            <a:prstGeom prst="rect">
              <a:avLst/>
            </a:prstGeom>
          </p:spPr>
        </p:pic>
        <p:pic>
          <p:nvPicPr>
            <p:cNvPr id="265" name="object 265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4656946" y="6835720"/>
              <a:ext cx="117477" cy="189919"/>
            </a:xfrm>
            <a:prstGeom prst="rect">
              <a:avLst/>
            </a:prstGeom>
          </p:spPr>
        </p:pic>
      </p:grpSp>
      <p:sp>
        <p:nvSpPr>
          <p:cNvPr id="266" name="object 266"/>
          <p:cNvSpPr/>
          <p:nvPr/>
        </p:nvSpPr>
        <p:spPr>
          <a:xfrm>
            <a:off x="4852330" y="6883992"/>
            <a:ext cx="189230" cy="14604"/>
          </a:xfrm>
          <a:custGeom>
            <a:avLst/>
            <a:gdLst/>
            <a:ahLst/>
            <a:cxnLst/>
            <a:rect l="l" t="t" r="r" b="b"/>
            <a:pathLst>
              <a:path w="189229" h="14604">
                <a:moveTo>
                  <a:pt x="188823" y="0"/>
                </a:moveTo>
                <a:lnTo>
                  <a:pt x="0" y="0"/>
                </a:lnTo>
                <a:lnTo>
                  <a:pt x="0" y="14251"/>
                </a:lnTo>
                <a:lnTo>
                  <a:pt x="188823" y="14251"/>
                </a:lnTo>
                <a:lnTo>
                  <a:pt x="188823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7" name="object 267"/>
          <p:cNvGrpSpPr/>
          <p:nvPr/>
        </p:nvGrpSpPr>
        <p:grpSpPr>
          <a:xfrm>
            <a:off x="5138441" y="6768807"/>
            <a:ext cx="506730" cy="207010"/>
            <a:chOff x="5138441" y="6768807"/>
            <a:chExt cx="506730" cy="207010"/>
          </a:xfrm>
        </p:grpSpPr>
        <p:pic>
          <p:nvPicPr>
            <p:cNvPr id="268" name="object 26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138441" y="6832519"/>
              <a:ext cx="102604" cy="139780"/>
            </a:xfrm>
            <a:prstGeom prst="rect">
              <a:avLst/>
            </a:prstGeom>
          </p:spPr>
        </p:pic>
        <p:pic>
          <p:nvPicPr>
            <p:cNvPr id="269" name="object 269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5277434" y="6768807"/>
              <a:ext cx="239377" cy="206692"/>
            </a:xfrm>
            <a:prstGeom prst="rect">
              <a:avLst/>
            </a:prstGeom>
          </p:spPr>
        </p:pic>
        <p:sp>
          <p:nvSpPr>
            <p:cNvPr id="270" name="object 270"/>
            <p:cNvSpPr/>
            <p:nvPr/>
          </p:nvSpPr>
          <p:spPr>
            <a:xfrm>
              <a:off x="5556821" y="6774941"/>
              <a:ext cx="88900" cy="197485"/>
            </a:xfrm>
            <a:custGeom>
              <a:avLst/>
              <a:gdLst/>
              <a:ahLst/>
              <a:cxnLst/>
              <a:rect l="l" t="t" r="r" b="b"/>
              <a:pathLst>
                <a:path w="88900" h="197484">
                  <a:moveTo>
                    <a:pt x="36423" y="183984"/>
                  </a:moveTo>
                  <a:lnTo>
                    <a:pt x="15214" y="183984"/>
                  </a:lnTo>
                  <a:lnTo>
                    <a:pt x="15214" y="0"/>
                  </a:lnTo>
                  <a:lnTo>
                    <a:pt x="0" y="0"/>
                  </a:lnTo>
                  <a:lnTo>
                    <a:pt x="0" y="185775"/>
                  </a:lnTo>
                  <a:lnTo>
                    <a:pt x="1435" y="189776"/>
                  </a:lnTo>
                  <a:lnTo>
                    <a:pt x="7188" y="195846"/>
                  </a:lnTo>
                  <a:lnTo>
                    <a:pt x="11366" y="197358"/>
                  </a:lnTo>
                  <a:lnTo>
                    <a:pt x="36423" y="197358"/>
                  </a:lnTo>
                  <a:lnTo>
                    <a:pt x="36423" y="183984"/>
                  </a:lnTo>
                  <a:close/>
                </a:path>
                <a:path w="88900" h="197484">
                  <a:moveTo>
                    <a:pt x="85585" y="60782"/>
                  </a:moveTo>
                  <a:lnTo>
                    <a:pt x="70370" y="60782"/>
                  </a:lnTo>
                  <a:lnTo>
                    <a:pt x="70370" y="197358"/>
                  </a:lnTo>
                  <a:lnTo>
                    <a:pt x="85585" y="197358"/>
                  </a:lnTo>
                  <a:lnTo>
                    <a:pt x="85585" y="60782"/>
                  </a:lnTo>
                  <a:close/>
                </a:path>
                <a:path w="88900" h="197484">
                  <a:moveTo>
                    <a:pt x="88290" y="8661"/>
                  </a:moveTo>
                  <a:lnTo>
                    <a:pt x="87490" y="6388"/>
                  </a:lnTo>
                  <a:lnTo>
                    <a:pt x="84302" y="2781"/>
                  </a:lnTo>
                  <a:lnTo>
                    <a:pt x="81648" y="1866"/>
                  </a:lnTo>
                  <a:lnTo>
                    <a:pt x="74307" y="1866"/>
                  </a:lnTo>
                  <a:lnTo>
                    <a:pt x="71678" y="2781"/>
                  </a:lnTo>
                  <a:lnTo>
                    <a:pt x="68376" y="6388"/>
                  </a:lnTo>
                  <a:lnTo>
                    <a:pt x="67551" y="8661"/>
                  </a:lnTo>
                  <a:lnTo>
                    <a:pt x="67551" y="16954"/>
                  </a:lnTo>
                  <a:lnTo>
                    <a:pt x="68376" y="19215"/>
                  </a:lnTo>
                  <a:lnTo>
                    <a:pt x="71678" y="22834"/>
                  </a:lnTo>
                  <a:lnTo>
                    <a:pt x="74307" y="23736"/>
                  </a:lnTo>
                  <a:lnTo>
                    <a:pt x="81648" y="23736"/>
                  </a:lnTo>
                  <a:lnTo>
                    <a:pt x="84302" y="22834"/>
                  </a:lnTo>
                  <a:lnTo>
                    <a:pt x="87490" y="19215"/>
                  </a:lnTo>
                  <a:lnTo>
                    <a:pt x="88290" y="16954"/>
                  </a:lnTo>
                  <a:lnTo>
                    <a:pt x="88290" y="866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1" name="object 271"/>
          <p:cNvGrpSpPr/>
          <p:nvPr/>
        </p:nvGrpSpPr>
        <p:grpSpPr>
          <a:xfrm>
            <a:off x="5744103" y="6774942"/>
            <a:ext cx="1210945" cy="254000"/>
            <a:chOff x="5744103" y="6774942"/>
            <a:chExt cx="1210945" cy="254000"/>
          </a:xfrm>
        </p:grpSpPr>
        <p:pic>
          <p:nvPicPr>
            <p:cNvPr id="272" name="object 272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5744103" y="6832520"/>
              <a:ext cx="116862" cy="142980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889222" y="6774942"/>
              <a:ext cx="114010" cy="200558"/>
            </a:xfrm>
            <a:prstGeom prst="rect">
              <a:avLst/>
            </a:prstGeom>
          </p:spPr>
        </p:pic>
        <p:pic>
          <p:nvPicPr>
            <p:cNvPr id="274" name="object 274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6040172" y="6818609"/>
              <a:ext cx="257898" cy="210230"/>
            </a:xfrm>
            <a:prstGeom prst="rect">
              <a:avLst/>
            </a:prstGeom>
          </p:spPr>
        </p:pic>
        <p:sp>
          <p:nvSpPr>
            <p:cNvPr id="275" name="object 275"/>
            <p:cNvSpPr/>
            <p:nvPr/>
          </p:nvSpPr>
          <p:spPr>
            <a:xfrm>
              <a:off x="6334476" y="6883076"/>
              <a:ext cx="66675" cy="16510"/>
            </a:xfrm>
            <a:custGeom>
              <a:avLst/>
              <a:gdLst/>
              <a:ahLst/>
              <a:cxnLst/>
              <a:rect l="l" t="t" r="r" b="b"/>
              <a:pathLst>
                <a:path w="66675" h="16509">
                  <a:moveTo>
                    <a:pt x="66287" y="0"/>
                  </a:moveTo>
                  <a:lnTo>
                    <a:pt x="0" y="0"/>
                  </a:lnTo>
                  <a:lnTo>
                    <a:pt x="0" y="16085"/>
                  </a:lnTo>
                  <a:lnTo>
                    <a:pt x="66287" y="16085"/>
                  </a:lnTo>
                  <a:lnTo>
                    <a:pt x="66287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6" name="object 27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437170" y="6832520"/>
              <a:ext cx="109580" cy="142980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6569273" y="6832520"/>
              <a:ext cx="239406" cy="142980"/>
            </a:xfrm>
            <a:prstGeom prst="rect">
              <a:avLst/>
            </a:prstGeom>
          </p:spPr>
        </p:pic>
        <p:pic>
          <p:nvPicPr>
            <p:cNvPr id="278" name="object 27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837935" y="6832520"/>
              <a:ext cx="116864" cy="142980"/>
            </a:xfrm>
            <a:prstGeom prst="rect">
              <a:avLst/>
            </a:prstGeom>
          </p:spPr>
        </p:pic>
      </p:grpSp>
      <p:grpSp>
        <p:nvGrpSpPr>
          <p:cNvPr id="279" name="object 279"/>
          <p:cNvGrpSpPr/>
          <p:nvPr/>
        </p:nvGrpSpPr>
        <p:grpSpPr>
          <a:xfrm>
            <a:off x="7045507" y="6774942"/>
            <a:ext cx="669925" cy="250825"/>
            <a:chOff x="7045507" y="6774942"/>
            <a:chExt cx="669925" cy="250825"/>
          </a:xfrm>
        </p:grpSpPr>
        <p:pic>
          <p:nvPicPr>
            <p:cNvPr id="280" name="object 28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045507" y="6832520"/>
              <a:ext cx="109580" cy="142980"/>
            </a:xfrm>
            <a:prstGeom prst="rect">
              <a:avLst/>
            </a:prstGeom>
          </p:spPr>
        </p:pic>
        <p:pic>
          <p:nvPicPr>
            <p:cNvPr id="281" name="object 281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7188856" y="6774942"/>
              <a:ext cx="102604" cy="197358"/>
            </a:xfrm>
            <a:prstGeom prst="rect">
              <a:avLst/>
            </a:prstGeom>
          </p:spPr>
        </p:pic>
        <p:pic>
          <p:nvPicPr>
            <p:cNvPr id="282" name="object 282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7317374" y="6835720"/>
              <a:ext cx="117477" cy="189919"/>
            </a:xfrm>
            <a:prstGeom prst="rect">
              <a:avLst/>
            </a:prstGeom>
          </p:spPr>
        </p:pic>
        <p:pic>
          <p:nvPicPr>
            <p:cNvPr id="283" name="object 283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7464961" y="6774942"/>
              <a:ext cx="249891" cy="250698"/>
            </a:xfrm>
            <a:prstGeom prst="rect">
              <a:avLst/>
            </a:prstGeom>
          </p:spPr>
        </p:pic>
      </p:grpSp>
      <p:grpSp>
        <p:nvGrpSpPr>
          <p:cNvPr id="284" name="object 284"/>
          <p:cNvGrpSpPr/>
          <p:nvPr/>
        </p:nvGrpSpPr>
        <p:grpSpPr>
          <a:xfrm>
            <a:off x="7807902" y="6776808"/>
            <a:ext cx="266700" cy="248920"/>
            <a:chOff x="7807902" y="6776808"/>
            <a:chExt cx="266700" cy="248920"/>
          </a:xfrm>
        </p:grpSpPr>
        <p:pic>
          <p:nvPicPr>
            <p:cNvPr id="285" name="object 28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807902" y="6832519"/>
              <a:ext cx="114010" cy="193120"/>
            </a:xfrm>
            <a:prstGeom prst="rect">
              <a:avLst/>
            </a:prstGeom>
          </p:spPr>
        </p:pic>
        <p:pic>
          <p:nvPicPr>
            <p:cNvPr id="286" name="object 286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7961031" y="6835720"/>
              <a:ext cx="66316" cy="136579"/>
            </a:xfrm>
            <a:prstGeom prst="rect">
              <a:avLst/>
            </a:prstGeom>
          </p:spPr>
        </p:pic>
        <p:sp>
          <p:nvSpPr>
            <p:cNvPr id="287" name="object 287"/>
            <p:cNvSpPr/>
            <p:nvPr/>
          </p:nvSpPr>
          <p:spPr>
            <a:xfrm>
              <a:off x="8053398" y="677680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5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5" y="17346"/>
                  </a:lnTo>
                  <a:lnTo>
                    <a:pt x="4122" y="20961"/>
                  </a:lnTo>
                  <a:lnTo>
                    <a:pt x="6753" y="21864"/>
                  </a:lnTo>
                  <a:lnTo>
                    <a:pt x="14090" y="21864"/>
                  </a:lnTo>
                  <a:lnTo>
                    <a:pt x="16750" y="20961"/>
                  </a:lnTo>
                  <a:lnTo>
                    <a:pt x="19939" y="17346"/>
                  </a:lnTo>
                  <a:lnTo>
                    <a:pt x="20736" y="15081"/>
                  </a:lnTo>
                  <a:lnTo>
                    <a:pt x="20736" y="6785"/>
                  </a:lnTo>
                  <a:lnTo>
                    <a:pt x="19939" y="4517"/>
                  </a:lnTo>
                  <a:lnTo>
                    <a:pt x="16750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8" name="object 288"/>
          <p:cNvGrpSpPr/>
          <p:nvPr/>
        </p:nvGrpSpPr>
        <p:grpSpPr>
          <a:xfrm>
            <a:off x="8183855" y="6774942"/>
            <a:ext cx="821055" cy="200660"/>
            <a:chOff x="8183855" y="6774942"/>
            <a:chExt cx="821055" cy="200660"/>
          </a:xfrm>
        </p:grpSpPr>
        <p:pic>
          <p:nvPicPr>
            <p:cNvPr id="289" name="object 289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8183855" y="6774942"/>
              <a:ext cx="107226" cy="197358"/>
            </a:xfrm>
            <a:prstGeom prst="rect">
              <a:avLst/>
            </a:prstGeom>
          </p:spPr>
        </p:pic>
        <p:pic>
          <p:nvPicPr>
            <p:cNvPr id="290" name="object 290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8320567" y="6832520"/>
              <a:ext cx="200494" cy="142980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8545896" y="6832520"/>
              <a:ext cx="101092" cy="142980"/>
            </a:xfrm>
            <a:prstGeom prst="rect">
              <a:avLst/>
            </a:prstGeom>
          </p:spPr>
        </p:pic>
        <p:sp>
          <p:nvSpPr>
            <p:cNvPr id="292" name="object 292"/>
            <p:cNvSpPr/>
            <p:nvPr/>
          </p:nvSpPr>
          <p:spPr>
            <a:xfrm>
              <a:off x="8686978" y="6774942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4">
                  <a:moveTo>
                    <a:pt x="15213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5"/>
                  </a:lnTo>
                  <a:lnTo>
                    <a:pt x="7184" y="195839"/>
                  </a:lnTo>
                  <a:lnTo>
                    <a:pt x="11366" y="197357"/>
                  </a:lnTo>
                  <a:lnTo>
                    <a:pt x="36415" y="197357"/>
                  </a:lnTo>
                  <a:lnTo>
                    <a:pt x="36415" y="183981"/>
                  </a:lnTo>
                  <a:lnTo>
                    <a:pt x="15213" y="183981"/>
                  </a:lnTo>
                  <a:lnTo>
                    <a:pt x="15213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3" name="object 29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746607" y="6832520"/>
              <a:ext cx="116862" cy="142980"/>
            </a:xfrm>
            <a:prstGeom prst="rect">
              <a:avLst/>
            </a:prstGeom>
          </p:spPr>
        </p:pic>
        <p:pic>
          <p:nvPicPr>
            <p:cNvPr id="294" name="object 29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902098" y="6832520"/>
              <a:ext cx="102604" cy="139780"/>
            </a:xfrm>
            <a:prstGeom prst="rect">
              <a:avLst/>
            </a:prstGeom>
          </p:spPr>
        </p:pic>
      </p:grpSp>
      <p:pic>
        <p:nvPicPr>
          <p:cNvPr id="295" name="object 295"/>
          <p:cNvPicPr/>
          <p:nvPr/>
        </p:nvPicPr>
        <p:blipFill>
          <a:blip r:embed="rId139" cstate="print"/>
          <a:stretch>
            <a:fillRect/>
          </a:stretch>
        </p:blipFill>
        <p:spPr>
          <a:xfrm>
            <a:off x="9049197" y="6767474"/>
            <a:ext cx="90451" cy="241750"/>
          </a:xfrm>
          <a:prstGeom prst="rect">
            <a:avLst/>
          </a:prstGeom>
        </p:spPr>
      </p:pic>
      <p:pic>
        <p:nvPicPr>
          <p:cNvPr id="296" name="object 296"/>
          <p:cNvPicPr/>
          <p:nvPr/>
        </p:nvPicPr>
        <p:blipFill>
          <a:blip r:embed="rId140" cstate="print"/>
          <a:stretch>
            <a:fillRect/>
          </a:stretch>
        </p:blipFill>
        <p:spPr>
          <a:xfrm>
            <a:off x="9235410" y="6776808"/>
            <a:ext cx="1265773" cy="252031"/>
          </a:xfrm>
          <a:prstGeom prst="rect">
            <a:avLst/>
          </a:prstGeom>
        </p:spPr>
      </p:pic>
      <p:pic>
        <p:nvPicPr>
          <p:cNvPr id="297" name="object 297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0608890" y="6835720"/>
            <a:ext cx="102599" cy="139780"/>
          </a:xfrm>
          <a:prstGeom prst="rect">
            <a:avLst/>
          </a:prstGeom>
        </p:spPr>
      </p:pic>
      <p:grpSp>
        <p:nvGrpSpPr>
          <p:cNvPr id="298" name="object 298"/>
          <p:cNvGrpSpPr/>
          <p:nvPr/>
        </p:nvGrpSpPr>
        <p:grpSpPr>
          <a:xfrm>
            <a:off x="10760980" y="6774942"/>
            <a:ext cx="744855" cy="200660"/>
            <a:chOff x="10760980" y="6774942"/>
            <a:chExt cx="744855" cy="200660"/>
          </a:xfrm>
        </p:grpSpPr>
        <p:pic>
          <p:nvPicPr>
            <p:cNvPr id="299" name="object 299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0760980" y="6774942"/>
              <a:ext cx="107226" cy="197358"/>
            </a:xfrm>
            <a:prstGeom prst="rect">
              <a:avLst/>
            </a:prstGeom>
          </p:spPr>
        </p:pic>
        <p:sp>
          <p:nvSpPr>
            <p:cNvPr id="300" name="object 300"/>
            <p:cNvSpPr/>
            <p:nvPr/>
          </p:nvSpPr>
          <p:spPr>
            <a:xfrm>
              <a:off x="10897690" y="6774942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4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7" y="189765"/>
                  </a:lnTo>
                  <a:lnTo>
                    <a:pt x="7185" y="195839"/>
                  </a:lnTo>
                  <a:lnTo>
                    <a:pt x="11366" y="197357"/>
                  </a:lnTo>
                  <a:lnTo>
                    <a:pt x="36417" y="197357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1" name="object 30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956806" y="6832520"/>
              <a:ext cx="120564" cy="142980"/>
            </a:xfrm>
            <a:prstGeom prst="rect">
              <a:avLst/>
            </a:prstGeom>
          </p:spPr>
        </p:pic>
        <p:pic>
          <p:nvPicPr>
            <p:cNvPr id="302" name="object 30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098542" y="6774942"/>
              <a:ext cx="114009" cy="200558"/>
            </a:xfrm>
            <a:prstGeom prst="rect">
              <a:avLst/>
            </a:prstGeom>
          </p:spPr>
        </p:pic>
        <p:pic>
          <p:nvPicPr>
            <p:cNvPr id="303" name="object 303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1250796" y="6832520"/>
              <a:ext cx="120564" cy="142980"/>
            </a:xfrm>
            <a:prstGeom prst="rect">
              <a:avLst/>
            </a:prstGeom>
          </p:spPr>
        </p:pic>
        <p:pic>
          <p:nvPicPr>
            <p:cNvPr id="304" name="object 30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1402904" y="6832520"/>
              <a:ext cx="102604" cy="139780"/>
            </a:xfrm>
            <a:prstGeom prst="rect">
              <a:avLst/>
            </a:prstGeom>
          </p:spPr>
        </p:pic>
      </p:grpSp>
      <p:sp>
        <p:nvSpPr>
          <p:cNvPr id="305" name="object 305"/>
          <p:cNvSpPr/>
          <p:nvPr/>
        </p:nvSpPr>
        <p:spPr>
          <a:xfrm>
            <a:off x="11550002" y="6767474"/>
            <a:ext cx="90805" cy="207645"/>
          </a:xfrm>
          <a:custGeom>
            <a:avLst/>
            <a:gdLst/>
            <a:ahLst/>
            <a:cxnLst/>
            <a:rect l="l" t="t" r="r" b="b"/>
            <a:pathLst>
              <a:path w="90804" h="207645">
                <a:moveTo>
                  <a:pt x="18402" y="68275"/>
                </a:moveTo>
                <a:lnTo>
                  <a:pt x="3200" y="68275"/>
                </a:lnTo>
                <a:lnTo>
                  <a:pt x="3200" y="204825"/>
                </a:lnTo>
                <a:lnTo>
                  <a:pt x="18402" y="204825"/>
                </a:lnTo>
                <a:lnTo>
                  <a:pt x="18402" y="68275"/>
                </a:lnTo>
                <a:close/>
              </a:path>
              <a:path w="90804" h="207645">
                <a:moveTo>
                  <a:pt x="39204" y="6934"/>
                </a:moveTo>
                <a:lnTo>
                  <a:pt x="25336" y="0"/>
                </a:lnTo>
                <a:lnTo>
                  <a:pt x="0" y="43738"/>
                </a:lnTo>
                <a:lnTo>
                  <a:pt x="9867" y="48539"/>
                </a:lnTo>
                <a:lnTo>
                  <a:pt x="39204" y="6934"/>
                </a:lnTo>
                <a:close/>
              </a:path>
              <a:path w="90804" h="207645">
                <a:moveTo>
                  <a:pt x="90449" y="188658"/>
                </a:moveTo>
                <a:lnTo>
                  <a:pt x="89433" y="185737"/>
                </a:lnTo>
                <a:lnTo>
                  <a:pt x="85382" y="181368"/>
                </a:lnTo>
                <a:lnTo>
                  <a:pt x="82143" y="180263"/>
                </a:lnTo>
                <a:lnTo>
                  <a:pt x="73444" y="180263"/>
                </a:lnTo>
                <a:lnTo>
                  <a:pt x="70243" y="181368"/>
                </a:lnTo>
                <a:lnTo>
                  <a:pt x="66014" y="185737"/>
                </a:lnTo>
                <a:lnTo>
                  <a:pt x="64960" y="188658"/>
                </a:lnTo>
                <a:lnTo>
                  <a:pt x="64960" y="198805"/>
                </a:lnTo>
                <a:lnTo>
                  <a:pt x="66014" y="201701"/>
                </a:lnTo>
                <a:lnTo>
                  <a:pt x="70243" y="206184"/>
                </a:lnTo>
                <a:lnTo>
                  <a:pt x="73444" y="207302"/>
                </a:lnTo>
                <a:lnTo>
                  <a:pt x="77711" y="207302"/>
                </a:lnTo>
                <a:lnTo>
                  <a:pt x="82143" y="207302"/>
                </a:lnTo>
                <a:lnTo>
                  <a:pt x="85382" y="206184"/>
                </a:lnTo>
                <a:lnTo>
                  <a:pt x="89433" y="201701"/>
                </a:lnTo>
                <a:lnTo>
                  <a:pt x="90449" y="198805"/>
                </a:lnTo>
                <a:lnTo>
                  <a:pt x="90449" y="188658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6" name="object 306"/>
          <p:cNvGrpSpPr/>
          <p:nvPr/>
        </p:nvGrpSpPr>
        <p:grpSpPr>
          <a:xfrm>
            <a:off x="11751626" y="6786143"/>
            <a:ext cx="398780" cy="189865"/>
            <a:chOff x="11751626" y="6786143"/>
            <a:chExt cx="398780" cy="189865"/>
          </a:xfrm>
        </p:grpSpPr>
        <p:pic>
          <p:nvPicPr>
            <p:cNvPr id="307" name="object 307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1751626" y="6786143"/>
              <a:ext cx="126841" cy="186156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1909485" y="6832519"/>
              <a:ext cx="116864" cy="142980"/>
            </a:xfrm>
            <a:prstGeom prst="rect">
              <a:avLst/>
            </a:prstGeom>
          </p:spPr>
        </p:pic>
        <p:pic>
          <p:nvPicPr>
            <p:cNvPr id="309" name="object 30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047080" y="6835720"/>
              <a:ext cx="103132" cy="136579"/>
            </a:xfrm>
            <a:prstGeom prst="rect">
              <a:avLst/>
            </a:prstGeom>
          </p:spPr>
        </p:pic>
      </p:grpSp>
      <p:pic>
        <p:nvPicPr>
          <p:cNvPr id="310" name="object 310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2245457" y="6832520"/>
            <a:ext cx="102604" cy="139780"/>
          </a:xfrm>
          <a:prstGeom prst="rect">
            <a:avLst/>
          </a:prstGeom>
        </p:spPr>
      </p:pic>
      <p:grpSp>
        <p:nvGrpSpPr>
          <p:cNvPr id="311" name="object 311"/>
          <p:cNvGrpSpPr/>
          <p:nvPr/>
        </p:nvGrpSpPr>
        <p:grpSpPr>
          <a:xfrm>
            <a:off x="12392883" y="6774942"/>
            <a:ext cx="302895" cy="200660"/>
            <a:chOff x="12392883" y="6774942"/>
            <a:chExt cx="302895" cy="200660"/>
          </a:xfrm>
        </p:grpSpPr>
        <p:sp>
          <p:nvSpPr>
            <p:cNvPr id="312" name="object 312"/>
            <p:cNvSpPr/>
            <p:nvPr/>
          </p:nvSpPr>
          <p:spPr>
            <a:xfrm>
              <a:off x="12392883" y="6776809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2" y="20961"/>
                  </a:lnTo>
                  <a:lnTo>
                    <a:pt x="6753" y="21864"/>
                  </a:lnTo>
                  <a:lnTo>
                    <a:pt x="14090" y="21864"/>
                  </a:lnTo>
                  <a:lnTo>
                    <a:pt x="16748" y="20961"/>
                  </a:lnTo>
                  <a:lnTo>
                    <a:pt x="19939" y="17346"/>
                  </a:lnTo>
                  <a:lnTo>
                    <a:pt x="20735" y="15081"/>
                  </a:lnTo>
                  <a:lnTo>
                    <a:pt x="20735" y="6785"/>
                  </a:lnTo>
                  <a:lnTo>
                    <a:pt x="19939" y="4517"/>
                  </a:lnTo>
                  <a:lnTo>
                    <a:pt x="16748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3" name="object 31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449539" y="6832520"/>
              <a:ext cx="109580" cy="142980"/>
            </a:xfrm>
            <a:prstGeom prst="rect">
              <a:avLst/>
            </a:prstGeom>
          </p:spPr>
        </p:pic>
        <p:pic>
          <p:nvPicPr>
            <p:cNvPr id="314" name="object 314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2592888" y="6774942"/>
              <a:ext cx="102604" cy="197358"/>
            </a:xfrm>
            <a:prstGeom prst="rect">
              <a:avLst/>
            </a:prstGeom>
          </p:spPr>
        </p:pic>
      </p:grpSp>
      <p:pic>
        <p:nvPicPr>
          <p:cNvPr id="315" name="object 315"/>
          <p:cNvPicPr/>
          <p:nvPr/>
        </p:nvPicPr>
        <p:blipFill>
          <a:blip r:embed="rId142" cstate="print"/>
          <a:stretch>
            <a:fillRect/>
          </a:stretch>
        </p:blipFill>
        <p:spPr>
          <a:xfrm>
            <a:off x="12806070" y="6774942"/>
            <a:ext cx="249885" cy="250698"/>
          </a:xfrm>
          <a:prstGeom prst="rect">
            <a:avLst/>
          </a:prstGeom>
        </p:spPr>
      </p:pic>
      <p:grpSp>
        <p:nvGrpSpPr>
          <p:cNvPr id="316" name="object 316"/>
          <p:cNvGrpSpPr/>
          <p:nvPr/>
        </p:nvGrpSpPr>
        <p:grpSpPr>
          <a:xfrm>
            <a:off x="13149008" y="6774942"/>
            <a:ext cx="949960" cy="250825"/>
            <a:chOff x="13149008" y="6774942"/>
            <a:chExt cx="949960" cy="250825"/>
          </a:xfrm>
        </p:grpSpPr>
        <p:pic>
          <p:nvPicPr>
            <p:cNvPr id="317" name="object 317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3149008" y="6832520"/>
              <a:ext cx="114007" cy="193120"/>
            </a:xfrm>
            <a:prstGeom prst="rect">
              <a:avLst/>
            </a:prstGeom>
          </p:spPr>
        </p:pic>
        <p:pic>
          <p:nvPicPr>
            <p:cNvPr id="318" name="object 318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291286" y="6832520"/>
              <a:ext cx="119507" cy="142980"/>
            </a:xfrm>
            <a:prstGeom prst="rect">
              <a:avLst/>
            </a:prstGeom>
          </p:spPr>
        </p:pic>
        <p:sp>
          <p:nvSpPr>
            <p:cNvPr id="319" name="object 319"/>
            <p:cNvSpPr/>
            <p:nvPr/>
          </p:nvSpPr>
          <p:spPr>
            <a:xfrm>
              <a:off x="13449414" y="6774942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30" h="197484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5" y="189765"/>
                  </a:lnTo>
                  <a:lnTo>
                    <a:pt x="7188" y="195839"/>
                  </a:lnTo>
                  <a:lnTo>
                    <a:pt x="11366" y="197357"/>
                  </a:lnTo>
                  <a:lnTo>
                    <a:pt x="36423" y="197357"/>
                  </a:lnTo>
                  <a:lnTo>
                    <a:pt x="36423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0" name="object 320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3508913" y="6832520"/>
              <a:ext cx="253111" cy="142980"/>
            </a:xfrm>
            <a:prstGeom prst="rect">
              <a:avLst/>
            </a:prstGeom>
          </p:spPr>
        </p:pic>
        <p:sp>
          <p:nvSpPr>
            <p:cNvPr id="321" name="object 321"/>
            <p:cNvSpPr/>
            <p:nvPr/>
          </p:nvSpPr>
          <p:spPr>
            <a:xfrm>
              <a:off x="13789481" y="6776809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5" h="195579">
                  <a:moveTo>
                    <a:pt x="14096" y="0"/>
                  </a:moveTo>
                  <a:lnTo>
                    <a:pt x="6756" y="0"/>
                  </a:lnTo>
                  <a:lnTo>
                    <a:pt x="4127" y="902"/>
                  </a:lnTo>
                  <a:lnTo>
                    <a:pt x="825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5" y="17346"/>
                  </a:lnTo>
                  <a:lnTo>
                    <a:pt x="4127" y="20961"/>
                  </a:lnTo>
                  <a:lnTo>
                    <a:pt x="6756" y="21864"/>
                  </a:lnTo>
                  <a:lnTo>
                    <a:pt x="14096" y="21864"/>
                  </a:lnTo>
                  <a:lnTo>
                    <a:pt x="16751" y="20961"/>
                  </a:lnTo>
                  <a:lnTo>
                    <a:pt x="19938" y="17346"/>
                  </a:lnTo>
                  <a:lnTo>
                    <a:pt x="20739" y="15081"/>
                  </a:lnTo>
                  <a:lnTo>
                    <a:pt x="20739" y="6785"/>
                  </a:lnTo>
                  <a:lnTo>
                    <a:pt x="19938" y="4517"/>
                  </a:lnTo>
                  <a:lnTo>
                    <a:pt x="16751" y="902"/>
                  </a:lnTo>
                  <a:lnTo>
                    <a:pt x="14096" y="0"/>
                  </a:lnTo>
                  <a:close/>
                </a:path>
                <a:path w="20955" h="195579">
                  <a:moveTo>
                    <a:pt x="18033" y="58911"/>
                  </a:moveTo>
                  <a:lnTo>
                    <a:pt x="2819" y="58911"/>
                  </a:lnTo>
                  <a:lnTo>
                    <a:pt x="2819" y="195491"/>
                  </a:lnTo>
                  <a:lnTo>
                    <a:pt x="18033" y="195491"/>
                  </a:lnTo>
                  <a:lnTo>
                    <a:pt x="18033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2" name="object 322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3846136" y="6832520"/>
              <a:ext cx="109588" cy="142980"/>
            </a:xfrm>
            <a:prstGeom prst="rect">
              <a:avLst/>
            </a:prstGeom>
          </p:spPr>
        </p:pic>
        <p:pic>
          <p:nvPicPr>
            <p:cNvPr id="323" name="object 323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13978242" y="6832520"/>
              <a:ext cx="120561" cy="142980"/>
            </a:xfrm>
            <a:prstGeom prst="rect">
              <a:avLst/>
            </a:prstGeom>
          </p:spPr>
        </p:pic>
      </p:grpSp>
      <p:grpSp>
        <p:nvGrpSpPr>
          <p:cNvPr id="324" name="object 324"/>
          <p:cNvGrpSpPr/>
          <p:nvPr/>
        </p:nvGrpSpPr>
        <p:grpSpPr>
          <a:xfrm>
            <a:off x="14193291" y="6774942"/>
            <a:ext cx="960119" cy="254000"/>
            <a:chOff x="14193291" y="6774942"/>
            <a:chExt cx="960119" cy="254000"/>
          </a:xfrm>
        </p:grpSpPr>
        <p:pic>
          <p:nvPicPr>
            <p:cNvPr id="325" name="object 325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4193291" y="6774942"/>
              <a:ext cx="114007" cy="200558"/>
            </a:xfrm>
            <a:prstGeom prst="rect">
              <a:avLst/>
            </a:prstGeom>
          </p:spPr>
        </p:pic>
        <p:pic>
          <p:nvPicPr>
            <p:cNvPr id="326" name="object 326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4344574" y="6835720"/>
              <a:ext cx="102603" cy="139780"/>
            </a:xfrm>
            <a:prstGeom prst="rect">
              <a:avLst/>
            </a:prstGeom>
          </p:spPr>
        </p:pic>
        <p:pic>
          <p:nvPicPr>
            <p:cNvPr id="327" name="object 327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4484109" y="6774942"/>
              <a:ext cx="251891" cy="253898"/>
            </a:xfrm>
            <a:prstGeom prst="rect">
              <a:avLst/>
            </a:prstGeom>
          </p:spPr>
        </p:pic>
        <p:pic>
          <p:nvPicPr>
            <p:cNvPr id="328" name="object 328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4764880" y="6832520"/>
              <a:ext cx="388429" cy="142980"/>
            </a:xfrm>
            <a:prstGeom prst="rect">
              <a:avLst/>
            </a:prstGeom>
          </p:spPr>
        </p:pic>
      </p:grpSp>
      <p:pic>
        <p:nvPicPr>
          <p:cNvPr id="329" name="object 329"/>
          <p:cNvPicPr/>
          <p:nvPr/>
        </p:nvPicPr>
        <p:blipFill>
          <a:blip r:embed="rId151" cstate="print"/>
          <a:stretch>
            <a:fillRect/>
          </a:stretch>
        </p:blipFill>
        <p:spPr>
          <a:xfrm>
            <a:off x="15246528" y="6832520"/>
            <a:ext cx="102603" cy="139780"/>
          </a:xfrm>
          <a:prstGeom prst="rect">
            <a:avLst/>
          </a:prstGeom>
        </p:spPr>
      </p:pic>
      <p:sp>
        <p:nvSpPr>
          <p:cNvPr id="330" name="object 330"/>
          <p:cNvSpPr/>
          <p:nvPr/>
        </p:nvSpPr>
        <p:spPr>
          <a:xfrm>
            <a:off x="15393948" y="6776808"/>
            <a:ext cx="20955" cy="195580"/>
          </a:xfrm>
          <a:custGeom>
            <a:avLst/>
            <a:gdLst/>
            <a:ahLst/>
            <a:cxnLst/>
            <a:rect l="l" t="t" r="r" b="b"/>
            <a:pathLst>
              <a:path w="20955" h="195579">
                <a:moveTo>
                  <a:pt x="14096" y="0"/>
                </a:moveTo>
                <a:lnTo>
                  <a:pt x="6756" y="0"/>
                </a:lnTo>
                <a:lnTo>
                  <a:pt x="4127" y="902"/>
                </a:lnTo>
                <a:lnTo>
                  <a:pt x="825" y="4517"/>
                </a:lnTo>
                <a:lnTo>
                  <a:pt x="0" y="6785"/>
                </a:lnTo>
                <a:lnTo>
                  <a:pt x="0" y="15081"/>
                </a:lnTo>
                <a:lnTo>
                  <a:pt x="825" y="17346"/>
                </a:lnTo>
                <a:lnTo>
                  <a:pt x="4127" y="20961"/>
                </a:lnTo>
                <a:lnTo>
                  <a:pt x="6756" y="21864"/>
                </a:lnTo>
                <a:lnTo>
                  <a:pt x="14096" y="21864"/>
                </a:lnTo>
                <a:lnTo>
                  <a:pt x="16751" y="20961"/>
                </a:lnTo>
                <a:lnTo>
                  <a:pt x="19938" y="17346"/>
                </a:lnTo>
                <a:lnTo>
                  <a:pt x="20739" y="15081"/>
                </a:lnTo>
                <a:lnTo>
                  <a:pt x="20739" y="6785"/>
                </a:lnTo>
                <a:lnTo>
                  <a:pt x="19938" y="4517"/>
                </a:lnTo>
                <a:lnTo>
                  <a:pt x="16751" y="902"/>
                </a:lnTo>
                <a:lnTo>
                  <a:pt x="14096" y="0"/>
                </a:lnTo>
                <a:close/>
              </a:path>
              <a:path w="20955" h="195579">
                <a:moveTo>
                  <a:pt x="18033" y="58911"/>
                </a:moveTo>
                <a:lnTo>
                  <a:pt x="2819" y="58911"/>
                </a:lnTo>
                <a:lnTo>
                  <a:pt x="2819" y="195491"/>
                </a:lnTo>
                <a:lnTo>
                  <a:pt x="18033" y="195491"/>
                </a:lnTo>
                <a:lnTo>
                  <a:pt x="18033" y="58911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1" name="object 331"/>
          <p:cNvGrpSpPr/>
          <p:nvPr/>
        </p:nvGrpSpPr>
        <p:grpSpPr>
          <a:xfrm>
            <a:off x="15461462" y="6774942"/>
            <a:ext cx="384810" cy="250825"/>
            <a:chOff x="15461462" y="6774942"/>
            <a:chExt cx="384810" cy="250825"/>
          </a:xfrm>
        </p:grpSpPr>
        <p:pic>
          <p:nvPicPr>
            <p:cNvPr id="332" name="object 332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5461462" y="6774942"/>
              <a:ext cx="236867" cy="200558"/>
            </a:xfrm>
            <a:prstGeom prst="rect">
              <a:avLst/>
            </a:prstGeom>
          </p:spPr>
        </p:pic>
        <p:pic>
          <p:nvPicPr>
            <p:cNvPr id="333" name="object 333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5728441" y="6835720"/>
              <a:ext cx="117475" cy="189919"/>
            </a:xfrm>
            <a:prstGeom prst="rect">
              <a:avLst/>
            </a:prstGeom>
          </p:spPr>
        </p:pic>
      </p:grpSp>
      <p:pic>
        <p:nvPicPr>
          <p:cNvPr id="334" name="object 334"/>
          <p:cNvPicPr/>
          <p:nvPr/>
        </p:nvPicPr>
        <p:blipFill>
          <a:blip r:embed="rId154" cstate="print"/>
          <a:stretch>
            <a:fillRect/>
          </a:stretch>
        </p:blipFill>
        <p:spPr>
          <a:xfrm>
            <a:off x="15938969" y="6774942"/>
            <a:ext cx="1371879" cy="250698"/>
          </a:xfrm>
          <a:prstGeom prst="rect">
            <a:avLst/>
          </a:prstGeom>
        </p:spPr>
      </p:pic>
      <p:sp>
        <p:nvSpPr>
          <p:cNvPr id="335" name="object 335"/>
          <p:cNvSpPr txBox="1"/>
          <p:nvPr/>
        </p:nvSpPr>
        <p:spPr>
          <a:xfrm>
            <a:off x="939800" y="761682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A857C"/>
                </a:solidFill>
                <a:latin typeface="Courier New"/>
                <a:cs typeface="Courier New"/>
              </a:rPr>
              <a:t>D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336" name="object 336"/>
          <p:cNvGrpSpPr/>
          <p:nvPr/>
        </p:nvGrpSpPr>
        <p:grpSpPr>
          <a:xfrm>
            <a:off x="2038083" y="7628001"/>
            <a:ext cx="1301750" cy="243840"/>
            <a:chOff x="2038083" y="7628001"/>
            <a:chExt cx="1301750" cy="243840"/>
          </a:xfrm>
        </p:grpSpPr>
        <p:pic>
          <p:nvPicPr>
            <p:cNvPr id="337" name="object 337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2038083" y="7637716"/>
              <a:ext cx="170345" cy="233819"/>
            </a:xfrm>
            <a:prstGeom prst="rect">
              <a:avLst/>
            </a:prstGeom>
          </p:spPr>
        </p:pic>
        <p:pic>
          <p:nvPicPr>
            <p:cNvPr id="338" name="object 33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2247938" y="7628001"/>
              <a:ext cx="130511" cy="239649"/>
            </a:xfrm>
            <a:prstGeom prst="rect">
              <a:avLst/>
            </a:prstGeom>
          </p:spPr>
        </p:pic>
        <p:pic>
          <p:nvPicPr>
            <p:cNvPr id="339" name="object 3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9578" y="7696657"/>
              <a:ext cx="147351" cy="174879"/>
            </a:xfrm>
            <a:prstGeom prst="rect">
              <a:avLst/>
            </a:prstGeom>
          </p:spPr>
        </p:pic>
        <p:pic>
          <p:nvPicPr>
            <p:cNvPr id="340" name="object 340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597372" y="7696657"/>
              <a:ext cx="138607" cy="174879"/>
            </a:xfrm>
            <a:prstGeom prst="rect">
              <a:avLst/>
            </a:prstGeom>
          </p:spPr>
        </p:pic>
        <p:pic>
          <p:nvPicPr>
            <p:cNvPr id="341" name="object 341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2772575" y="7628001"/>
              <a:ext cx="137636" cy="239649"/>
            </a:xfrm>
            <a:prstGeom prst="rect">
              <a:avLst/>
            </a:prstGeom>
          </p:spPr>
        </p:pic>
        <p:sp>
          <p:nvSpPr>
            <p:cNvPr id="342" name="object 342"/>
            <p:cNvSpPr/>
            <p:nvPr/>
          </p:nvSpPr>
          <p:spPr>
            <a:xfrm>
              <a:off x="2943237" y="7628000"/>
              <a:ext cx="117475" cy="240029"/>
            </a:xfrm>
            <a:custGeom>
              <a:avLst/>
              <a:gdLst/>
              <a:ahLst/>
              <a:cxnLst/>
              <a:rect l="l" t="t" r="r" b="b"/>
              <a:pathLst>
                <a:path w="117475" h="240029">
                  <a:moveTo>
                    <a:pt x="50520" y="216979"/>
                  </a:moveTo>
                  <a:lnTo>
                    <a:pt x="25908" y="216979"/>
                  </a:lnTo>
                  <a:lnTo>
                    <a:pt x="25908" y="0"/>
                  </a:lnTo>
                  <a:lnTo>
                    <a:pt x="0" y="0"/>
                  </a:lnTo>
                  <a:lnTo>
                    <a:pt x="0" y="220548"/>
                  </a:lnTo>
                  <a:lnTo>
                    <a:pt x="2374" y="226974"/>
                  </a:lnTo>
                  <a:lnTo>
                    <a:pt x="11874" y="237121"/>
                  </a:lnTo>
                  <a:lnTo>
                    <a:pt x="18681" y="239649"/>
                  </a:lnTo>
                  <a:lnTo>
                    <a:pt x="50520" y="239649"/>
                  </a:lnTo>
                  <a:lnTo>
                    <a:pt x="50520" y="216979"/>
                  </a:lnTo>
                  <a:close/>
                </a:path>
                <a:path w="117475" h="240029">
                  <a:moveTo>
                    <a:pt x="113995" y="72542"/>
                  </a:moveTo>
                  <a:lnTo>
                    <a:pt x="88087" y="72542"/>
                  </a:lnTo>
                  <a:lnTo>
                    <a:pt x="88087" y="239649"/>
                  </a:lnTo>
                  <a:lnTo>
                    <a:pt x="113995" y="239649"/>
                  </a:lnTo>
                  <a:lnTo>
                    <a:pt x="113995" y="72542"/>
                  </a:lnTo>
                  <a:close/>
                </a:path>
                <a:path w="117475" h="240029">
                  <a:moveTo>
                    <a:pt x="116916" y="10261"/>
                  </a:moveTo>
                  <a:lnTo>
                    <a:pt x="115671" y="6756"/>
                  </a:lnTo>
                  <a:lnTo>
                    <a:pt x="110705" y="1358"/>
                  </a:lnTo>
                  <a:lnTo>
                    <a:pt x="106654" y="0"/>
                  </a:lnTo>
                  <a:lnTo>
                    <a:pt x="95643" y="0"/>
                  </a:lnTo>
                  <a:lnTo>
                    <a:pt x="91655" y="1358"/>
                  </a:lnTo>
                  <a:lnTo>
                    <a:pt x="86474" y="6756"/>
                  </a:lnTo>
                  <a:lnTo>
                    <a:pt x="85178" y="10261"/>
                  </a:lnTo>
                  <a:lnTo>
                    <a:pt x="85178" y="23101"/>
                  </a:lnTo>
                  <a:lnTo>
                    <a:pt x="86474" y="26619"/>
                  </a:lnTo>
                  <a:lnTo>
                    <a:pt x="91655" y="32016"/>
                  </a:lnTo>
                  <a:lnTo>
                    <a:pt x="95643" y="33362"/>
                  </a:lnTo>
                  <a:lnTo>
                    <a:pt x="106654" y="33362"/>
                  </a:lnTo>
                  <a:lnTo>
                    <a:pt x="110705" y="32016"/>
                  </a:lnTo>
                  <a:lnTo>
                    <a:pt x="115671" y="26619"/>
                  </a:lnTo>
                  <a:lnTo>
                    <a:pt x="116916" y="23101"/>
                  </a:lnTo>
                  <a:lnTo>
                    <a:pt x="116916" y="1026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3" name="object 343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3249606" y="7654232"/>
              <a:ext cx="90030" cy="213417"/>
            </a:xfrm>
            <a:prstGeom prst="rect">
              <a:avLst/>
            </a:prstGeom>
          </p:spPr>
        </p:pic>
        <p:pic>
          <p:nvPicPr>
            <p:cNvPr id="344" name="object 3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96425" y="7696657"/>
              <a:ext cx="127920" cy="174879"/>
            </a:xfrm>
            <a:prstGeom prst="rect">
              <a:avLst/>
            </a:prstGeom>
          </p:spPr>
        </p:pic>
      </p:grpSp>
      <p:grpSp>
        <p:nvGrpSpPr>
          <p:cNvPr id="345" name="object 345"/>
          <p:cNvGrpSpPr/>
          <p:nvPr/>
        </p:nvGrpSpPr>
        <p:grpSpPr>
          <a:xfrm>
            <a:off x="3439704" y="7628001"/>
            <a:ext cx="252095" cy="243840"/>
            <a:chOff x="3439704" y="7628001"/>
            <a:chExt cx="252095" cy="243840"/>
          </a:xfrm>
        </p:grpSpPr>
        <p:pic>
          <p:nvPicPr>
            <p:cNvPr id="346" name="object 346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3439704" y="7628001"/>
              <a:ext cx="89058" cy="239649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3561148" y="7700543"/>
              <a:ext cx="130511" cy="170992"/>
            </a:xfrm>
            <a:prstGeom prst="rect">
              <a:avLst/>
            </a:prstGeom>
          </p:spPr>
        </p:pic>
      </p:grpSp>
      <p:pic>
        <p:nvPicPr>
          <p:cNvPr id="348" name="object 34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46714" y="7696657"/>
            <a:ext cx="130511" cy="170992"/>
          </a:xfrm>
          <a:prstGeom prst="rect">
            <a:avLst/>
          </a:prstGeom>
        </p:spPr>
      </p:pic>
      <p:grpSp>
        <p:nvGrpSpPr>
          <p:cNvPr id="349" name="object 349"/>
          <p:cNvGrpSpPr/>
          <p:nvPr/>
        </p:nvGrpSpPr>
        <p:grpSpPr>
          <a:xfrm>
            <a:off x="3930661" y="7628001"/>
            <a:ext cx="1358900" cy="304800"/>
            <a:chOff x="3930661" y="7628001"/>
            <a:chExt cx="1358900" cy="304800"/>
          </a:xfrm>
        </p:grpSpPr>
        <p:pic>
          <p:nvPicPr>
            <p:cNvPr id="350" name="object 350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3930661" y="7628001"/>
              <a:ext cx="291464" cy="243535"/>
            </a:xfrm>
            <a:prstGeom prst="rect">
              <a:avLst/>
            </a:prstGeom>
          </p:spPr>
        </p:pic>
        <p:sp>
          <p:nvSpPr>
            <p:cNvPr id="351" name="object 351"/>
            <p:cNvSpPr/>
            <p:nvPr/>
          </p:nvSpPr>
          <p:spPr>
            <a:xfrm>
              <a:off x="4255806" y="7628001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7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7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30" y="32006"/>
                  </a:lnTo>
                  <a:lnTo>
                    <a:pt x="30496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6" y="6746"/>
                  </a:lnTo>
                  <a:lnTo>
                    <a:pt x="25530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2" name="object 3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1039" y="7696657"/>
              <a:ext cx="130511" cy="170992"/>
            </a:xfrm>
            <a:prstGeom prst="rect">
              <a:avLst/>
            </a:prstGeom>
          </p:spPr>
        </p:pic>
        <p:pic>
          <p:nvPicPr>
            <p:cNvPr id="353" name="object 353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4327377" y="7696657"/>
              <a:ext cx="150914" cy="174879"/>
            </a:xfrm>
            <a:prstGeom prst="rect">
              <a:avLst/>
            </a:prstGeom>
          </p:spPr>
        </p:pic>
        <p:pic>
          <p:nvPicPr>
            <p:cNvPr id="354" name="object 354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691708" y="7696657"/>
              <a:ext cx="149294" cy="174879"/>
            </a:xfrm>
            <a:prstGeom prst="rect">
              <a:avLst/>
            </a:prstGeom>
          </p:spPr>
        </p:pic>
        <p:sp>
          <p:nvSpPr>
            <p:cNvPr id="355" name="object 355"/>
            <p:cNvSpPr/>
            <p:nvPr/>
          </p:nvSpPr>
          <p:spPr>
            <a:xfrm>
              <a:off x="4877917" y="7628000"/>
              <a:ext cx="117475" cy="240029"/>
            </a:xfrm>
            <a:custGeom>
              <a:avLst/>
              <a:gdLst/>
              <a:ahLst/>
              <a:cxnLst/>
              <a:rect l="l" t="t" r="r" b="b"/>
              <a:pathLst>
                <a:path w="117475" h="240029">
                  <a:moveTo>
                    <a:pt x="50520" y="216979"/>
                  </a:moveTo>
                  <a:lnTo>
                    <a:pt x="25908" y="216979"/>
                  </a:lnTo>
                  <a:lnTo>
                    <a:pt x="25908" y="0"/>
                  </a:lnTo>
                  <a:lnTo>
                    <a:pt x="0" y="0"/>
                  </a:lnTo>
                  <a:lnTo>
                    <a:pt x="0" y="220548"/>
                  </a:lnTo>
                  <a:lnTo>
                    <a:pt x="2374" y="226974"/>
                  </a:lnTo>
                  <a:lnTo>
                    <a:pt x="11874" y="237121"/>
                  </a:lnTo>
                  <a:lnTo>
                    <a:pt x="18669" y="239649"/>
                  </a:lnTo>
                  <a:lnTo>
                    <a:pt x="50520" y="239649"/>
                  </a:lnTo>
                  <a:lnTo>
                    <a:pt x="50520" y="216979"/>
                  </a:lnTo>
                  <a:close/>
                </a:path>
                <a:path w="117475" h="240029">
                  <a:moveTo>
                    <a:pt x="113995" y="72542"/>
                  </a:moveTo>
                  <a:lnTo>
                    <a:pt x="88087" y="72542"/>
                  </a:lnTo>
                  <a:lnTo>
                    <a:pt x="88087" y="239649"/>
                  </a:lnTo>
                  <a:lnTo>
                    <a:pt x="113995" y="239649"/>
                  </a:lnTo>
                  <a:lnTo>
                    <a:pt x="113995" y="72542"/>
                  </a:lnTo>
                  <a:close/>
                </a:path>
                <a:path w="117475" h="240029">
                  <a:moveTo>
                    <a:pt x="116903" y="10261"/>
                  </a:moveTo>
                  <a:lnTo>
                    <a:pt x="115671" y="6756"/>
                  </a:lnTo>
                  <a:lnTo>
                    <a:pt x="110705" y="1358"/>
                  </a:lnTo>
                  <a:lnTo>
                    <a:pt x="106654" y="0"/>
                  </a:lnTo>
                  <a:lnTo>
                    <a:pt x="95643" y="0"/>
                  </a:lnTo>
                  <a:lnTo>
                    <a:pt x="91643" y="1358"/>
                  </a:lnTo>
                  <a:lnTo>
                    <a:pt x="86461" y="6756"/>
                  </a:lnTo>
                  <a:lnTo>
                    <a:pt x="85166" y="10261"/>
                  </a:lnTo>
                  <a:lnTo>
                    <a:pt x="85166" y="23101"/>
                  </a:lnTo>
                  <a:lnTo>
                    <a:pt x="86461" y="26619"/>
                  </a:lnTo>
                  <a:lnTo>
                    <a:pt x="91643" y="32016"/>
                  </a:lnTo>
                  <a:lnTo>
                    <a:pt x="95643" y="33362"/>
                  </a:lnTo>
                  <a:lnTo>
                    <a:pt x="106654" y="33362"/>
                  </a:lnTo>
                  <a:lnTo>
                    <a:pt x="110705" y="32016"/>
                  </a:lnTo>
                  <a:lnTo>
                    <a:pt x="115671" y="26619"/>
                  </a:lnTo>
                  <a:lnTo>
                    <a:pt x="116903" y="23101"/>
                  </a:lnTo>
                  <a:lnTo>
                    <a:pt x="116903" y="1026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6" name="object 356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5028836" y="7654232"/>
              <a:ext cx="90030" cy="213417"/>
            </a:xfrm>
            <a:prstGeom prst="rect">
              <a:avLst/>
            </a:prstGeom>
          </p:spPr>
        </p:pic>
        <p:pic>
          <p:nvPicPr>
            <p:cNvPr id="357" name="object 357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5138621" y="7700543"/>
              <a:ext cx="150590" cy="231876"/>
            </a:xfrm>
            <a:prstGeom prst="rect">
              <a:avLst/>
            </a:prstGeom>
          </p:spPr>
        </p:pic>
      </p:grpSp>
      <p:grpSp>
        <p:nvGrpSpPr>
          <p:cNvPr id="358" name="object 358"/>
          <p:cNvGrpSpPr/>
          <p:nvPr/>
        </p:nvGrpSpPr>
        <p:grpSpPr>
          <a:xfrm>
            <a:off x="2044044" y="8146542"/>
            <a:ext cx="495934" cy="250825"/>
            <a:chOff x="2044044" y="8146542"/>
            <a:chExt cx="495934" cy="250825"/>
          </a:xfrm>
        </p:grpSpPr>
        <p:pic>
          <p:nvPicPr>
            <p:cNvPr id="359" name="object 35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044044" y="8204120"/>
              <a:ext cx="114010" cy="193120"/>
            </a:xfrm>
            <a:prstGeom prst="rect">
              <a:avLst/>
            </a:prstGeom>
          </p:spPr>
        </p:pic>
        <p:pic>
          <p:nvPicPr>
            <p:cNvPr id="360" name="object 36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197173" y="8204120"/>
              <a:ext cx="200496" cy="142980"/>
            </a:xfrm>
            <a:prstGeom prst="rect">
              <a:avLst/>
            </a:prstGeom>
          </p:spPr>
        </p:pic>
        <p:pic>
          <p:nvPicPr>
            <p:cNvPr id="361" name="object 361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2425924" y="8146542"/>
              <a:ext cx="114010" cy="200558"/>
            </a:xfrm>
            <a:prstGeom prst="rect">
              <a:avLst/>
            </a:prstGeom>
          </p:spPr>
        </p:pic>
      </p:grpSp>
      <p:grpSp>
        <p:nvGrpSpPr>
          <p:cNvPr id="362" name="object 362"/>
          <p:cNvGrpSpPr/>
          <p:nvPr/>
        </p:nvGrpSpPr>
        <p:grpSpPr>
          <a:xfrm>
            <a:off x="2652366" y="8139074"/>
            <a:ext cx="862330" cy="258445"/>
            <a:chOff x="2652366" y="8139074"/>
            <a:chExt cx="862330" cy="258445"/>
          </a:xfrm>
        </p:grpSpPr>
        <p:pic>
          <p:nvPicPr>
            <p:cNvPr id="363" name="object 363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2652366" y="8140408"/>
              <a:ext cx="362188" cy="206692"/>
            </a:xfrm>
            <a:prstGeom prst="rect">
              <a:avLst/>
            </a:prstGeom>
          </p:spPr>
        </p:pic>
        <p:pic>
          <p:nvPicPr>
            <p:cNvPr id="364" name="object 364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3036585" y="8146542"/>
              <a:ext cx="114010" cy="200558"/>
            </a:xfrm>
            <a:prstGeom prst="rect">
              <a:avLst/>
            </a:prstGeom>
          </p:spPr>
        </p:pic>
        <p:sp>
          <p:nvSpPr>
            <p:cNvPr id="365" name="object 365"/>
            <p:cNvSpPr/>
            <p:nvPr/>
          </p:nvSpPr>
          <p:spPr>
            <a:xfrm>
              <a:off x="3180675" y="8139074"/>
              <a:ext cx="118110" cy="258445"/>
            </a:xfrm>
            <a:custGeom>
              <a:avLst/>
              <a:gdLst/>
              <a:ahLst/>
              <a:cxnLst/>
              <a:rect l="l" t="t" r="r" b="b"/>
              <a:pathLst>
                <a:path w="118110" h="258445">
                  <a:moveTo>
                    <a:pt x="15468" y="68275"/>
                  </a:moveTo>
                  <a:lnTo>
                    <a:pt x="0" y="68275"/>
                  </a:lnTo>
                  <a:lnTo>
                    <a:pt x="51206" y="208826"/>
                  </a:lnTo>
                  <a:lnTo>
                    <a:pt x="38138" y="244830"/>
                  </a:lnTo>
                  <a:lnTo>
                    <a:pt x="15201" y="244830"/>
                  </a:lnTo>
                  <a:lnTo>
                    <a:pt x="15201" y="258165"/>
                  </a:lnTo>
                  <a:lnTo>
                    <a:pt x="35293" y="258165"/>
                  </a:lnTo>
                  <a:lnTo>
                    <a:pt x="39027" y="257721"/>
                  </a:lnTo>
                  <a:lnTo>
                    <a:pt x="53339" y="243230"/>
                  </a:lnTo>
                  <a:lnTo>
                    <a:pt x="73229" y="189090"/>
                  </a:lnTo>
                  <a:lnTo>
                    <a:pt x="57873" y="189090"/>
                  </a:lnTo>
                  <a:lnTo>
                    <a:pt x="47472" y="157886"/>
                  </a:lnTo>
                  <a:lnTo>
                    <a:pt x="15468" y="68275"/>
                  </a:lnTo>
                  <a:close/>
                </a:path>
                <a:path w="118110" h="258445">
                  <a:moveTo>
                    <a:pt x="117614" y="68275"/>
                  </a:moveTo>
                  <a:lnTo>
                    <a:pt x="102412" y="68275"/>
                  </a:lnTo>
                  <a:lnTo>
                    <a:pt x="58940" y="189090"/>
                  </a:lnTo>
                  <a:lnTo>
                    <a:pt x="73229" y="189090"/>
                  </a:lnTo>
                  <a:lnTo>
                    <a:pt x="117614" y="68275"/>
                  </a:lnTo>
                  <a:close/>
                </a:path>
                <a:path w="118110" h="258445">
                  <a:moveTo>
                    <a:pt x="73609" y="0"/>
                  </a:moveTo>
                  <a:lnTo>
                    <a:pt x="48272" y="43738"/>
                  </a:lnTo>
                  <a:lnTo>
                    <a:pt x="58140" y="48539"/>
                  </a:lnTo>
                  <a:lnTo>
                    <a:pt x="87477" y="6934"/>
                  </a:lnTo>
                  <a:lnTo>
                    <a:pt x="736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6" name="object 366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328291" y="8204120"/>
              <a:ext cx="185814" cy="139780"/>
            </a:xfrm>
            <a:prstGeom prst="rect">
              <a:avLst/>
            </a:prstGeom>
          </p:spPr>
        </p:pic>
      </p:grpSp>
      <p:pic>
        <p:nvPicPr>
          <p:cNvPr id="367" name="object 367"/>
          <p:cNvPicPr/>
          <p:nvPr/>
        </p:nvPicPr>
        <p:blipFill>
          <a:blip r:embed="rId165" cstate="print"/>
          <a:stretch>
            <a:fillRect/>
          </a:stretch>
        </p:blipFill>
        <p:spPr>
          <a:xfrm>
            <a:off x="3624684" y="8190209"/>
            <a:ext cx="939356" cy="210230"/>
          </a:xfrm>
          <a:prstGeom prst="rect">
            <a:avLst/>
          </a:prstGeom>
        </p:spPr>
      </p:pic>
      <p:grpSp>
        <p:nvGrpSpPr>
          <p:cNvPr id="368" name="object 368"/>
          <p:cNvGrpSpPr/>
          <p:nvPr/>
        </p:nvGrpSpPr>
        <p:grpSpPr>
          <a:xfrm>
            <a:off x="4664246" y="8146542"/>
            <a:ext cx="272415" cy="200660"/>
            <a:chOff x="4664246" y="8146542"/>
            <a:chExt cx="272415" cy="200660"/>
          </a:xfrm>
        </p:grpSpPr>
        <p:pic>
          <p:nvPicPr>
            <p:cNvPr id="369" name="object 369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4664246" y="8146542"/>
              <a:ext cx="114010" cy="200558"/>
            </a:xfrm>
            <a:prstGeom prst="rect">
              <a:avLst/>
            </a:prstGeom>
          </p:spPr>
        </p:pic>
        <p:pic>
          <p:nvPicPr>
            <p:cNvPr id="370" name="object 370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4816887" y="8204120"/>
              <a:ext cx="119506" cy="142980"/>
            </a:xfrm>
            <a:prstGeom prst="rect">
              <a:avLst/>
            </a:prstGeom>
          </p:spPr>
        </p:pic>
      </p:grpSp>
      <p:sp>
        <p:nvSpPr>
          <p:cNvPr id="371" name="object 371"/>
          <p:cNvSpPr txBox="1"/>
          <p:nvPr/>
        </p:nvSpPr>
        <p:spPr>
          <a:xfrm>
            <a:off x="5000575" y="8064500"/>
            <a:ext cx="6680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0" dirty="0">
                <a:solidFill>
                  <a:srgbClr val="8A857C"/>
                </a:solidFill>
                <a:latin typeface="Cambria"/>
                <a:cs typeface="Cambria"/>
              </a:rPr>
              <a:t>main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372" name="object 372"/>
          <p:cNvGrpSpPr/>
          <p:nvPr/>
        </p:nvGrpSpPr>
        <p:grpSpPr>
          <a:xfrm>
            <a:off x="5729509" y="8204120"/>
            <a:ext cx="480695" cy="143510"/>
            <a:chOff x="5729509" y="8204120"/>
            <a:chExt cx="480695" cy="143510"/>
          </a:xfrm>
        </p:grpSpPr>
        <p:pic>
          <p:nvPicPr>
            <p:cNvPr id="373" name="object 373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5729509" y="8204120"/>
              <a:ext cx="101092" cy="142980"/>
            </a:xfrm>
            <a:prstGeom prst="rect">
              <a:avLst/>
            </a:prstGeom>
          </p:spPr>
        </p:pic>
        <p:pic>
          <p:nvPicPr>
            <p:cNvPr id="374" name="object 374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870591" y="8204120"/>
              <a:ext cx="185814" cy="139780"/>
            </a:xfrm>
            <a:prstGeom prst="rect">
              <a:avLst/>
            </a:prstGeom>
          </p:spPr>
        </p:pic>
        <p:pic>
          <p:nvPicPr>
            <p:cNvPr id="375" name="object 37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093308" y="8204120"/>
              <a:ext cx="116864" cy="142980"/>
            </a:xfrm>
            <a:prstGeom prst="rect">
              <a:avLst/>
            </a:prstGeom>
          </p:spPr>
        </p:pic>
      </p:grpSp>
      <p:grpSp>
        <p:nvGrpSpPr>
          <p:cNvPr id="376" name="object 376"/>
          <p:cNvGrpSpPr/>
          <p:nvPr/>
        </p:nvGrpSpPr>
        <p:grpSpPr>
          <a:xfrm>
            <a:off x="6311741" y="8140407"/>
            <a:ext cx="608330" cy="257175"/>
            <a:chOff x="6311741" y="8140407"/>
            <a:chExt cx="608330" cy="257175"/>
          </a:xfrm>
        </p:grpSpPr>
        <p:pic>
          <p:nvPicPr>
            <p:cNvPr id="377" name="object 37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311741" y="8204119"/>
              <a:ext cx="114010" cy="193120"/>
            </a:xfrm>
            <a:prstGeom prst="rect">
              <a:avLst/>
            </a:prstGeom>
          </p:spPr>
        </p:pic>
        <p:pic>
          <p:nvPicPr>
            <p:cNvPr id="378" name="object 378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6464871" y="8204119"/>
              <a:ext cx="200494" cy="142980"/>
            </a:xfrm>
            <a:prstGeom prst="rect">
              <a:avLst/>
            </a:prstGeom>
          </p:spPr>
        </p:pic>
        <p:pic>
          <p:nvPicPr>
            <p:cNvPr id="379" name="object 37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690184" y="8140407"/>
              <a:ext cx="101079" cy="206692"/>
            </a:xfrm>
            <a:prstGeom prst="rect">
              <a:avLst/>
            </a:prstGeom>
          </p:spPr>
        </p:pic>
        <p:sp>
          <p:nvSpPr>
            <p:cNvPr id="380" name="object 380"/>
            <p:cNvSpPr/>
            <p:nvPr/>
          </p:nvSpPr>
          <p:spPr>
            <a:xfrm>
              <a:off x="6831279" y="8146541"/>
              <a:ext cx="88900" cy="197485"/>
            </a:xfrm>
            <a:custGeom>
              <a:avLst/>
              <a:gdLst/>
              <a:ahLst/>
              <a:cxnLst/>
              <a:rect l="l" t="t" r="r" b="b"/>
              <a:pathLst>
                <a:path w="88900" h="197484">
                  <a:moveTo>
                    <a:pt x="36410" y="183984"/>
                  </a:moveTo>
                  <a:lnTo>
                    <a:pt x="15214" y="183984"/>
                  </a:lnTo>
                  <a:lnTo>
                    <a:pt x="15214" y="0"/>
                  </a:lnTo>
                  <a:lnTo>
                    <a:pt x="0" y="0"/>
                  </a:lnTo>
                  <a:lnTo>
                    <a:pt x="0" y="185775"/>
                  </a:lnTo>
                  <a:lnTo>
                    <a:pt x="1435" y="189776"/>
                  </a:lnTo>
                  <a:lnTo>
                    <a:pt x="7188" y="195846"/>
                  </a:lnTo>
                  <a:lnTo>
                    <a:pt x="11366" y="197358"/>
                  </a:lnTo>
                  <a:lnTo>
                    <a:pt x="36410" y="197358"/>
                  </a:lnTo>
                  <a:lnTo>
                    <a:pt x="36410" y="183984"/>
                  </a:lnTo>
                  <a:close/>
                </a:path>
                <a:path w="88900" h="197484">
                  <a:moveTo>
                    <a:pt x="85572" y="60782"/>
                  </a:moveTo>
                  <a:lnTo>
                    <a:pt x="70358" y="60782"/>
                  </a:lnTo>
                  <a:lnTo>
                    <a:pt x="70358" y="197358"/>
                  </a:lnTo>
                  <a:lnTo>
                    <a:pt x="85572" y="197358"/>
                  </a:lnTo>
                  <a:lnTo>
                    <a:pt x="85572" y="60782"/>
                  </a:lnTo>
                  <a:close/>
                </a:path>
                <a:path w="88900" h="197484">
                  <a:moveTo>
                    <a:pt x="88277" y="8661"/>
                  </a:moveTo>
                  <a:lnTo>
                    <a:pt x="87490" y="6388"/>
                  </a:lnTo>
                  <a:lnTo>
                    <a:pt x="84302" y="2781"/>
                  </a:lnTo>
                  <a:lnTo>
                    <a:pt x="81635" y="1866"/>
                  </a:lnTo>
                  <a:lnTo>
                    <a:pt x="74295" y="1866"/>
                  </a:lnTo>
                  <a:lnTo>
                    <a:pt x="71666" y="2781"/>
                  </a:lnTo>
                  <a:lnTo>
                    <a:pt x="68376" y="6388"/>
                  </a:lnTo>
                  <a:lnTo>
                    <a:pt x="67551" y="8661"/>
                  </a:lnTo>
                  <a:lnTo>
                    <a:pt x="67551" y="16954"/>
                  </a:lnTo>
                  <a:lnTo>
                    <a:pt x="68376" y="19215"/>
                  </a:lnTo>
                  <a:lnTo>
                    <a:pt x="71666" y="22834"/>
                  </a:lnTo>
                  <a:lnTo>
                    <a:pt x="74295" y="23736"/>
                  </a:lnTo>
                  <a:lnTo>
                    <a:pt x="81635" y="23736"/>
                  </a:lnTo>
                  <a:lnTo>
                    <a:pt x="84302" y="22834"/>
                  </a:lnTo>
                  <a:lnTo>
                    <a:pt x="87490" y="19215"/>
                  </a:lnTo>
                  <a:lnTo>
                    <a:pt x="88277" y="16954"/>
                  </a:lnTo>
                  <a:lnTo>
                    <a:pt x="88277" y="866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1" name="object 381"/>
          <p:cNvGrpSpPr/>
          <p:nvPr/>
        </p:nvGrpSpPr>
        <p:grpSpPr>
          <a:xfrm>
            <a:off x="7012723" y="8204120"/>
            <a:ext cx="875030" cy="143510"/>
            <a:chOff x="7012723" y="8204120"/>
            <a:chExt cx="875030" cy="143510"/>
          </a:xfrm>
        </p:grpSpPr>
        <p:pic>
          <p:nvPicPr>
            <p:cNvPr id="382" name="object 38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7012723" y="8207320"/>
              <a:ext cx="103134" cy="136579"/>
            </a:xfrm>
            <a:prstGeom prst="rect">
              <a:avLst/>
            </a:prstGeom>
          </p:spPr>
        </p:pic>
        <p:pic>
          <p:nvPicPr>
            <p:cNvPr id="383" name="object 38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135151" y="8204120"/>
              <a:ext cx="119506" cy="142980"/>
            </a:xfrm>
            <a:prstGeom prst="rect">
              <a:avLst/>
            </a:prstGeom>
          </p:spPr>
        </p:pic>
        <p:pic>
          <p:nvPicPr>
            <p:cNvPr id="384" name="object 38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275390" y="8207320"/>
              <a:ext cx="103132" cy="136579"/>
            </a:xfrm>
            <a:prstGeom prst="rect">
              <a:avLst/>
            </a:prstGeom>
          </p:spPr>
        </p:pic>
        <p:pic>
          <p:nvPicPr>
            <p:cNvPr id="385" name="object 3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410824" y="8204120"/>
              <a:ext cx="102604" cy="139780"/>
            </a:xfrm>
            <a:prstGeom prst="rect">
              <a:avLst/>
            </a:prstGeom>
          </p:spPr>
        </p:pic>
        <p:pic>
          <p:nvPicPr>
            <p:cNvPr id="386" name="object 386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7549818" y="8204120"/>
              <a:ext cx="120564" cy="142980"/>
            </a:xfrm>
            <a:prstGeom prst="rect">
              <a:avLst/>
            </a:prstGeom>
          </p:spPr>
        </p:pic>
        <p:pic>
          <p:nvPicPr>
            <p:cNvPr id="387" name="object 387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7701926" y="8204120"/>
              <a:ext cx="185814" cy="139780"/>
            </a:xfrm>
            <a:prstGeom prst="rect">
              <a:avLst/>
            </a:prstGeom>
          </p:spPr>
        </p:pic>
      </p:grpSp>
      <p:grpSp>
        <p:nvGrpSpPr>
          <p:cNvPr id="388" name="object 388"/>
          <p:cNvGrpSpPr/>
          <p:nvPr/>
        </p:nvGrpSpPr>
        <p:grpSpPr>
          <a:xfrm>
            <a:off x="7990259" y="8154543"/>
            <a:ext cx="446405" cy="193040"/>
            <a:chOff x="7990259" y="8154543"/>
            <a:chExt cx="446405" cy="193040"/>
          </a:xfrm>
        </p:grpSpPr>
        <p:sp>
          <p:nvSpPr>
            <p:cNvPr id="389" name="object 389"/>
            <p:cNvSpPr/>
            <p:nvPr/>
          </p:nvSpPr>
          <p:spPr>
            <a:xfrm>
              <a:off x="7990259" y="8246437"/>
              <a:ext cx="127000" cy="33020"/>
            </a:xfrm>
            <a:custGeom>
              <a:avLst/>
              <a:gdLst/>
              <a:ahLst/>
              <a:cxnLst/>
              <a:rect l="l" t="t" r="r" b="b"/>
              <a:pathLst>
                <a:path w="127000" h="33020">
                  <a:moveTo>
                    <a:pt x="37091" y="0"/>
                  </a:moveTo>
                  <a:lnTo>
                    <a:pt x="23896" y="0"/>
                  </a:lnTo>
                  <a:lnTo>
                    <a:pt x="17918" y="1212"/>
                  </a:lnTo>
                  <a:lnTo>
                    <a:pt x="8347" y="6062"/>
                  </a:lnTo>
                  <a:lnTo>
                    <a:pt x="3970" y="9498"/>
                  </a:lnTo>
                  <a:lnTo>
                    <a:pt x="0" y="13943"/>
                  </a:lnTo>
                  <a:lnTo>
                    <a:pt x="6725" y="22561"/>
                  </a:lnTo>
                  <a:lnTo>
                    <a:pt x="10881" y="19124"/>
                  </a:lnTo>
                  <a:lnTo>
                    <a:pt x="14672" y="16670"/>
                  </a:lnTo>
                  <a:lnTo>
                    <a:pt x="21520" y="13724"/>
                  </a:lnTo>
                  <a:lnTo>
                    <a:pt x="25591" y="12989"/>
                  </a:lnTo>
                  <a:lnTo>
                    <a:pt x="35548" y="12989"/>
                  </a:lnTo>
                  <a:lnTo>
                    <a:pt x="40481" y="13826"/>
                  </a:lnTo>
                  <a:lnTo>
                    <a:pt x="49734" y="17176"/>
                  </a:lnTo>
                  <a:lnTo>
                    <a:pt x="55057" y="19466"/>
                  </a:lnTo>
                  <a:lnTo>
                    <a:pt x="61074" y="22369"/>
                  </a:lnTo>
                  <a:lnTo>
                    <a:pt x="74154" y="28039"/>
                  </a:lnTo>
                  <a:lnTo>
                    <a:pt x="84148" y="31564"/>
                  </a:lnTo>
                  <a:lnTo>
                    <a:pt x="89626" y="32445"/>
                  </a:lnTo>
                  <a:lnTo>
                    <a:pt x="95582" y="32445"/>
                  </a:lnTo>
                  <a:lnTo>
                    <a:pt x="102753" y="32445"/>
                  </a:lnTo>
                  <a:lnTo>
                    <a:pt x="108748" y="31233"/>
                  </a:lnTo>
                  <a:lnTo>
                    <a:pt x="118388" y="26381"/>
                  </a:lnTo>
                  <a:lnTo>
                    <a:pt x="122749" y="22947"/>
                  </a:lnTo>
                  <a:lnTo>
                    <a:pt x="126649" y="18502"/>
                  </a:lnTo>
                  <a:lnTo>
                    <a:pt x="119927" y="9880"/>
                  </a:lnTo>
                  <a:lnTo>
                    <a:pt x="115877" y="13141"/>
                  </a:lnTo>
                  <a:lnTo>
                    <a:pt x="112113" y="15552"/>
                  </a:lnTo>
                  <a:lnTo>
                    <a:pt x="105155" y="18672"/>
                  </a:lnTo>
                  <a:lnTo>
                    <a:pt x="101057" y="19452"/>
                  </a:lnTo>
                  <a:lnTo>
                    <a:pt x="91100" y="19452"/>
                  </a:lnTo>
                  <a:lnTo>
                    <a:pt x="86186" y="18571"/>
                  </a:lnTo>
                  <a:lnTo>
                    <a:pt x="71662" y="12801"/>
                  </a:lnTo>
                  <a:lnTo>
                    <a:pt x="58701" y="6775"/>
                  </a:lnTo>
                  <a:lnTo>
                    <a:pt x="52738" y="4271"/>
                  </a:lnTo>
                  <a:lnTo>
                    <a:pt x="42631" y="854"/>
                  </a:lnTo>
                  <a:lnTo>
                    <a:pt x="37091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0" name="object 390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8153863" y="8154543"/>
              <a:ext cx="120636" cy="189356"/>
            </a:xfrm>
            <a:prstGeom prst="rect">
              <a:avLst/>
            </a:prstGeom>
          </p:spPr>
        </p:pic>
        <p:pic>
          <p:nvPicPr>
            <p:cNvPr id="391" name="object 391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8310758" y="8154543"/>
              <a:ext cx="125732" cy="192557"/>
            </a:xfrm>
            <a:prstGeom prst="rect">
              <a:avLst/>
            </a:prstGeom>
          </p:spPr>
        </p:pic>
      </p:grpSp>
      <p:grpSp>
        <p:nvGrpSpPr>
          <p:cNvPr id="392" name="object 392"/>
          <p:cNvGrpSpPr/>
          <p:nvPr/>
        </p:nvGrpSpPr>
        <p:grpSpPr>
          <a:xfrm>
            <a:off x="8527526" y="8139074"/>
            <a:ext cx="1044575" cy="208279"/>
            <a:chOff x="8527526" y="8139074"/>
            <a:chExt cx="1044575" cy="208279"/>
          </a:xfrm>
        </p:grpSpPr>
        <p:pic>
          <p:nvPicPr>
            <p:cNvPr id="393" name="object 39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527526" y="8204120"/>
              <a:ext cx="101090" cy="142980"/>
            </a:xfrm>
            <a:prstGeom prst="rect">
              <a:avLst/>
            </a:prstGeom>
          </p:spPr>
        </p:pic>
        <p:pic>
          <p:nvPicPr>
            <p:cNvPr id="394" name="object 39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8657748" y="8204120"/>
              <a:ext cx="109579" cy="142980"/>
            </a:xfrm>
            <a:prstGeom prst="rect">
              <a:avLst/>
            </a:prstGeom>
          </p:spPr>
        </p:pic>
        <p:pic>
          <p:nvPicPr>
            <p:cNvPr id="395" name="object 39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8788347" y="8204120"/>
              <a:ext cx="116864" cy="142980"/>
            </a:xfrm>
            <a:prstGeom prst="rect">
              <a:avLst/>
            </a:prstGeom>
          </p:spPr>
        </p:pic>
        <p:pic>
          <p:nvPicPr>
            <p:cNvPr id="396" name="object 39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943839" y="8204120"/>
              <a:ext cx="102604" cy="139780"/>
            </a:xfrm>
            <a:prstGeom prst="rect">
              <a:avLst/>
            </a:prstGeom>
          </p:spPr>
        </p:pic>
        <p:pic>
          <p:nvPicPr>
            <p:cNvPr id="397" name="object 397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9082937" y="8139074"/>
              <a:ext cx="120548" cy="208025"/>
            </a:xfrm>
            <a:prstGeom prst="rect">
              <a:avLst/>
            </a:prstGeom>
          </p:spPr>
        </p:pic>
        <p:pic>
          <p:nvPicPr>
            <p:cNvPr id="398" name="object 398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9234940" y="8204120"/>
              <a:ext cx="336610" cy="142980"/>
            </a:xfrm>
            <a:prstGeom prst="rect">
              <a:avLst/>
            </a:prstGeom>
          </p:spPr>
        </p:pic>
      </p:grpSp>
      <p:grpSp>
        <p:nvGrpSpPr>
          <p:cNvPr id="399" name="object 399"/>
          <p:cNvGrpSpPr/>
          <p:nvPr/>
        </p:nvGrpSpPr>
        <p:grpSpPr>
          <a:xfrm>
            <a:off x="9664441" y="8141207"/>
            <a:ext cx="681355" cy="239395"/>
            <a:chOff x="9664441" y="8141207"/>
            <a:chExt cx="681355" cy="239395"/>
          </a:xfrm>
        </p:grpSpPr>
        <p:pic>
          <p:nvPicPr>
            <p:cNvPr id="400" name="object 400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9664441" y="8141207"/>
              <a:ext cx="63558" cy="239334"/>
            </a:xfrm>
            <a:prstGeom prst="rect">
              <a:avLst/>
            </a:prstGeom>
          </p:spPr>
        </p:pic>
        <p:pic>
          <p:nvPicPr>
            <p:cNvPr id="401" name="object 401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9753799" y="8146541"/>
              <a:ext cx="107226" cy="197357"/>
            </a:xfrm>
            <a:prstGeom prst="rect">
              <a:avLst/>
            </a:prstGeom>
          </p:spPr>
        </p:pic>
        <p:pic>
          <p:nvPicPr>
            <p:cNvPr id="402" name="object 40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890509" y="8204119"/>
              <a:ext cx="200496" cy="142980"/>
            </a:xfrm>
            <a:prstGeom prst="rect">
              <a:avLst/>
            </a:prstGeom>
          </p:spPr>
        </p:pic>
        <p:pic>
          <p:nvPicPr>
            <p:cNvPr id="403" name="object 40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115839" y="8204119"/>
              <a:ext cx="101092" cy="142980"/>
            </a:xfrm>
            <a:prstGeom prst="rect">
              <a:avLst/>
            </a:prstGeom>
          </p:spPr>
        </p:pic>
        <p:sp>
          <p:nvSpPr>
            <p:cNvPr id="404" name="object 404"/>
            <p:cNvSpPr/>
            <p:nvPr/>
          </p:nvSpPr>
          <p:spPr>
            <a:xfrm>
              <a:off x="10256914" y="8146541"/>
              <a:ext cx="88900" cy="197485"/>
            </a:xfrm>
            <a:custGeom>
              <a:avLst/>
              <a:gdLst/>
              <a:ahLst/>
              <a:cxnLst/>
              <a:rect l="l" t="t" r="r" b="b"/>
              <a:pathLst>
                <a:path w="88900" h="197484">
                  <a:moveTo>
                    <a:pt x="36423" y="183984"/>
                  </a:moveTo>
                  <a:lnTo>
                    <a:pt x="15214" y="183984"/>
                  </a:lnTo>
                  <a:lnTo>
                    <a:pt x="15214" y="0"/>
                  </a:lnTo>
                  <a:lnTo>
                    <a:pt x="0" y="0"/>
                  </a:lnTo>
                  <a:lnTo>
                    <a:pt x="0" y="185775"/>
                  </a:lnTo>
                  <a:lnTo>
                    <a:pt x="1435" y="189776"/>
                  </a:lnTo>
                  <a:lnTo>
                    <a:pt x="7188" y="195846"/>
                  </a:lnTo>
                  <a:lnTo>
                    <a:pt x="11366" y="197358"/>
                  </a:lnTo>
                  <a:lnTo>
                    <a:pt x="36423" y="197358"/>
                  </a:lnTo>
                  <a:lnTo>
                    <a:pt x="36423" y="183984"/>
                  </a:lnTo>
                  <a:close/>
                </a:path>
                <a:path w="88900" h="197484">
                  <a:moveTo>
                    <a:pt x="85585" y="60782"/>
                  </a:moveTo>
                  <a:lnTo>
                    <a:pt x="70370" y="60782"/>
                  </a:lnTo>
                  <a:lnTo>
                    <a:pt x="70370" y="197358"/>
                  </a:lnTo>
                  <a:lnTo>
                    <a:pt x="85585" y="197358"/>
                  </a:lnTo>
                  <a:lnTo>
                    <a:pt x="85585" y="60782"/>
                  </a:lnTo>
                  <a:close/>
                </a:path>
                <a:path w="88900" h="197484">
                  <a:moveTo>
                    <a:pt x="88290" y="8661"/>
                  </a:moveTo>
                  <a:lnTo>
                    <a:pt x="87490" y="6388"/>
                  </a:lnTo>
                  <a:lnTo>
                    <a:pt x="84302" y="2781"/>
                  </a:lnTo>
                  <a:lnTo>
                    <a:pt x="81648" y="1866"/>
                  </a:lnTo>
                  <a:lnTo>
                    <a:pt x="74307" y="1866"/>
                  </a:lnTo>
                  <a:lnTo>
                    <a:pt x="71678" y="2781"/>
                  </a:lnTo>
                  <a:lnTo>
                    <a:pt x="68376" y="6388"/>
                  </a:lnTo>
                  <a:lnTo>
                    <a:pt x="67551" y="8661"/>
                  </a:lnTo>
                  <a:lnTo>
                    <a:pt x="67551" y="16954"/>
                  </a:lnTo>
                  <a:lnTo>
                    <a:pt x="68376" y="19215"/>
                  </a:lnTo>
                  <a:lnTo>
                    <a:pt x="71678" y="22834"/>
                  </a:lnTo>
                  <a:lnTo>
                    <a:pt x="74307" y="23736"/>
                  </a:lnTo>
                  <a:lnTo>
                    <a:pt x="81648" y="23736"/>
                  </a:lnTo>
                  <a:lnTo>
                    <a:pt x="84302" y="22834"/>
                  </a:lnTo>
                  <a:lnTo>
                    <a:pt x="87490" y="19215"/>
                  </a:lnTo>
                  <a:lnTo>
                    <a:pt x="88290" y="16954"/>
                  </a:lnTo>
                  <a:lnTo>
                    <a:pt x="88290" y="866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5" name="object 405"/>
          <p:cNvGrpSpPr/>
          <p:nvPr/>
        </p:nvGrpSpPr>
        <p:grpSpPr>
          <a:xfrm>
            <a:off x="10454928" y="8146542"/>
            <a:ext cx="476250" cy="234315"/>
            <a:chOff x="10454928" y="8146542"/>
            <a:chExt cx="476250" cy="234315"/>
          </a:xfrm>
        </p:grpSpPr>
        <p:pic>
          <p:nvPicPr>
            <p:cNvPr id="406" name="object 406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0454928" y="8146542"/>
              <a:ext cx="114010" cy="200558"/>
            </a:xfrm>
            <a:prstGeom prst="rect">
              <a:avLst/>
            </a:prstGeom>
          </p:spPr>
        </p:pic>
        <p:pic>
          <p:nvPicPr>
            <p:cNvPr id="407" name="object 407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0597197" y="8204120"/>
              <a:ext cx="119507" cy="142980"/>
            </a:xfrm>
            <a:prstGeom prst="rect">
              <a:avLst/>
            </a:prstGeom>
          </p:spPr>
        </p:pic>
        <p:pic>
          <p:nvPicPr>
            <p:cNvPr id="408" name="object 408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0744962" y="8146542"/>
              <a:ext cx="114009" cy="200558"/>
            </a:xfrm>
            <a:prstGeom prst="rect">
              <a:avLst/>
            </a:prstGeom>
          </p:spPr>
        </p:pic>
        <p:sp>
          <p:nvSpPr>
            <p:cNvPr id="409" name="object 409"/>
            <p:cNvSpPr/>
            <p:nvPr/>
          </p:nvSpPr>
          <p:spPr>
            <a:xfrm>
              <a:off x="10895365" y="8319338"/>
              <a:ext cx="36195" cy="61594"/>
            </a:xfrm>
            <a:custGeom>
              <a:avLst/>
              <a:gdLst/>
              <a:ahLst/>
              <a:cxnLst/>
              <a:rect l="l" t="t" r="r" b="b"/>
              <a:pathLst>
                <a:path w="36195" h="61595">
                  <a:moveTo>
                    <a:pt x="27509" y="0"/>
                  </a:moveTo>
                  <a:lnTo>
                    <a:pt x="23064" y="0"/>
                  </a:lnTo>
                  <a:lnTo>
                    <a:pt x="18661" y="0"/>
                  </a:lnTo>
                  <a:lnTo>
                    <a:pt x="15420" y="1155"/>
                  </a:lnTo>
                  <a:lnTo>
                    <a:pt x="11261" y="5778"/>
                  </a:lnTo>
                  <a:lnTo>
                    <a:pt x="10222" y="8726"/>
                  </a:lnTo>
                  <a:lnTo>
                    <a:pt x="10222" y="18322"/>
                  </a:lnTo>
                  <a:lnTo>
                    <a:pt x="10980" y="20721"/>
                  </a:lnTo>
                  <a:lnTo>
                    <a:pt x="14013" y="24730"/>
                  </a:lnTo>
                  <a:lnTo>
                    <a:pt x="16480" y="26003"/>
                  </a:lnTo>
                  <a:lnTo>
                    <a:pt x="19898" y="26545"/>
                  </a:lnTo>
                  <a:lnTo>
                    <a:pt x="18822" y="32284"/>
                  </a:lnTo>
                  <a:lnTo>
                    <a:pt x="16709" y="38016"/>
                  </a:lnTo>
                  <a:lnTo>
                    <a:pt x="10405" y="49465"/>
                  </a:lnTo>
                  <a:lnTo>
                    <a:pt x="5886" y="55380"/>
                  </a:lnTo>
                  <a:lnTo>
                    <a:pt x="0" y="61487"/>
                  </a:lnTo>
                  <a:lnTo>
                    <a:pt x="12884" y="61487"/>
                  </a:lnTo>
                  <a:lnTo>
                    <a:pt x="35703" y="23016"/>
                  </a:lnTo>
                  <a:lnTo>
                    <a:pt x="35703" y="8726"/>
                  </a:lnTo>
                  <a:lnTo>
                    <a:pt x="34709" y="5778"/>
                  </a:lnTo>
                  <a:lnTo>
                    <a:pt x="30727" y="1155"/>
                  </a:lnTo>
                  <a:lnTo>
                    <a:pt x="275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0" name="object 410"/>
          <p:cNvGrpSpPr/>
          <p:nvPr/>
        </p:nvGrpSpPr>
        <p:grpSpPr>
          <a:xfrm>
            <a:off x="11029764" y="8140407"/>
            <a:ext cx="492759" cy="207010"/>
            <a:chOff x="11029764" y="8140407"/>
            <a:chExt cx="492759" cy="207010"/>
          </a:xfrm>
        </p:grpSpPr>
        <p:pic>
          <p:nvPicPr>
            <p:cNvPr id="411" name="object 411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1029764" y="8204119"/>
              <a:ext cx="119506" cy="142980"/>
            </a:xfrm>
            <a:prstGeom prst="rect">
              <a:avLst/>
            </a:prstGeom>
          </p:spPr>
        </p:pic>
        <p:pic>
          <p:nvPicPr>
            <p:cNvPr id="412" name="object 41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1170995" y="8169078"/>
              <a:ext cx="69888" cy="174821"/>
            </a:xfrm>
            <a:prstGeom prst="rect">
              <a:avLst/>
            </a:prstGeom>
          </p:spPr>
        </p:pic>
        <p:pic>
          <p:nvPicPr>
            <p:cNvPr id="413" name="object 413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1265226" y="8204119"/>
              <a:ext cx="119506" cy="142980"/>
            </a:xfrm>
            <a:prstGeom prst="rect">
              <a:avLst/>
            </a:prstGeom>
          </p:spPr>
        </p:pic>
        <p:pic>
          <p:nvPicPr>
            <p:cNvPr id="414" name="object 414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11412486" y="8140407"/>
              <a:ext cx="109613" cy="206692"/>
            </a:xfrm>
            <a:prstGeom prst="rect">
              <a:avLst/>
            </a:prstGeom>
          </p:spPr>
        </p:pic>
      </p:grpSp>
      <p:grpSp>
        <p:nvGrpSpPr>
          <p:cNvPr id="415" name="object 415"/>
          <p:cNvGrpSpPr/>
          <p:nvPr/>
        </p:nvGrpSpPr>
        <p:grpSpPr>
          <a:xfrm>
            <a:off x="11618793" y="8146542"/>
            <a:ext cx="314325" cy="234315"/>
            <a:chOff x="11618793" y="8146542"/>
            <a:chExt cx="314325" cy="234315"/>
          </a:xfrm>
        </p:grpSpPr>
        <p:pic>
          <p:nvPicPr>
            <p:cNvPr id="416" name="object 41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618793" y="8146542"/>
              <a:ext cx="102604" cy="197357"/>
            </a:xfrm>
            <a:prstGeom prst="rect">
              <a:avLst/>
            </a:prstGeom>
          </p:spPr>
        </p:pic>
        <p:pic>
          <p:nvPicPr>
            <p:cNvPr id="417" name="object 41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758174" y="8204120"/>
              <a:ext cx="119506" cy="142980"/>
            </a:xfrm>
            <a:prstGeom prst="rect">
              <a:avLst/>
            </a:prstGeom>
          </p:spPr>
        </p:pic>
        <p:sp>
          <p:nvSpPr>
            <p:cNvPr id="418" name="object 418"/>
            <p:cNvSpPr/>
            <p:nvPr/>
          </p:nvSpPr>
          <p:spPr>
            <a:xfrm>
              <a:off x="11897360" y="8319338"/>
              <a:ext cx="36195" cy="61594"/>
            </a:xfrm>
            <a:custGeom>
              <a:avLst/>
              <a:gdLst/>
              <a:ahLst/>
              <a:cxnLst/>
              <a:rect l="l" t="t" r="r" b="b"/>
              <a:pathLst>
                <a:path w="36195" h="61595">
                  <a:moveTo>
                    <a:pt x="27510" y="0"/>
                  </a:moveTo>
                  <a:lnTo>
                    <a:pt x="23065" y="0"/>
                  </a:lnTo>
                  <a:lnTo>
                    <a:pt x="18661" y="0"/>
                  </a:lnTo>
                  <a:lnTo>
                    <a:pt x="15420" y="1155"/>
                  </a:lnTo>
                  <a:lnTo>
                    <a:pt x="11261" y="5778"/>
                  </a:lnTo>
                  <a:lnTo>
                    <a:pt x="10222" y="8726"/>
                  </a:lnTo>
                  <a:lnTo>
                    <a:pt x="10222" y="18322"/>
                  </a:lnTo>
                  <a:lnTo>
                    <a:pt x="10980" y="20721"/>
                  </a:lnTo>
                  <a:lnTo>
                    <a:pt x="14014" y="24730"/>
                  </a:lnTo>
                  <a:lnTo>
                    <a:pt x="16480" y="26003"/>
                  </a:lnTo>
                  <a:lnTo>
                    <a:pt x="19898" y="26545"/>
                  </a:lnTo>
                  <a:lnTo>
                    <a:pt x="18822" y="32284"/>
                  </a:lnTo>
                  <a:lnTo>
                    <a:pt x="16709" y="38016"/>
                  </a:lnTo>
                  <a:lnTo>
                    <a:pt x="10406" y="49465"/>
                  </a:lnTo>
                  <a:lnTo>
                    <a:pt x="5886" y="55380"/>
                  </a:lnTo>
                  <a:lnTo>
                    <a:pt x="0" y="61487"/>
                  </a:lnTo>
                  <a:lnTo>
                    <a:pt x="12884" y="61487"/>
                  </a:lnTo>
                  <a:lnTo>
                    <a:pt x="35704" y="23016"/>
                  </a:lnTo>
                  <a:lnTo>
                    <a:pt x="35704" y="8726"/>
                  </a:lnTo>
                  <a:lnTo>
                    <a:pt x="34709" y="5778"/>
                  </a:lnTo>
                  <a:lnTo>
                    <a:pt x="30727" y="1155"/>
                  </a:lnTo>
                  <a:lnTo>
                    <a:pt x="2751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19" name="object 419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12040768" y="8207320"/>
            <a:ext cx="102600" cy="139780"/>
          </a:xfrm>
          <a:prstGeom prst="rect">
            <a:avLst/>
          </a:prstGeom>
        </p:spPr>
      </p:pic>
      <p:grpSp>
        <p:nvGrpSpPr>
          <p:cNvPr id="420" name="object 420"/>
          <p:cNvGrpSpPr/>
          <p:nvPr/>
        </p:nvGrpSpPr>
        <p:grpSpPr>
          <a:xfrm>
            <a:off x="12192859" y="8140407"/>
            <a:ext cx="304165" cy="207010"/>
            <a:chOff x="12192859" y="8140407"/>
            <a:chExt cx="304165" cy="207010"/>
          </a:xfrm>
        </p:grpSpPr>
        <p:sp>
          <p:nvSpPr>
            <p:cNvPr id="421" name="object 421"/>
            <p:cNvSpPr/>
            <p:nvPr/>
          </p:nvSpPr>
          <p:spPr>
            <a:xfrm>
              <a:off x="12192859" y="8146541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4">
                  <a:moveTo>
                    <a:pt x="15213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5"/>
                  </a:lnTo>
                  <a:lnTo>
                    <a:pt x="7184" y="195839"/>
                  </a:lnTo>
                  <a:lnTo>
                    <a:pt x="11366" y="197357"/>
                  </a:lnTo>
                  <a:lnTo>
                    <a:pt x="36415" y="197357"/>
                  </a:lnTo>
                  <a:lnTo>
                    <a:pt x="36415" y="183981"/>
                  </a:lnTo>
                  <a:lnTo>
                    <a:pt x="15213" y="183981"/>
                  </a:lnTo>
                  <a:lnTo>
                    <a:pt x="15213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2" name="object 42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252361" y="8204119"/>
              <a:ext cx="119507" cy="142980"/>
            </a:xfrm>
            <a:prstGeom prst="rect">
              <a:avLst/>
            </a:prstGeom>
          </p:spPr>
        </p:pic>
        <p:pic>
          <p:nvPicPr>
            <p:cNvPr id="423" name="object 423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12394021" y="8140407"/>
              <a:ext cx="102946" cy="203492"/>
            </a:xfrm>
            <a:prstGeom prst="rect">
              <a:avLst/>
            </a:prstGeom>
          </p:spPr>
        </p:pic>
      </p:grpSp>
      <p:grpSp>
        <p:nvGrpSpPr>
          <p:cNvPr id="424" name="object 424"/>
          <p:cNvGrpSpPr/>
          <p:nvPr/>
        </p:nvGrpSpPr>
        <p:grpSpPr>
          <a:xfrm>
            <a:off x="12578516" y="8139074"/>
            <a:ext cx="519430" cy="208279"/>
            <a:chOff x="12578516" y="8139074"/>
            <a:chExt cx="519430" cy="208279"/>
          </a:xfrm>
        </p:grpSpPr>
        <p:pic>
          <p:nvPicPr>
            <p:cNvPr id="425" name="object 42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578516" y="8204120"/>
              <a:ext cx="101090" cy="142980"/>
            </a:xfrm>
            <a:prstGeom prst="rect">
              <a:avLst/>
            </a:prstGeom>
          </p:spPr>
        </p:pic>
        <p:pic>
          <p:nvPicPr>
            <p:cNvPr id="426" name="object 426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12708737" y="8204120"/>
              <a:ext cx="109575" cy="142980"/>
            </a:xfrm>
            <a:prstGeom prst="rect">
              <a:avLst/>
            </a:prstGeom>
          </p:spPr>
        </p:pic>
        <p:pic>
          <p:nvPicPr>
            <p:cNvPr id="427" name="object 427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12839316" y="8139074"/>
              <a:ext cx="116956" cy="208025"/>
            </a:xfrm>
            <a:prstGeom prst="rect">
              <a:avLst/>
            </a:prstGeom>
          </p:spPr>
        </p:pic>
        <p:pic>
          <p:nvPicPr>
            <p:cNvPr id="428" name="object 428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2994830" y="8204120"/>
              <a:ext cx="102603" cy="139780"/>
            </a:xfrm>
            <a:prstGeom prst="rect">
              <a:avLst/>
            </a:prstGeom>
          </p:spPr>
        </p:pic>
      </p:grpSp>
      <p:grpSp>
        <p:nvGrpSpPr>
          <p:cNvPr id="429" name="object 429"/>
          <p:cNvGrpSpPr/>
          <p:nvPr/>
        </p:nvGrpSpPr>
        <p:grpSpPr>
          <a:xfrm>
            <a:off x="13143217" y="8207320"/>
            <a:ext cx="175260" cy="173990"/>
            <a:chOff x="13143217" y="8207320"/>
            <a:chExt cx="175260" cy="173990"/>
          </a:xfrm>
        </p:grpSpPr>
        <p:pic>
          <p:nvPicPr>
            <p:cNvPr id="430" name="object 430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13143217" y="8207320"/>
              <a:ext cx="102603" cy="139780"/>
            </a:xfrm>
            <a:prstGeom prst="rect">
              <a:avLst/>
            </a:prstGeom>
          </p:spPr>
        </p:pic>
        <p:sp>
          <p:nvSpPr>
            <p:cNvPr id="431" name="object 431"/>
            <p:cNvSpPr/>
            <p:nvPr/>
          </p:nvSpPr>
          <p:spPr>
            <a:xfrm>
              <a:off x="13282206" y="8319338"/>
              <a:ext cx="36195" cy="61594"/>
            </a:xfrm>
            <a:custGeom>
              <a:avLst/>
              <a:gdLst/>
              <a:ahLst/>
              <a:cxnLst/>
              <a:rect l="l" t="t" r="r" b="b"/>
              <a:pathLst>
                <a:path w="36194" h="61595">
                  <a:moveTo>
                    <a:pt x="27520" y="0"/>
                  </a:moveTo>
                  <a:lnTo>
                    <a:pt x="23075" y="0"/>
                  </a:lnTo>
                  <a:lnTo>
                    <a:pt x="18669" y="0"/>
                  </a:lnTo>
                  <a:lnTo>
                    <a:pt x="15430" y="1155"/>
                  </a:lnTo>
                  <a:lnTo>
                    <a:pt x="11264" y="5778"/>
                  </a:lnTo>
                  <a:lnTo>
                    <a:pt x="10223" y="8726"/>
                  </a:lnTo>
                  <a:lnTo>
                    <a:pt x="10223" y="18322"/>
                  </a:lnTo>
                  <a:lnTo>
                    <a:pt x="10985" y="20721"/>
                  </a:lnTo>
                  <a:lnTo>
                    <a:pt x="14020" y="24730"/>
                  </a:lnTo>
                  <a:lnTo>
                    <a:pt x="16484" y="26003"/>
                  </a:lnTo>
                  <a:lnTo>
                    <a:pt x="19900" y="26545"/>
                  </a:lnTo>
                  <a:lnTo>
                    <a:pt x="18834" y="32284"/>
                  </a:lnTo>
                  <a:lnTo>
                    <a:pt x="16713" y="38016"/>
                  </a:lnTo>
                  <a:lnTo>
                    <a:pt x="10413" y="49465"/>
                  </a:lnTo>
                  <a:lnTo>
                    <a:pt x="5892" y="55380"/>
                  </a:lnTo>
                  <a:lnTo>
                    <a:pt x="0" y="61487"/>
                  </a:lnTo>
                  <a:lnTo>
                    <a:pt x="12890" y="61487"/>
                  </a:lnTo>
                  <a:lnTo>
                    <a:pt x="35712" y="23016"/>
                  </a:lnTo>
                  <a:lnTo>
                    <a:pt x="35712" y="8726"/>
                  </a:lnTo>
                  <a:lnTo>
                    <a:pt x="34721" y="5778"/>
                  </a:lnTo>
                  <a:lnTo>
                    <a:pt x="30733" y="1155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2" name="object 432"/>
          <p:cNvGrpSpPr/>
          <p:nvPr/>
        </p:nvGrpSpPr>
        <p:grpSpPr>
          <a:xfrm>
            <a:off x="13427468" y="8139074"/>
            <a:ext cx="806450" cy="258445"/>
            <a:chOff x="13427468" y="8139074"/>
            <a:chExt cx="806450" cy="258445"/>
          </a:xfrm>
        </p:grpSpPr>
        <p:pic>
          <p:nvPicPr>
            <p:cNvPr id="433" name="object 433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13427468" y="8204120"/>
              <a:ext cx="102603" cy="139780"/>
            </a:xfrm>
            <a:prstGeom prst="rect">
              <a:avLst/>
            </a:prstGeom>
          </p:spPr>
        </p:pic>
        <p:pic>
          <p:nvPicPr>
            <p:cNvPr id="434" name="object 434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13566470" y="8204120"/>
              <a:ext cx="120561" cy="142980"/>
            </a:xfrm>
            <a:prstGeom prst="rect">
              <a:avLst/>
            </a:prstGeom>
          </p:spPr>
        </p:pic>
        <p:pic>
          <p:nvPicPr>
            <p:cNvPr id="435" name="object 435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3707694" y="8140408"/>
              <a:ext cx="109613" cy="206692"/>
            </a:xfrm>
            <a:prstGeom prst="rect">
              <a:avLst/>
            </a:prstGeom>
          </p:spPr>
        </p:pic>
        <p:pic>
          <p:nvPicPr>
            <p:cNvPr id="436" name="object 436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3847914" y="8139074"/>
              <a:ext cx="120827" cy="204825"/>
            </a:xfrm>
            <a:prstGeom prst="rect">
              <a:avLst/>
            </a:prstGeom>
          </p:spPr>
        </p:pic>
        <p:pic>
          <p:nvPicPr>
            <p:cNvPr id="437" name="object 437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13993876" y="8148409"/>
              <a:ext cx="170027" cy="248831"/>
            </a:xfrm>
            <a:prstGeom prst="rect">
              <a:avLst/>
            </a:prstGeom>
          </p:spPr>
        </p:pic>
        <p:sp>
          <p:nvSpPr>
            <p:cNvPr id="438" name="object 438"/>
            <p:cNvSpPr/>
            <p:nvPr/>
          </p:nvSpPr>
          <p:spPr>
            <a:xfrm>
              <a:off x="14197584" y="8319338"/>
              <a:ext cx="36195" cy="61594"/>
            </a:xfrm>
            <a:custGeom>
              <a:avLst/>
              <a:gdLst/>
              <a:ahLst/>
              <a:cxnLst/>
              <a:rect l="l" t="t" r="r" b="b"/>
              <a:pathLst>
                <a:path w="36194" h="61595">
                  <a:moveTo>
                    <a:pt x="27508" y="0"/>
                  </a:moveTo>
                  <a:lnTo>
                    <a:pt x="23063" y="0"/>
                  </a:lnTo>
                  <a:lnTo>
                    <a:pt x="18669" y="0"/>
                  </a:lnTo>
                  <a:lnTo>
                    <a:pt x="15430" y="1155"/>
                  </a:lnTo>
                  <a:lnTo>
                    <a:pt x="11264" y="5778"/>
                  </a:lnTo>
                  <a:lnTo>
                    <a:pt x="10223" y="8726"/>
                  </a:lnTo>
                  <a:lnTo>
                    <a:pt x="10223" y="18322"/>
                  </a:lnTo>
                  <a:lnTo>
                    <a:pt x="10985" y="20721"/>
                  </a:lnTo>
                  <a:lnTo>
                    <a:pt x="14020" y="24730"/>
                  </a:lnTo>
                  <a:lnTo>
                    <a:pt x="16484" y="26003"/>
                  </a:lnTo>
                  <a:lnTo>
                    <a:pt x="19900" y="26545"/>
                  </a:lnTo>
                  <a:lnTo>
                    <a:pt x="18821" y="32284"/>
                  </a:lnTo>
                  <a:lnTo>
                    <a:pt x="16713" y="38016"/>
                  </a:lnTo>
                  <a:lnTo>
                    <a:pt x="10413" y="49465"/>
                  </a:lnTo>
                  <a:lnTo>
                    <a:pt x="5892" y="55380"/>
                  </a:lnTo>
                  <a:lnTo>
                    <a:pt x="0" y="61487"/>
                  </a:lnTo>
                  <a:lnTo>
                    <a:pt x="12890" y="61487"/>
                  </a:lnTo>
                  <a:lnTo>
                    <a:pt x="35712" y="23016"/>
                  </a:lnTo>
                  <a:lnTo>
                    <a:pt x="35712" y="8726"/>
                  </a:lnTo>
                  <a:lnTo>
                    <a:pt x="34709" y="5778"/>
                  </a:lnTo>
                  <a:lnTo>
                    <a:pt x="30733" y="1155"/>
                  </a:lnTo>
                  <a:lnTo>
                    <a:pt x="2750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9" name="object 439"/>
          <p:cNvGrpSpPr/>
          <p:nvPr/>
        </p:nvGrpSpPr>
        <p:grpSpPr>
          <a:xfrm>
            <a:off x="14342847" y="8204120"/>
            <a:ext cx="648335" cy="193675"/>
            <a:chOff x="14342847" y="8204120"/>
            <a:chExt cx="648335" cy="193675"/>
          </a:xfrm>
        </p:grpSpPr>
        <p:pic>
          <p:nvPicPr>
            <p:cNvPr id="440" name="object 440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14342847" y="8204120"/>
              <a:ext cx="114007" cy="193120"/>
            </a:xfrm>
            <a:prstGeom prst="rect">
              <a:avLst/>
            </a:prstGeom>
          </p:spPr>
        </p:pic>
        <p:pic>
          <p:nvPicPr>
            <p:cNvPr id="441" name="object 441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14495970" y="8204120"/>
              <a:ext cx="200507" cy="142980"/>
            </a:xfrm>
            <a:prstGeom prst="rect">
              <a:avLst/>
            </a:prstGeom>
          </p:spPr>
        </p:pic>
        <p:pic>
          <p:nvPicPr>
            <p:cNvPr id="442" name="object 442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4735099" y="8204120"/>
              <a:ext cx="114007" cy="193120"/>
            </a:xfrm>
            <a:prstGeom prst="rect">
              <a:avLst/>
            </a:prstGeom>
          </p:spPr>
        </p:pic>
        <p:pic>
          <p:nvPicPr>
            <p:cNvPr id="443" name="object 443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4888235" y="8204120"/>
              <a:ext cx="102603" cy="139780"/>
            </a:xfrm>
            <a:prstGeom prst="rect">
              <a:avLst/>
            </a:prstGeom>
          </p:spPr>
        </p:pic>
      </p:grpSp>
      <p:sp>
        <p:nvSpPr>
          <p:cNvPr id="444" name="object 444"/>
          <p:cNvSpPr/>
          <p:nvPr/>
        </p:nvSpPr>
        <p:spPr>
          <a:xfrm>
            <a:off x="15035657" y="8148408"/>
            <a:ext cx="20955" cy="195580"/>
          </a:xfrm>
          <a:custGeom>
            <a:avLst/>
            <a:gdLst/>
            <a:ahLst/>
            <a:cxnLst/>
            <a:rect l="l" t="t" r="r" b="b"/>
            <a:pathLst>
              <a:path w="20955" h="195579">
                <a:moveTo>
                  <a:pt x="14084" y="0"/>
                </a:moveTo>
                <a:lnTo>
                  <a:pt x="6756" y="0"/>
                </a:lnTo>
                <a:lnTo>
                  <a:pt x="4127" y="902"/>
                </a:lnTo>
                <a:lnTo>
                  <a:pt x="825" y="4517"/>
                </a:lnTo>
                <a:lnTo>
                  <a:pt x="0" y="6785"/>
                </a:lnTo>
                <a:lnTo>
                  <a:pt x="0" y="15081"/>
                </a:lnTo>
                <a:lnTo>
                  <a:pt x="825" y="17346"/>
                </a:lnTo>
                <a:lnTo>
                  <a:pt x="4127" y="20961"/>
                </a:lnTo>
                <a:lnTo>
                  <a:pt x="6756" y="21864"/>
                </a:lnTo>
                <a:lnTo>
                  <a:pt x="14084" y="21864"/>
                </a:lnTo>
                <a:lnTo>
                  <a:pt x="16751" y="20961"/>
                </a:lnTo>
                <a:lnTo>
                  <a:pt x="19938" y="17346"/>
                </a:lnTo>
                <a:lnTo>
                  <a:pt x="20739" y="15081"/>
                </a:lnTo>
                <a:lnTo>
                  <a:pt x="20739" y="6785"/>
                </a:lnTo>
                <a:lnTo>
                  <a:pt x="19938" y="4517"/>
                </a:lnTo>
                <a:lnTo>
                  <a:pt x="16751" y="902"/>
                </a:lnTo>
                <a:lnTo>
                  <a:pt x="14084" y="0"/>
                </a:lnTo>
                <a:close/>
              </a:path>
              <a:path w="20955" h="195579">
                <a:moveTo>
                  <a:pt x="18021" y="58911"/>
                </a:moveTo>
                <a:lnTo>
                  <a:pt x="2806" y="58911"/>
                </a:lnTo>
                <a:lnTo>
                  <a:pt x="2806" y="195491"/>
                </a:lnTo>
                <a:lnTo>
                  <a:pt x="18021" y="195491"/>
                </a:lnTo>
                <a:lnTo>
                  <a:pt x="18021" y="58911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5" name="object 445"/>
          <p:cNvGrpSpPr/>
          <p:nvPr/>
        </p:nvGrpSpPr>
        <p:grpSpPr>
          <a:xfrm>
            <a:off x="15143607" y="8141207"/>
            <a:ext cx="861060" cy="256540"/>
            <a:chOff x="15143607" y="8141207"/>
            <a:chExt cx="861060" cy="256540"/>
          </a:xfrm>
        </p:grpSpPr>
        <p:sp>
          <p:nvSpPr>
            <p:cNvPr id="446" name="object 446"/>
            <p:cNvSpPr/>
            <p:nvPr/>
          </p:nvSpPr>
          <p:spPr>
            <a:xfrm>
              <a:off x="15143607" y="8148408"/>
              <a:ext cx="40640" cy="248920"/>
            </a:xfrm>
            <a:custGeom>
              <a:avLst/>
              <a:gdLst/>
              <a:ahLst/>
              <a:cxnLst/>
              <a:rect l="l" t="t" r="r" b="b"/>
              <a:pathLst>
                <a:path w="40640" h="248920">
                  <a:moveTo>
                    <a:pt x="37719" y="58911"/>
                  </a:moveTo>
                  <a:lnTo>
                    <a:pt x="22504" y="58911"/>
                  </a:lnTo>
                  <a:lnTo>
                    <a:pt x="22504" y="235454"/>
                  </a:lnTo>
                  <a:lnTo>
                    <a:pt x="0" y="235454"/>
                  </a:lnTo>
                  <a:lnTo>
                    <a:pt x="0" y="248831"/>
                  </a:lnTo>
                  <a:lnTo>
                    <a:pt x="23799" y="248831"/>
                  </a:lnTo>
                  <a:lnTo>
                    <a:pt x="29184" y="246769"/>
                  </a:lnTo>
                  <a:lnTo>
                    <a:pt x="36017" y="238523"/>
                  </a:lnTo>
                  <a:lnTo>
                    <a:pt x="37719" y="233065"/>
                  </a:lnTo>
                  <a:lnTo>
                    <a:pt x="37719" y="58911"/>
                  </a:lnTo>
                  <a:close/>
                </a:path>
                <a:path w="40640" h="248920">
                  <a:moveTo>
                    <a:pt x="33781" y="0"/>
                  </a:moveTo>
                  <a:lnTo>
                    <a:pt x="26441" y="0"/>
                  </a:lnTo>
                  <a:lnTo>
                    <a:pt x="23812" y="902"/>
                  </a:lnTo>
                  <a:lnTo>
                    <a:pt x="20523" y="4517"/>
                  </a:lnTo>
                  <a:lnTo>
                    <a:pt x="19697" y="6785"/>
                  </a:lnTo>
                  <a:lnTo>
                    <a:pt x="19697" y="15081"/>
                  </a:lnTo>
                  <a:lnTo>
                    <a:pt x="20523" y="17346"/>
                  </a:lnTo>
                  <a:lnTo>
                    <a:pt x="23812" y="20961"/>
                  </a:lnTo>
                  <a:lnTo>
                    <a:pt x="26441" y="21864"/>
                  </a:lnTo>
                  <a:lnTo>
                    <a:pt x="33781" y="21864"/>
                  </a:lnTo>
                  <a:lnTo>
                    <a:pt x="36448" y="20961"/>
                  </a:lnTo>
                  <a:lnTo>
                    <a:pt x="39636" y="17346"/>
                  </a:lnTo>
                  <a:lnTo>
                    <a:pt x="40424" y="15081"/>
                  </a:lnTo>
                  <a:lnTo>
                    <a:pt x="40424" y="6785"/>
                  </a:lnTo>
                  <a:lnTo>
                    <a:pt x="39636" y="4517"/>
                  </a:lnTo>
                  <a:lnTo>
                    <a:pt x="36448" y="902"/>
                  </a:lnTo>
                  <a:lnTo>
                    <a:pt x="33781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7" name="object 447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15219566" y="8204119"/>
              <a:ext cx="371678" cy="193120"/>
            </a:xfrm>
            <a:prstGeom prst="rect">
              <a:avLst/>
            </a:prstGeom>
          </p:spPr>
        </p:pic>
        <p:pic>
          <p:nvPicPr>
            <p:cNvPr id="448" name="object 448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15621343" y="8146541"/>
              <a:ext cx="107226" cy="197357"/>
            </a:xfrm>
            <a:prstGeom prst="rect">
              <a:avLst/>
            </a:prstGeom>
          </p:spPr>
        </p:pic>
        <p:sp>
          <p:nvSpPr>
            <p:cNvPr id="449" name="object 449"/>
            <p:cNvSpPr/>
            <p:nvPr/>
          </p:nvSpPr>
          <p:spPr>
            <a:xfrm>
              <a:off x="15756217" y="8319363"/>
              <a:ext cx="161925" cy="27305"/>
            </a:xfrm>
            <a:custGeom>
              <a:avLst/>
              <a:gdLst/>
              <a:ahLst/>
              <a:cxnLst/>
              <a:rect l="l" t="t" r="r" b="b"/>
              <a:pathLst>
                <a:path w="161925" h="27304">
                  <a:moveTo>
                    <a:pt x="17246" y="0"/>
                  </a:moveTo>
                  <a:lnTo>
                    <a:pt x="8534" y="0"/>
                  </a:lnTo>
                  <a:lnTo>
                    <a:pt x="5334" y="1111"/>
                  </a:lnTo>
                  <a:lnTo>
                    <a:pt x="1066" y="5556"/>
                  </a:lnTo>
                  <a:lnTo>
                    <a:pt x="0" y="8445"/>
                  </a:lnTo>
                  <a:lnTo>
                    <a:pt x="0" y="18491"/>
                  </a:lnTo>
                  <a:lnTo>
                    <a:pt x="1066" y="21380"/>
                  </a:lnTo>
                  <a:lnTo>
                    <a:pt x="5334" y="25825"/>
                  </a:lnTo>
                  <a:lnTo>
                    <a:pt x="8534" y="26936"/>
                  </a:lnTo>
                  <a:lnTo>
                    <a:pt x="17246" y="26936"/>
                  </a:lnTo>
                  <a:lnTo>
                    <a:pt x="20497" y="25825"/>
                  </a:lnTo>
                  <a:lnTo>
                    <a:pt x="24587" y="21380"/>
                  </a:lnTo>
                  <a:lnTo>
                    <a:pt x="25603" y="18491"/>
                  </a:lnTo>
                  <a:lnTo>
                    <a:pt x="25603" y="8445"/>
                  </a:lnTo>
                  <a:lnTo>
                    <a:pt x="24587" y="5556"/>
                  </a:lnTo>
                  <a:lnTo>
                    <a:pt x="20497" y="1111"/>
                  </a:lnTo>
                  <a:lnTo>
                    <a:pt x="17246" y="0"/>
                  </a:lnTo>
                  <a:close/>
                </a:path>
                <a:path w="161925" h="27304">
                  <a:moveTo>
                    <a:pt x="85255" y="0"/>
                  </a:moveTo>
                  <a:lnTo>
                    <a:pt x="76542" y="0"/>
                  </a:lnTo>
                  <a:lnTo>
                    <a:pt x="73342" y="1111"/>
                  </a:lnTo>
                  <a:lnTo>
                    <a:pt x="69075" y="5556"/>
                  </a:lnTo>
                  <a:lnTo>
                    <a:pt x="68008" y="8445"/>
                  </a:lnTo>
                  <a:lnTo>
                    <a:pt x="68008" y="18491"/>
                  </a:lnTo>
                  <a:lnTo>
                    <a:pt x="69075" y="21380"/>
                  </a:lnTo>
                  <a:lnTo>
                    <a:pt x="73342" y="25825"/>
                  </a:lnTo>
                  <a:lnTo>
                    <a:pt x="76542" y="26936"/>
                  </a:lnTo>
                  <a:lnTo>
                    <a:pt x="85255" y="26936"/>
                  </a:lnTo>
                  <a:lnTo>
                    <a:pt x="88506" y="25825"/>
                  </a:lnTo>
                  <a:lnTo>
                    <a:pt x="92595" y="21380"/>
                  </a:lnTo>
                  <a:lnTo>
                    <a:pt x="93611" y="18491"/>
                  </a:lnTo>
                  <a:lnTo>
                    <a:pt x="93611" y="8445"/>
                  </a:lnTo>
                  <a:lnTo>
                    <a:pt x="92595" y="5556"/>
                  </a:lnTo>
                  <a:lnTo>
                    <a:pt x="88506" y="1111"/>
                  </a:lnTo>
                  <a:lnTo>
                    <a:pt x="85255" y="0"/>
                  </a:lnTo>
                  <a:close/>
                </a:path>
                <a:path w="161925" h="27304">
                  <a:moveTo>
                    <a:pt x="153530" y="0"/>
                  </a:moveTo>
                  <a:lnTo>
                    <a:pt x="144818" y="0"/>
                  </a:lnTo>
                  <a:lnTo>
                    <a:pt x="141617" y="1111"/>
                  </a:lnTo>
                  <a:lnTo>
                    <a:pt x="137350" y="5556"/>
                  </a:lnTo>
                  <a:lnTo>
                    <a:pt x="136283" y="8445"/>
                  </a:lnTo>
                  <a:lnTo>
                    <a:pt x="136283" y="18491"/>
                  </a:lnTo>
                  <a:lnTo>
                    <a:pt x="137350" y="21380"/>
                  </a:lnTo>
                  <a:lnTo>
                    <a:pt x="141617" y="25825"/>
                  </a:lnTo>
                  <a:lnTo>
                    <a:pt x="144818" y="26936"/>
                  </a:lnTo>
                  <a:lnTo>
                    <a:pt x="153530" y="26936"/>
                  </a:lnTo>
                  <a:lnTo>
                    <a:pt x="156781" y="25825"/>
                  </a:lnTo>
                  <a:lnTo>
                    <a:pt x="160870" y="21380"/>
                  </a:lnTo>
                  <a:lnTo>
                    <a:pt x="161886" y="18491"/>
                  </a:lnTo>
                  <a:lnTo>
                    <a:pt x="161886" y="8445"/>
                  </a:lnTo>
                  <a:lnTo>
                    <a:pt x="160870" y="5556"/>
                  </a:lnTo>
                  <a:lnTo>
                    <a:pt x="156781" y="1111"/>
                  </a:lnTo>
                  <a:lnTo>
                    <a:pt x="153530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0" name="object 450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15940951" y="8141207"/>
              <a:ext cx="63563" cy="239334"/>
            </a:xfrm>
            <a:prstGeom prst="rect">
              <a:avLst/>
            </a:prstGeom>
          </p:spPr>
        </p:pic>
      </p:grpSp>
      <p:sp>
        <p:nvSpPr>
          <p:cNvPr id="451" name="object 451"/>
          <p:cNvSpPr/>
          <p:nvPr/>
        </p:nvSpPr>
        <p:spPr>
          <a:xfrm>
            <a:off x="16050793" y="8319337"/>
            <a:ext cx="26034" cy="27305"/>
          </a:xfrm>
          <a:custGeom>
            <a:avLst/>
            <a:gdLst/>
            <a:ahLst/>
            <a:cxnLst/>
            <a:rect l="l" t="t" r="r" b="b"/>
            <a:pathLst>
              <a:path w="26034" h="27304">
                <a:moveTo>
                  <a:pt x="17195" y="0"/>
                </a:moveTo>
                <a:lnTo>
                  <a:pt x="8483" y="0"/>
                </a:lnTo>
                <a:lnTo>
                  <a:pt x="5295" y="1093"/>
                </a:lnTo>
                <a:lnTo>
                  <a:pt x="1066" y="5469"/>
                </a:lnTo>
                <a:lnTo>
                  <a:pt x="0" y="8389"/>
                </a:lnTo>
                <a:lnTo>
                  <a:pt x="0" y="18538"/>
                </a:lnTo>
                <a:lnTo>
                  <a:pt x="1066" y="21432"/>
                </a:lnTo>
                <a:lnTo>
                  <a:pt x="5295" y="25915"/>
                </a:lnTo>
                <a:lnTo>
                  <a:pt x="8483" y="27037"/>
                </a:lnTo>
                <a:lnTo>
                  <a:pt x="12750" y="27037"/>
                </a:lnTo>
                <a:lnTo>
                  <a:pt x="17195" y="27037"/>
                </a:lnTo>
                <a:lnTo>
                  <a:pt x="20421" y="25915"/>
                </a:lnTo>
                <a:lnTo>
                  <a:pt x="24472" y="21432"/>
                </a:lnTo>
                <a:lnTo>
                  <a:pt x="25488" y="18538"/>
                </a:lnTo>
                <a:lnTo>
                  <a:pt x="25488" y="8389"/>
                </a:lnTo>
                <a:lnTo>
                  <a:pt x="24472" y="5469"/>
                </a:lnTo>
                <a:lnTo>
                  <a:pt x="20421" y="1093"/>
                </a:lnTo>
                <a:lnTo>
                  <a:pt x="17195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2" name="object 452"/>
          <p:cNvPicPr/>
          <p:nvPr/>
        </p:nvPicPr>
        <p:blipFill>
          <a:blip r:embed="rId190" cstate="print"/>
          <a:stretch>
            <a:fillRect/>
          </a:stretch>
        </p:blipFill>
        <p:spPr>
          <a:xfrm>
            <a:off x="952499" y="590550"/>
            <a:ext cx="95250" cy="95239"/>
          </a:xfrm>
          <a:prstGeom prst="rect">
            <a:avLst/>
          </a:prstGeom>
        </p:spPr>
      </p:pic>
      <p:sp>
        <p:nvSpPr>
          <p:cNvPr id="453" name="object 453"/>
          <p:cNvSpPr txBox="1"/>
          <p:nvPr/>
        </p:nvSpPr>
        <p:spPr>
          <a:xfrm>
            <a:off x="1149350" y="454025"/>
            <a:ext cx="2211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16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TESTOVANIE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54" name="object 454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55" name="object 455"/>
          <p:cNvSpPr txBox="1"/>
          <p:nvPr/>
        </p:nvSpPr>
        <p:spPr>
          <a:xfrm>
            <a:off x="939800" y="9636125"/>
            <a:ext cx="2211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16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TESTOVANIE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56" name="object 456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1055"/>
              </a:spcBef>
            </a:pPr>
            <a:r>
              <a:rPr spc="145" dirty="0"/>
              <a:t>Niečo</a:t>
            </a:r>
            <a:r>
              <a:rPr spc="-195" dirty="0"/>
              <a:t> </a:t>
            </a:r>
            <a:r>
              <a:rPr spc="280" dirty="0"/>
              <a:t>sme</a:t>
            </a:r>
            <a:r>
              <a:rPr spc="-195" dirty="0"/>
              <a:t> </a:t>
            </a:r>
            <a:r>
              <a:rPr spc="190" dirty="0"/>
              <a:t>si</a:t>
            </a:r>
            <a:r>
              <a:rPr spc="-195" dirty="0"/>
              <a:t> </a:t>
            </a:r>
            <a:r>
              <a:rPr spc="120" dirty="0"/>
              <a:t>naplánovali</a:t>
            </a:r>
            <a:r>
              <a:rPr spc="-190" dirty="0"/>
              <a:t> </a:t>
            </a:r>
            <a:r>
              <a:rPr spc="229" dirty="0"/>
              <a:t>a</a:t>
            </a:r>
            <a:r>
              <a:rPr spc="-195" dirty="0"/>
              <a:t> </a:t>
            </a:r>
            <a:r>
              <a:rPr spc="130" dirty="0"/>
              <a:t>nestihli</a:t>
            </a:r>
            <a:r>
              <a:rPr spc="-195" dirty="0"/>
              <a:t> </a:t>
            </a:r>
            <a:r>
              <a:rPr spc="-395" dirty="0"/>
              <a:t>—</a:t>
            </a:r>
            <a:r>
              <a:rPr spc="-190" dirty="0"/>
              <a:t> </a:t>
            </a:r>
            <a:r>
              <a:rPr spc="229" dirty="0"/>
              <a:t>a</a:t>
            </a:r>
            <a:r>
              <a:rPr spc="-195" dirty="0"/>
              <a:t> </a:t>
            </a:r>
            <a:r>
              <a:rPr spc="200" dirty="0"/>
              <a:t>vieme </a:t>
            </a:r>
            <a:r>
              <a:rPr spc="125" dirty="0"/>
              <a:t>prečo.</a:t>
            </a:r>
          </a:p>
        </p:txBody>
      </p:sp>
      <p:sp>
        <p:nvSpPr>
          <p:cNvPr id="3" name="object 3"/>
          <p:cNvSpPr/>
          <p:nvPr/>
        </p:nvSpPr>
        <p:spPr>
          <a:xfrm>
            <a:off x="952500" y="326707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2500" y="503872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2500" y="681037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500" y="858202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9800" y="2768600"/>
            <a:ext cx="821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solidFill>
                  <a:srgbClr val="8A857C"/>
                </a:solidFill>
                <a:latin typeface="Courier New"/>
                <a:cs typeface="Courier New"/>
              </a:rPr>
              <a:t>ZMENY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7350" y="2768600"/>
            <a:ext cx="9855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5" dirty="0">
                <a:solidFill>
                  <a:srgbClr val="8A857C"/>
                </a:solidFill>
                <a:latin typeface="Courier New"/>
                <a:cs typeface="Courier New"/>
              </a:rPr>
              <a:t>OPROTI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9494" y="2768600"/>
            <a:ext cx="1973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85" dirty="0">
                <a:solidFill>
                  <a:srgbClr val="8A857C"/>
                </a:solidFill>
                <a:latin typeface="Courier New"/>
                <a:cs typeface="Courier New"/>
              </a:rPr>
              <a:t>ŠPECIFIKÁCII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9800" y="359727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A857C"/>
                </a:solidFill>
                <a:latin typeface="Courier New"/>
                <a:cs typeface="Courier New"/>
              </a:rPr>
              <a:t>—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25776" y="3622040"/>
            <a:ext cx="300990" cy="226060"/>
            <a:chOff x="2025776" y="3622040"/>
            <a:chExt cx="300990" cy="22606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5776" y="3622052"/>
              <a:ext cx="184270" cy="22604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35949" y="3622039"/>
              <a:ext cx="90805" cy="226060"/>
            </a:xfrm>
            <a:custGeom>
              <a:avLst/>
              <a:gdLst/>
              <a:ahLst/>
              <a:cxnLst/>
              <a:rect l="l" t="t" r="r" b="b"/>
              <a:pathLst>
                <a:path w="90805" h="226060">
                  <a:moveTo>
                    <a:pt x="90678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31737" y="22860"/>
                  </a:lnTo>
                  <a:lnTo>
                    <a:pt x="31737" y="203200"/>
                  </a:lnTo>
                  <a:lnTo>
                    <a:pt x="0" y="203200"/>
                  </a:lnTo>
                  <a:lnTo>
                    <a:pt x="0" y="226060"/>
                  </a:lnTo>
                  <a:lnTo>
                    <a:pt x="90678" y="226060"/>
                  </a:lnTo>
                  <a:lnTo>
                    <a:pt x="90678" y="203200"/>
                  </a:lnTo>
                  <a:lnTo>
                    <a:pt x="58940" y="203200"/>
                  </a:lnTo>
                  <a:lnTo>
                    <a:pt x="58940" y="22860"/>
                  </a:lnTo>
                  <a:lnTo>
                    <a:pt x="90678" y="22860"/>
                  </a:lnTo>
                  <a:lnTo>
                    <a:pt x="90678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6182" y="3622052"/>
            <a:ext cx="202730" cy="22604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631376" y="3735723"/>
            <a:ext cx="85090" cy="27940"/>
          </a:xfrm>
          <a:custGeom>
            <a:avLst/>
            <a:gdLst/>
            <a:ahLst/>
            <a:cxnLst/>
            <a:rect l="l" t="t" r="r" b="b"/>
            <a:pathLst>
              <a:path w="85089" h="27939">
                <a:moveTo>
                  <a:pt x="84524" y="0"/>
                </a:moveTo>
                <a:lnTo>
                  <a:pt x="0" y="0"/>
                </a:lnTo>
                <a:lnTo>
                  <a:pt x="0" y="27851"/>
                </a:lnTo>
                <a:lnTo>
                  <a:pt x="84524" y="27851"/>
                </a:lnTo>
                <a:lnTo>
                  <a:pt x="84524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765774" y="3608451"/>
            <a:ext cx="787400" cy="243840"/>
            <a:chOff x="2765774" y="3608451"/>
            <a:chExt cx="787400" cy="24384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5774" y="3677107"/>
              <a:ext cx="229285" cy="17099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6188" y="3677107"/>
              <a:ext cx="150914" cy="1748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8516" y="3608451"/>
              <a:ext cx="144113" cy="24353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05376" y="3677107"/>
              <a:ext cx="147351" cy="174879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56036" y="3677107"/>
            <a:ext cx="127920" cy="174879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3829620" y="3677107"/>
            <a:ext cx="417830" cy="175260"/>
            <a:chOff x="3829620" y="3677107"/>
            <a:chExt cx="417830" cy="175260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29620" y="3677107"/>
              <a:ext cx="229285" cy="1709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0034" y="3677107"/>
              <a:ext cx="147351" cy="174879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4344865" y="3608451"/>
            <a:ext cx="1012825" cy="304800"/>
            <a:chOff x="4344865" y="3608451"/>
            <a:chExt cx="1012825" cy="304800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4865" y="3680993"/>
              <a:ext cx="309600" cy="23187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73712" y="3680993"/>
              <a:ext cx="130511" cy="17099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87498" y="3677107"/>
              <a:ext cx="144113" cy="23576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43409" y="3677107"/>
              <a:ext cx="127920" cy="17487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96590" y="3634682"/>
              <a:ext cx="90030" cy="21341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325483" y="3608451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6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6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29" y="32006"/>
                  </a:lnTo>
                  <a:lnTo>
                    <a:pt x="30495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5" y="6746"/>
                  </a:lnTo>
                  <a:lnTo>
                    <a:pt x="25529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5409349" y="3608450"/>
            <a:ext cx="117475" cy="240029"/>
          </a:xfrm>
          <a:custGeom>
            <a:avLst/>
            <a:gdLst/>
            <a:ahLst/>
            <a:cxnLst/>
            <a:rect l="l" t="t" r="r" b="b"/>
            <a:pathLst>
              <a:path w="117475" h="240029">
                <a:moveTo>
                  <a:pt x="50520" y="216979"/>
                </a:moveTo>
                <a:lnTo>
                  <a:pt x="25908" y="216979"/>
                </a:lnTo>
                <a:lnTo>
                  <a:pt x="25908" y="0"/>
                </a:lnTo>
                <a:lnTo>
                  <a:pt x="0" y="0"/>
                </a:lnTo>
                <a:lnTo>
                  <a:pt x="0" y="220548"/>
                </a:lnTo>
                <a:lnTo>
                  <a:pt x="2374" y="226974"/>
                </a:lnTo>
                <a:lnTo>
                  <a:pt x="11874" y="237121"/>
                </a:lnTo>
                <a:lnTo>
                  <a:pt x="18681" y="239649"/>
                </a:lnTo>
                <a:lnTo>
                  <a:pt x="50520" y="239649"/>
                </a:lnTo>
                <a:lnTo>
                  <a:pt x="50520" y="216979"/>
                </a:lnTo>
                <a:close/>
              </a:path>
              <a:path w="117475" h="240029">
                <a:moveTo>
                  <a:pt x="113995" y="72542"/>
                </a:moveTo>
                <a:lnTo>
                  <a:pt x="88087" y="72542"/>
                </a:lnTo>
                <a:lnTo>
                  <a:pt x="88087" y="239649"/>
                </a:lnTo>
                <a:lnTo>
                  <a:pt x="113995" y="239649"/>
                </a:lnTo>
                <a:lnTo>
                  <a:pt x="113995" y="72542"/>
                </a:lnTo>
                <a:close/>
              </a:path>
              <a:path w="117475" h="240029">
                <a:moveTo>
                  <a:pt x="116916" y="10261"/>
                </a:moveTo>
                <a:lnTo>
                  <a:pt x="115671" y="6756"/>
                </a:lnTo>
                <a:lnTo>
                  <a:pt x="110705" y="1358"/>
                </a:lnTo>
                <a:lnTo>
                  <a:pt x="106654" y="0"/>
                </a:lnTo>
                <a:lnTo>
                  <a:pt x="95643" y="0"/>
                </a:lnTo>
                <a:lnTo>
                  <a:pt x="91655" y="1358"/>
                </a:lnTo>
                <a:lnTo>
                  <a:pt x="86474" y="6756"/>
                </a:lnTo>
                <a:lnTo>
                  <a:pt x="85178" y="10261"/>
                </a:lnTo>
                <a:lnTo>
                  <a:pt x="85178" y="23101"/>
                </a:lnTo>
                <a:lnTo>
                  <a:pt x="86474" y="26619"/>
                </a:lnTo>
                <a:lnTo>
                  <a:pt x="91655" y="32016"/>
                </a:lnTo>
                <a:lnTo>
                  <a:pt x="95643" y="33362"/>
                </a:lnTo>
                <a:lnTo>
                  <a:pt x="106654" y="33362"/>
                </a:lnTo>
                <a:lnTo>
                  <a:pt x="110705" y="32016"/>
                </a:lnTo>
                <a:lnTo>
                  <a:pt x="115671" y="26619"/>
                </a:lnTo>
                <a:lnTo>
                  <a:pt x="116916" y="23101"/>
                </a:lnTo>
                <a:lnTo>
                  <a:pt x="116916" y="10261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2024646" y="4126991"/>
            <a:ext cx="325755" cy="197485"/>
            <a:chOff x="2024646" y="4126991"/>
            <a:chExt cx="325755" cy="197485"/>
          </a:xfrm>
        </p:grpSpPr>
        <p:sp>
          <p:nvSpPr>
            <p:cNvPr id="34" name="object 34"/>
            <p:cNvSpPr/>
            <p:nvPr/>
          </p:nvSpPr>
          <p:spPr>
            <a:xfrm>
              <a:off x="2024646" y="4137659"/>
              <a:ext cx="140970" cy="186690"/>
            </a:xfrm>
            <a:custGeom>
              <a:avLst/>
              <a:gdLst/>
              <a:ahLst/>
              <a:cxnLst/>
              <a:rect l="l" t="t" r="r" b="b"/>
              <a:pathLst>
                <a:path w="140969" h="186689">
                  <a:moveTo>
                    <a:pt x="1406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62318" y="15240"/>
                  </a:lnTo>
                  <a:lnTo>
                    <a:pt x="62318" y="186690"/>
                  </a:lnTo>
                  <a:lnTo>
                    <a:pt x="78282" y="186690"/>
                  </a:lnTo>
                  <a:lnTo>
                    <a:pt x="78282" y="15240"/>
                  </a:lnTo>
                  <a:lnTo>
                    <a:pt x="140601" y="15240"/>
                  </a:lnTo>
                  <a:lnTo>
                    <a:pt x="140601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95351" y="4126991"/>
              <a:ext cx="107226" cy="19735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329249" y="412885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5" h="195579">
                  <a:moveTo>
                    <a:pt x="14090" y="0"/>
                  </a:moveTo>
                  <a:lnTo>
                    <a:pt x="6752" y="0"/>
                  </a:lnTo>
                  <a:lnTo>
                    <a:pt x="4121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1" y="20961"/>
                  </a:lnTo>
                  <a:lnTo>
                    <a:pt x="6752" y="21865"/>
                  </a:lnTo>
                  <a:lnTo>
                    <a:pt x="14090" y="21865"/>
                  </a:lnTo>
                  <a:lnTo>
                    <a:pt x="16748" y="20961"/>
                  </a:lnTo>
                  <a:lnTo>
                    <a:pt x="19937" y="17346"/>
                  </a:lnTo>
                  <a:lnTo>
                    <a:pt x="20735" y="15081"/>
                  </a:lnTo>
                  <a:lnTo>
                    <a:pt x="20735" y="6785"/>
                  </a:lnTo>
                  <a:lnTo>
                    <a:pt x="19937" y="4517"/>
                  </a:lnTo>
                  <a:lnTo>
                    <a:pt x="16748" y="902"/>
                  </a:lnTo>
                  <a:lnTo>
                    <a:pt x="14090" y="0"/>
                  </a:lnTo>
                  <a:close/>
                </a:path>
                <a:path w="20955" h="195579">
                  <a:moveTo>
                    <a:pt x="18026" y="58911"/>
                  </a:moveTo>
                  <a:lnTo>
                    <a:pt x="2811" y="58911"/>
                  </a:lnTo>
                  <a:lnTo>
                    <a:pt x="2811" y="195491"/>
                  </a:lnTo>
                  <a:lnTo>
                    <a:pt x="18026" y="195491"/>
                  </a:lnTo>
                  <a:lnTo>
                    <a:pt x="18026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2396765" y="4149528"/>
            <a:ext cx="449580" cy="178435"/>
            <a:chOff x="2396765" y="4149528"/>
            <a:chExt cx="449580" cy="178435"/>
          </a:xfrm>
        </p:grpSpPr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96765" y="4184569"/>
              <a:ext cx="102604" cy="13978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30099" y="4149528"/>
              <a:ext cx="69888" cy="17482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24457" y="4184569"/>
              <a:ext cx="116862" cy="14298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779948" y="4187770"/>
              <a:ext cx="66316" cy="136579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2927336" y="4149528"/>
            <a:ext cx="628015" cy="178435"/>
            <a:chOff x="2927336" y="4149528"/>
            <a:chExt cx="628015" cy="178435"/>
          </a:xfrm>
        </p:grpSpPr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27336" y="4184569"/>
              <a:ext cx="385560" cy="14298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51524" y="4184569"/>
              <a:ext cx="102604" cy="13978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84858" y="4149528"/>
              <a:ext cx="69888" cy="174821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3654061" y="4126991"/>
            <a:ext cx="715645" cy="200660"/>
            <a:chOff x="3654061" y="4126991"/>
            <a:chExt cx="715645" cy="200660"/>
          </a:xfrm>
        </p:grpSpPr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654061" y="4184569"/>
              <a:ext cx="185814" cy="13978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76653" y="4184569"/>
              <a:ext cx="119507" cy="14298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24417" y="4126991"/>
              <a:ext cx="114010" cy="20055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77185" y="4184569"/>
              <a:ext cx="116864" cy="14298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332676" y="4126991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5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7" y="189767"/>
                  </a:lnTo>
                  <a:lnTo>
                    <a:pt x="7185" y="195839"/>
                  </a:lnTo>
                  <a:lnTo>
                    <a:pt x="11366" y="197358"/>
                  </a:lnTo>
                  <a:lnTo>
                    <a:pt x="36417" y="197358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4465980" y="4184570"/>
            <a:ext cx="259715" cy="143510"/>
            <a:chOff x="4465980" y="4184570"/>
            <a:chExt cx="259715" cy="143510"/>
          </a:xfrm>
        </p:grpSpPr>
        <p:pic>
          <p:nvPicPr>
            <p:cNvPr id="53" name="object 5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465980" y="4184570"/>
              <a:ext cx="102604" cy="13978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604973" y="4184570"/>
              <a:ext cx="120564" cy="142980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4803115" y="4149528"/>
            <a:ext cx="213995" cy="178435"/>
            <a:chOff x="4803115" y="4149528"/>
            <a:chExt cx="213995" cy="178435"/>
          </a:xfrm>
        </p:grpSpPr>
        <p:pic>
          <p:nvPicPr>
            <p:cNvPr id="56" name="object 5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03115" y="4149528"/>
              <a:ext cx="69888" cy="17482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897348" y="4184569"/>
              <a:ext cx="119507" cy="142980"/>
            </a:xfrm>
            <a:prstGeom prst="rect">
              <a:avLst/>
            </a:prstGeom>
          </p:spPr>
        </p:pic>
      </p:grpSp>
      <p:pic>
        <p:nvPicPr>
          <p:cNvPr id="58" name="object 5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118425" y="4126991"/>
            <a:ext cx="901346" cy="200558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105411" y="4184570"/>
            <a:ext cx="120564" cy="142980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6320461" y="4126991"/>
            <a:ext cx="401320" cy="200660"/>
            <a:chOff x="6320461" y="4126991"/>
            <a:chExt cx="401320" cy="200660"/>
          </a:xfrm>
        </p:grpSpPr>
        <p:pic>
          <p:nvPicPr>
            <p:cNvPr id="61" name="object 6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320461" y="4126991"/>
              <a:ext cx="102604" cy="19735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459841" y="4184569"/>
              <a:ext cx="119506" cy="14298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07605" y="4126991"/>
              <a:ext cx="114010" cy="200558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6771106" y="4149528"/>
            <a:ext cx="496570" cy="178435"/>
            <a:chOff x="6771106" y="4149528"/>
            <a:chExt cx="496570" cy="178435"/>
          </a:xfrm>
        </p:grpSpPr>
        <p:pic>
          <p:nvPicPr>
            <p:cNvPr id="65" name="object 6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71106" y="4184569"/>
              <a:ext cx="102604" cy="13978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10486" y="4184569"/>
              <a:ext cx="119507" cy="14298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051717" y="4149528"/>
              <a:ext cx="69886" cy="17482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46732" y="4184569"/>
              <a:ext cx="120564" cy="142980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7361780" y="4184570"/>
            <a:ext cx="353695" cy="193675"/>
            <a:chOff x="7361780" y="4184570"/>
            <a:chExt cx="353695" cy="193675"/>
          </a:xfrm>
        </p:grpSpPr>
        <p:pic>
          <p:nvPicPr>
            <p:cNvPr id="70" name="object 7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361780" y="4184570"/>
              <a:ext cx="114010" cy="19312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514909" y="4184570"/>
              <a:ext cx="200496" cy="142980"/>
            </a:xfrm>
            <a:prstGeom prst="rect">
              <a:avLst/>
            </a:prstGeom>
          </p:spPr>
        </p:pic>
      </p:grpSp>
      <p:grpSp>
        <p:nvGrpSpPr>
          <p:cNvPr id="72" name="object 72"/>
          <p:cNvGrpSpPr/>
          <p:nvPr/>
        </p:nvGrpSpPr>
        <p:grpSpPr>
          <a:xfrm>
            <a:off x="7806114" y="4119524"/>
            <a:ext cx="796925" cy="208279"/>
            <a:chOff x="7806114" y="4119524"/>
            <a:chExt cx="796925" cy="208279"/>
          </a:xfrm>
        </p:grpSpPr>
        <p:pic>
          <p:nvPicPr>
            <p:cNvPr id="73" name="object 7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806114" y="4184570"/>
              <a:ext cx="109580" cy="14298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946651" y="4128859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3" y="0"/>
                  </a:lnTo>
                  <a:lnTo>
                    <a:pt x="4121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1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48" y="20961"/>
                  </a:lnTo>
                  <a:lnTo>
                    <a:pt x="19937" y="17346"/>
                  </a:lnTo>
                  <a:lnTo>
                    <a:pt x="20735" y="15081"/>
                  </a:lnTo>
                  <a:lnTo>
                    <a:pt x="20735" y="6785"/>
                  </a:lnTo>
                  <a:lnTo>
                    <a:pt x="19937" y="4517"/>
                  </a:lnTo>
                  <a:lnTo>
                    <a:pt x="16748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6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6" y="195491"/>
                  </a:lnTo>
                  <a:lnTo>
                    <a:pt x="18026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003433" y="4184570"/>
              <a:ext cx="116864" cy="14298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158983" y="4126992"/>
              <a:ext cx="312875" cy="20055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500323" y="4119524"/>
              <a:ext cx="102679" cy="208025"/>
            </a:xfrm>
            <a:prstGeom prst="rect">
              <a:avLst/>
            </a:prstGeom>
          </p:spPr>
        </p:pic>
      </p:grpSp>
      <p:grpSp>
        <p:nvGrpSpPr>
          <p:cNvPr id="78" name="object 78"/>
          <p:cNvGrpSpPr/>
          <p:nvPr/>
        </p:nvGrpSpPr>
        <p:grpSpPr>
          <a:xfrm>
            <a:off x="2030251" y="4527041"/>
            <a:ext cx="375920" cy="200660"/>
            <a:chOff x="2030251" y="4527041"/>
            <a:chExt cx="375920" cy="200660"/>
          </a:xfrm>
        </p:grpSpPr>
        <p:pic>
          <p:nvPicPr>
            <p:cNvPr id="79" name="object 7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030251" y="4584619"/>
              <a:ext cx="101092" cy="14298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71333" y="4527041"/>
              <a:ext cx="107226" cy="19735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303526" y="4587820"/>
              <a:ext cx="102600" cy="139780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2455616" y="4528908"/>
            <a:ext cx="171450" cy="248920"/>
            <a:chOff x="2455616" y="4528908"/>
            <a:chExt cx="171450" cy="248920"/>
          </a:xfrm>
        </p:grpSpPr>
        <p:pic>
          <p:nvPicPr>
            <p:cNvPr id="83" name="object 8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455616" y="4584619"/>
              <a:ext cx="114010" cy="19312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2605933" y="452890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5" h="195579">
                  <a:moveTo>
                    <a:pt x="14090" y="0"/>
                  </a:moveTo>
                  <a:lnTo>
                    <a:pt x="6753" y="0"/>
                  </a:lnTo>
                  <a:lnTo>
                    <a:pt x="4121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1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48" y="20961"/>
                  </a:lnTo>
                  <a:lnTo>
                    <a:pt x="19937" y="17346"/>
                  </a:lnTo>
                  <a:lnTo>
                    <a:pt x="20735" y="15081"/>
                  </a:lnTo>
                  <a:lnTo>
                    <a:pt x="20735" y="6785"/>
                  </a:lnTo>
                  <a:lnTo>
                    <a:pt x="19937" y="4517"/>
                  </a:lnTo>
                  <a:lnTo>
                    <a:pt x="16748" y="902"/>
                  </a:lnTo>
                  <a:lnTo>
                    <a:pt x="14090" y="0"/>
                  </a:lnTo>
                  <a:close/>
                </a:path>
                <a:path w="20955" h="195579">
                  <a:moveTo>
                    <a:pt x="18026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6" y="195491"/>
                  </a:lnTo>
                  <a:lnTo>
                    <a:pt x="18026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5" name="object 8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673449" y="4584620"/>
            <a:ext cx="102604" cy="139780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821838" y="4587820"/>
            <a:ext cx="102600" cy="139780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3036869" y="4527041"/>
            <a:ext cx="480695" cy="200660"/>
            <a:chOff x="3036869" y="4527041"/>
            <a:chExt cx="480695" cy="200660"/>
          </a:xfrm>
        </p:grpSpPr>
        <p:pic>
          <p:nvPicPr>
            <p:cNvPr id="88" name="object 8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036869" y="4527041"/>
              <a:ext cx="114010" cy="200558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179138" y="4584619"/>
              <a:ext cx="119507" cy="142980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3337275" y="4527041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5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7"/>
                  </a:lnTo>
                  <a:lnTo>
                    <a:pt x="7184" y="195839"/>
                  </a:lnTo>
                  <a:lnTo>
                    <a:pt x="11366" y="197358"/>
                  </a:lnTo>
                  <a:lnTo>
                    <a:pt x="36417" y="197358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396390" y="4584619"/>
              <a:ext cx="120566" cy="142980"/>
            </a:xfrm>
            <a:prstGeom prst="rect">
              <a:avLst/>
            </a:prstGeom>
          </p:spPr>
        </p:pic>
      </p:grpSp>
      <p:pic>
        <p:nvPicPr>
          <p:cNvPr id="92" name="object 9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611439" y="4584620"/>
            <a:ext cx="102604" cy="139780"/>
          </a:xfrm>
          <a:prstGeom prst="rect">
            <a:avLst/>
          </a:prstGeom>
        </p:spPr>
      </p:pic>
      <p:grpSp>
        <p:nvGrpSpPr>
          <p:cNvPr id="93" name="object 93"/>
          <p:cNvGrpSpPr/>
          <p:nvPr/>
        </p:nvGrpSpPr>
        <p:grpSpPr>
          <a:xfrm>
            <a:off x="3758538" y="4519574"/>
            <a:ext cx="488315" cy="208279"/>
            <a:chOff x="3758538" y="4519574"/>
            <a:chExt cx="488315" cy="208279"/>
          </a:xfrm>
        </p:grpSpPr>
        <p:pic>
          <p:nvPicPr>
            <p:cNvPr id="94" name="object 9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758538" y="4519574"/>
              <a:ext cx="154414" cy="204825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945253" y="4527042"/>
              <a:ext cx="244175" cy="200558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4220763" y="4699838"/>
              <a:ext cx="26034" cy="27305"/>
            </a:xfrm>
            <a:custGeom>
              <a:avLst/>
              <a:gdLst/>
              <a:ahLst/>
              <a:cxnLst/>
              <a:rect l="l" t="t" r="r" b="b"/>
              <a:pathLst>
                <a:path w="26035" h="27304">
                  <a:moveTo>
                    <a:pt x="17185" y="0"/>
                  </a:moveTo>
                  <a:lnTo>
                    <a:pt x="8475" y="0"/>
                  </a:lnTo>
                  <a:lnTo>
                    <a:pt x="5285" y="1093"/>
                  </a:lnTo>
                  <a:lnTo>
                    <a:pt x="1057" y="5469"/>
                  </a:lnTo>
                  <a:lnTo>
                    <a:pt x="0" y="8389"/>
                  </a:lnTo>
                  <a:lnTo>
                    <a:pt x="0" y="18538"/>
                  </a:lnTo>
                  <a:lnTo>
                    <a:pt x="1057" y="21432"/>
                  </a:lnTo>
                  <a:lnTo>
                    <a:pt x="5285" y="25915"/>
                  </a:lnTo>
                  <a:lnTo>
                    <a:pt x="8475" y="27037"/>
                  </a:lnTo>
                  <a:lnTo>
                    <a:pt x="12743" y="27037"/>
                  </a:lnTo>
                  <a:lnTo>
                    <a:pt x="17185" y="27037"/>
                  </a:lnTo>
                  <a:lnTo>
                    <a:pt x="20420" y="25915"/>
                  </a:lnTo>
                  <a:lnTo>
                    <a:pt x="24470" y="21432"/>
                  </a:lnTo>
                  <a:lnTo>
                    <a:pt x="25482" y="18538"/>
                  </a:lnTo>
                  <a:lnTo>
                    <a:pt x="25482" y="8389"/>
                  </a:lnTo>
                  <a:lnTo>
                    <a:pt x="24470" y="5469"/>
                  </a:lnTo>
                  <a:lnTo>
                    <a:pt x="20420" y="1093"/>
                  </a:lnTo>
                  <a:lnTo>
                    <a:pt x="17185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" name="object 97"/>
          <p:cNvGrpSpPr/>
          <p:nvPr/>
        </p:nvGrpSpPr>
        <p:grpSpPr>
          <a:xfrm>
            <a:off x="4357418" y="4527041"/>
            <a:ext cx="830580" cy="200660"/>
            <a:chOff x="4357418" y="4527041"/>
            <a:chExt cx="830580" cy="200660"/>
          </a:xfrm>
        </p:grpSpPr>
        <p:pic>
          <p:nvPicPr>
            <p:cNvPr id="98" name="object 9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357418" y="4538243"/>
              <a:ext cx="127849" cy="186156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510591" y="4584619"/>
              <a:ext cx="119507" cy="14298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650828" y="4587820"/>
              <a:ext cx="103134" cy="136579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786264" y="4527041"/>
              <a:ext cx="102604" cy="19735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925645" y="4584619"/>
              <a:ext cx="119505" cy="14298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073408" y="4527041"/>
              <a:ext cx="114010" cy="200558"/>
            </a:xfrm>
            <a:prstGeom prst="rect">
              <a:avLst/>
            </a:prstGeom>
          </p:spPr>
        </p:pic>
      </p:grpSp>
      <p:sp>
        <p:nvSpPr>
          <p:cNvPr id="104" name="object 104"/>
          <p:cNvSpPr/>
          <p:nvPr/>
        </p:nvSpPr>
        <p:spPr>
          <a:xfrm>
            <a:off x="5236908" y="4527041"/>
            <a:ext cx="88900" cy="197485"/>
          </a:xfrm>
          <a:custGeom>
            <a:avLst/>
            <a:gdLst/>
            <a:ahLst/>
            <a:cxnLst/>
            <a:rect l="l" t="t" r="r" b="b"/>
            <a:pathLst>
              <a:path w="88900" h="197485">
                <a:moveTo>
                  <a:pt x="36410" y="183984"/>
                </a:moveTo>
                <a:lnTo>
                  <a:pt x="15214" y="183984"/>
                </a:lnTo>
                <a:lnTo>
                  <a:pt x="15214" y="0"/>
                </a:lnTo>
                <a:lnTo>
                  <a:pt x="0" y="0"/>
                </a:lnTo>
                <a:lnTo>
                  <a:pt x="0" y="185775"/>
                </a:lnTo>
                <a:lnTo>
                  <a:pt x="1435" y="189776"/>
                </a:lnTo>
                <a:lnTo>
                  <a:pt x="7175" y="195846"/>
                </a:lnTo>
                <a:lnTo>
                  <a:pt x="11366" y="197358"/>
                </a:lnTo>
                <a:lnTo>
                  <a:pt x="36410" y="197358"/>
                </a:lnTo>
                <a:lnTo>
                  <a:pt x="36410" y="183984"/>
                </a:lnTo>
                <a:close/>
              </a:path>
              <a:path w="88900" h="197485">
                <a:moveTo>
                  <a:pt x="85572" y="60782"/>
                </a:moveTo>
                <a:lnTo>
                  <a:pt x="70358" y="60782"/>
                </a:lnTo>
                <a:lnTo>
                  <a:pt x="70358" y="197358"/>
                </a:lnTo>
                <a:lnTo>
                  <a:pt x="85572" y="197358"/>
                </a:lnTo>
                <a:lnTo>
                  <a:pt x="85572" y="60782"/>
                </a:lnTo>
                <a:close/>
              </a:path>
              <a:path w="88900" h="197485">
                <a:moveTo>
                  <a:pt x="88277" y="8661"/>
                </a:moveTo>
                <a:lnTo>
                  <a:pt x="87490" y="6388"/>
                </a:lnTo>
                <a:lnTo>
                  <a:pt x="84289" y="2781"/>
                </a:lnTo>
                <a:lnTo>
                  <a:pt x="81635" y="1866"/>
                </a:lnTo>
                <a:lnTo>
                  <a:pt x="74295" y="1866"/>
                </a:lnTo>
                <a:lnTo>
                  <a:pt x="71666" y="2781"/>
                </a:lnTo>
                <a:lnTo>
                  <a:pt x="68364" y="6388"/>
                </a:lnTo>
                <a:lnTo>
                  <a:pt x="67551" y="8661"/>
                </a:lnTo>
                <a:lnTo>
                  <a:pt x="67551" y="16954"/>
                </a:lnTo>
                <a:lnTo>
                  <a:pt x="68364" y="19215"/>
                </a:lnTo>
                <a:lnTo>
                  <a:pt x="71666" y="22834"/>
                </a:lnTo>
                <a:lnTo>
                  <a:pt x="74295" y="23736"/>
                </a:lnTo>
                <a:lnTo>
                  <a:pt x="81635" y="23736"/>
                </a:lnTo>
                <a:lnTo>
                  <a:pt x="84289" y="22834"/>
                </a:lnTo>
                <a:lnTo>
                  <a:pt x="87490" y="19215"/>
                </a:lnTo>
                <a:lnTo>
                  <a:pt x="88277" y="16954"/>
                </a:lnTo>
                <a:lnTo>
                  <a:pt x="88277" y="8661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5" name="object 105"/>
          <p:cNvGrpSpPr/>
          <p:nvPr/>
        </p:nvGrpSpPr>
        <p:grpSpPr>
          <a:xfrm>
            <a:off x="5421123" y="4584620"/>
            <a:ext cx="480695" cy="143510"/>
            <a:chOff x="5421123" y="4584620"/>
            <a:chExt cx="480695" cy="143510"/>
          </a:xfrm>
        </p:grpSpPr>
        <p:pic>
          <p:nvPicPr>
            <p:cNvPr id="106" name="object 10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421123" y="4584620"/>
              <a:ext cx="101092" cy="14298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562205" y="4584620"/>
              <a:ext cx="185814" cy="13978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784922" y="4584620"/>
              <a:ext cx="116864" cy="142980"/>
            </a:xfrm>
            <a:prstGeom prst="rect">
              <a:avLst/>
            </a:prstGeom>
          </p:spPr>
        </p:pic>
      </p:grpSp>
      <p:grpSp>
        <p:nvGrpSpPr>
          <p:cNvPr id="109" name="object 109"/>
          <p:cNvGrpSpPr/>
          <p:nvPr/>
        </p:nvGrpSpPr>
        <p:grpSpPr>
          <a:xfrm>
            <a:off x="5989561" y="4584620"/>
            <a:ext cx="250825" cy="143510"/>
            <a:chOff x="5989561" y="4584620"/>
            <a:chExt cx="250825" cy="143510"/>
          </a:xfrm>
        </p:grpSpPr>
        <p:pic>
          <p:nvPicPr>
            <p:cNvPr id="110" name="object 11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989561" y="4584620"/>
              <a:ext cx="101091" cy="14298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119395" y="4584620"/>
              <a:ext cx="120564" cy="142980"/>
            </a:xfrm>
            <a:prstGeom prst="rect">
              <a:avLst/>
            </a:prstGeom>
          </p:spPr>
        </p:pic>
      </p:grpSp>
      <p:pic>
        <p:nvPicPr>
          <p:cNvPr id="112" name="object 11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334445" y="4525174"/>
            <a:ext cx="1467942" cy="202425"/>
          </a:xfrm>
          <a:prstGeom prst="rect">
            <a:avLst/>
          </a:prstGeom>
        </p:spPr>
      </p:pic>
      <p:grpSp>
        <p:nvGrpSpPr>
          <p:cNvPr id="113" name="object 113"/>
          <p:cNvGrpSpPr/>
          <p:nvPr/>
        </p:nvGrpSpPr>
        <p:grpSpPr>
          <a:xfrm>
            <a:off x="7878674" y="4520907"/>
            <a:ext cx="433070" cy="207010"/>
            <a:chOff x="7878674" y="4520907"/>
            <a:chExt cx="433070" cy="207010"/>
          </a:xfrm>
        </p:grpSpPr>
        <p:pic>
          <p:nvPicPr>
            <p:cNvPr id="114" name="object 11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878674" y="4520907"/>
              <a:ext cx="109613" cy="206692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010793" y="4584619"/>
              <a:ext cx="239406" cy="142980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8285980" y="4699838"/>
              <a:ext cx="26034" cy="27305"/>
            </a:xfrm>
            <a:custGeom>
              <a:avLst/>
              <a:gdLst/>
              <a:ahLst/>
              <a:cxnLst/>
              <a:rect l="l" t="t" r="r" b="b"/>
              <a:pathLst>
                <a:path w="26034" h="27304">
                  <a:moveTo>
                    <a:pt x="17185" y="0"/>
                  </a:moveTo>
                  <a:lnTo>
                    <a:pt x="8477" y="0"/>
                  </a:lnTo>
                  <a:lnTo>
                    <a:pt x="5285" y="1093"/>
                  </a:lnTo>
                  <a:lnTo>
                    <a:pt x="1057" y="5469"/>
                  </a:lnTo>
                  <a:lnTo>
                    <a:pt x="0" y="8389"/>
                  </a:lnTo>
                  <a:lnTo>
                    <a:pt x="0" y="18538"/>
                  </a:lnTo>
                  <a:lnTo>
                    <a:pt x="1057" y="21432"/>
                  </a:lnTo>
                  <a:lnTo>
                    <a:pt x="5285" y="25915"/>
                  </a:lnTo>
                  <a:lnTo>
                    <a:pt x="8477" y="27037"/>
                  </a:lnTo>
                  <a:lnTo>
                    <a:pt x="12744" y="27037"/>
                  </a:lnTo>
                  <a:lnTo>
                    <a:pt x="17185" y="27037"/>
                  </a:lnTo>
                  <a:lnTo>
                    <a:pt x="20420" y="25915"/>
                  </a:lnTo>
                  <a:lnTo>
                    <a:pt x="24470" y="21432"/>
                  </a:lnTo>
                  <a:lnTo>
                    <a:pt x="25482" y="18538"/>
                  </a:lnTo>
                  <a:lnTo>
                    <a:pt x="25482" y="8389"/>
                  </a:lnTo>
                  <a:lnTo>
                    <a:pt x="24470" y="5469"/>
                  </a:lnTo>
                  <a:lnTo>
                    <a:pt x="20420" y="1093"/>
                  </a:lnTo>
                  <a:lnTo>
                    <a:pt x="17185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939800" y="536892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A857C"/>
                </a:solidFill>
                <a:latin typeface="Courier New"/>
                <a:cs typeface="Courier New"/>
              </a:rPr>
              <a:t>—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2049418" y="5393702"/>
            <a:ext cx="766445" cy="230504"/>
            <a:chOff x="2049418" y="5393702"/>
            <a:chExt cx="766445" cy="230504"/>
          </a:xfrm>
        </p:grpSpPr>
        <p:pic>
          <p:nvPicPr>
            <p:cNvPr id="119" name="object 11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226564" y="5448757"/>
              <a:ext cx="149294" cy="174878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049418" y="5393702"/>
              <a:ext cx="153181" cy="226047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6909" y="5448757"/>
              <a:ext cx="127920" cy="174878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50090" y="5406332"/>
              <a:ext cx="90030" cy="213417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68295" y="5448757"/>
              <a:ext cx="147351" cy="174878"/>
            </a:xfrm>
            <a:prstGeom prst="rect">
              <a:avLst/>
            </a:prstGeom>
          </p:spPr>
        </p:pic>
      </p:grpSp>
      <p:grpSp>
        <p:nvGrpSpPr>
          <p:cNvPr id="124" name="object 124"/>
          <p:cNvGrpSpPr/>
          <p:nvPr/>
        </p:nvGrpSpPr>
        <p:grpSpPr>
          <a:xfrm>
            <a:off x="2922517" y="5367470"/>
            <a:ext cx="1292225" cy="256540"/>
            <a:chOff x="2922517" y="5367470"/>
            <a:chExt cx="1292225" cy="256540"/>
          </a:xfrm>
        </p:grpSpPr>
        <p:pic>
          <p:nvPicPr>
            <p:cNvPr id="125" name="object 1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2517" y="5448757"/>
              <a:ext cx="150914" cy="174878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116178" y="5380100"/>
              <a:ext cx="144113" cy="243535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304011" y="5452643"/>
              <a:ext cx="85820" cy="167106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3408291" y="5367470"/>
              <a:ext cx="149860" cy="256540"/>
            </a:xfrm>
            <a:custGeom>
              <a:avLst/>
              <a:gdLst/>
              <a:ahLst/>
              <a:cxnLst/>
              <a:rect l="l" t="t" r="r" b="b"/>
              <a:pathLst>
                <a:path w="149860" h="256539">
                  <a:moveTo>
                    <a:pt x="119961" y="103632"/>
                  </a:moveTo>
                  <a:lnTo>
                    <a:pt x="64770" y="103632"/>
                  </a:lnTo>
                  <a:lnTo>
                    <a:pt x="74161" y="104218"/>
                  </a:lnTo>
                  <a:lnTo>
                    <a:pt x="82257" y="105979"/>
                  </a:lnTo>
                  <a:lnTo>
                    <a:pt x="104279" y="140227"/>
                  </a:lnTo>
                  <a:lnTo>
                    <a:pt x="104279" y="156743"/>
                  </a:lnTo>
                  <a:lnTo>
                    <a:pt x="71247" y="156743"/>
                  </a:lnTo>
                  <a:lnTo>
                    <a:pt x="59639" y="157097"/>
                  </a:lnTo>
                  <a:lnTo>
                    <a:pt x="17528" y="169372"/>
                  </a:lnTo>
                  <a:lnTo>
                    <a:pt x="0" y="205644"/>
                  </a:lnTo>
                  <a:lnTo>
                    <a:pt x="733" y="214442"/>
                  </a:lnTo>
                  <a:lnTo>
                    <a:pt x="836" y="215684"/>
                  </a:lnTo>
                  <a:lnTo>
                    <a:pt x="22842" y="248514"/>
                  </a:lnTo>
                  <a:lnTo>
                    <a:pt x="56026" y="256165"/>
                  </a:lnTo>
                  <a:lnTo>
                    <a:pt x="64476" y="255669"/>
                  </a:lnTo>
                  <a:lnTo>
                    <a:pt x="99982" y="234143"/>
                  </a:lnTo>
                  <a:lnTo>
                    <a:pt x="50304" y="234143"/>
                  </a:lnTo>
                  <a:lnTo>
                    <a:pt x="42316" y="231876"/>
                  </a:lnTo>
                  <a:lnTo>
                    <a:pt x="30225" y="222808"/>
                  </a:lnTo>
                  <a:lnTo>
                    <a:pt x="27325" y="216696"/>
                  </a:lnTo>
                  <a:lnTo>
                    <a:pt x="27203" y="193230"/>
                  </a:lnTo>
                  <a:lnTo>
                    <a:pt x="30657" y="186969"/>
                  </a:lnTo>
                  <a:lnTo>
                    <a:pt x="69951" y="176174"/>
                  </a:lnTo>
                  <a:lnTo>
                    <a:pt x="130187" y="176174"/>
                  </a:lnTo>
                  <a:lnTo>
                    <a:pt x="130187" y="137636"/>
                  </a:lnTo>
                  <a:lnTo>
                    <a:pt x="129125" y="125087"/>
                  </a:lnTo>
                  <a:lnTo>
                    <a:pt x="125937" y="113995"/>
                  </a:lnTo>
                  <a:lnTo>
                    <a:pt x="120624" y="104360"/>
                  </a:lnTo>
                  <a:lnTo>
                    <a:pt x="119961" y="103632"/>
                  </a:lnTo>
                  <a:close/>
                </a:path>
                <a:path w="149860" h="256539">
                  <a:moveTo>
                    <a:pt x="105575" y="215684"/>
                  </a:moveTo>
                  <a:lnTo>
                    <a:pt x="122199" y="250821"/>
                  </a:lnTo>
                  <a:lnTo>
                    <a:pt x="127812" y="252279"/>
                  </a:lnTo>
                  <a:lnTo>
                    <a:pt x="149294" y="252279"/>
                  </a:lnTo>
                  <a:lnTo>
                    <a:pt x="149294" y="229609"/>
                  </a:lnTo>
                  <a:lnTo>
                    <a:pt x="130187" y="229609"/>
                  </a:lnTo>
                  <a:lnTo>
                    <a:pt x="130187" y="225075"/>
                  </a:lnTo>
                  <a:lnTo>
                    <a:pt x="115614" y="225075"/>
                  </a:lnTo>
                  <a:lnTo>
                    <a:pt x="105575" y="215684"/>
                  </a:lnTo>
                  <a:close/>
                </a:path>
                <a:path w="149860" h="256539">
                  <a:moveTo>
                    <a:pt x="130187" y="176174"/>
                  </a:moveTo>
                  <a:lnTo>
                    <a:pt x="104279" y="176174"/>
                  </a:lnTo>
                  <a:lnTo>
                    <a:pt x="104279" y="209315"/>
                  </a:lnTo>
                  <a:lnTo>
                    <a:pt x="102391" y="214442"/>
                  </a:lnTo>
                  <a:lnTo>
                    <a:pt x="94834" y="223725"/>
                  </a:lnTo>
                  <a:lnTo>
                    <a:pt x="89653" y="227396"/>
                  </a:lnTo>
                  <a:lnTo>
                    <a:pt x="76483" y="232793"/>
                  </a:lnTo>
                  <a:lnTo>
                    <a:pt x="68872" y="234143"/>
                  </a:lnTo>
                  <a:lnTo>
                    <a:pt x="99982" y="234143"/>
                  </a:lnTo>
                  <a:lnTo>
                    <a:pt x="101213" y="232230"/>
                  </a:lnTo>
                  <a:lnTo>
                    <a:pt x="104279" y="225075"/>
                  </a:lnTo>
                  <a:lnTo>
                    <a:pt x="105645" y="225075"/>
                  </a:lnTo>
                  <a:lnTo>
                    <a:pt x="105575" y="215684"/>
                  </a:lnTo>
                  <a:lnTo>
                    <a:pt x="130187" y="215684"/>
                  </a:lnTo>
                  <a:lnTo>
                    <a:pt x="130187" y="176174"/>
                  </a:lnTo>
                  <a:close/>
                </a:path>
                <a:path w="149860" h="256539">
                  <a:moveTo>
                    <a:pt x="130187" y="215684"/>
                  </a:moveTo>
                  <a:lnTo>
                    <a:pt x="105575" y="215684"/>
                  </a:lnTo>
                  <a:lnTo>
                    <a:pt x="115614" y="225075"/>
                  </a:lnTo>
                  <a:lnTo>
                    <a:pt x="130187" y="225075"/>
                  </a:lnTo>
                  <a:lnTo>
                    <a:pt x="130187" y="215684"/>
                  </a:lnTo>
                  <a:close/>
                </a:path>
                <a:path w="149860" h="256539">
                  <a:moveTo>
                    <a:pt x="66065" y="81286"/>
                  </a:moveTo>
                  <a:lnTo>
                    <a:pt x="28498" y="91001"/>
                  </a:lnTo>
                  <a:lnTo>
                    <a:pt x="6800" y="113995"/>
                  </a:lnTo>
                  <a:lnTo>
                    <a:pt x="22345" y="128568"/>
                  </a:lnTo>
                  <a:lnTo>
                    <a:pt x="26879" y="121011"/>
                  </a:lnTo>
                  <a:lnTo>
                    <a:pt x="32600" y="114966"/>
                  </a:lnTo>
                  <a:lnTo>
                    <a:pt x="64770" y="103632"/>
                  </a:lnTo>
                  <a:lnTo>
                    <a:pt x="119961" y="103632"/>
                  </a:lnTo>
                  <a:lnTo>
                    <a:pt x="113186" y="96183"/>
                  </a:lnTo>
                  <a:lnTo>
                    <a:pt x="103865" y="89665"/>
                  </a:lnTo>
                  <a:lnTo>
                    <a:pt x="92904" y="85010"/>
                  </a:lnTo>
                  <a:lnTo>
                    <a:pt x="80304" y="82217"/>
                  </a:lnTo>
                  <a:lnTo>
                    <a:pt x="66065" y="81286"/>
                  </a:lnTo>
                  <a:close/>
                </a:path>
                <a:path w="149860" h="256539">
                  <a:moveTo>
                    <a:pt x="80314" y="0"/>
                  </a:moveTo>
                  <a:lnTo>
                    <a:pt x="52787" y="55054"/>
                  </a:lnTo>
                  <a:lnTo>
                    <a:pt x="69627" y="62826"/>
                  </a:lnTo>
                  <a:lnTo>
                    <a:pt x="103955" y="11334"/>
                  </a:lnTo>
                  <a:lnTo>
                    <a:pt x="80314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577665" y="5452643"/>
              <a:ext cx="128892" cy="167106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744771" y="5380100"/>
              <a:ext cx="469906" cy="243535"/>
            </a:xfrm>
            <a:prstGeom prst="rect">
              <a:avLst/>
            </a:prstGeom>
          </p:spPr>
        </p:pic>
      </p:grpSp>
      <p:pic>
        <p:nvPicPr>
          <p:cNvPr id="131" name="object 131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4324463" y="5448757"/>
            <a:ext cx="130511" cy="170992"/>
          </a:xfrm>
          <a:prstGeom prst="rect">
            <a:avLst/>
          </a:prstGeom>
        </p:spPr>
      </p:pic>
      <p:grpSp>
        <p:nvGrpSpPr>
          <p:cNvPr id="132" name="object 132"/>
          <p:cNvGrpSpPr/>
          <p:nvPr/>
        </p:nvGrpSpPr>
        <p:grpSpPr>
          <a:xfrm>
            <a:off x="4505495" y="5380101"/>
            <a:ext cx="219075" cy="243840"/>
            <a:chOff x="4505495" y="5380101"/>
            <a:chExt cx="219075" cy="243840"/>
          </a:xfrm>
        </p:grpSpPr>
        <p:sp>
          <p:nvSpPr>
            <p:cNvPr id="133" name="object 133"/>
            <p:cNvSpPr/>
            <p:nvPr/>
          </p:nvSpPr>
          <p:spPr>
            <a:xfrm>
              <a:off x="4505495" y="5380101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6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6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29" y="32006"/>
                  </a:lnTo>
                  <a:lnTo>
                    <a:pt x="30495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5" y="6746"/>
                  </a:lnTo>
                  <a:lnTo>
                    <a:pt x="25529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7065" y="5448757"/>
              <a:ext cx="147351" cy="174878"/>
            </a:xfrm>
            <a:prstGeom prst="rect">
              <a:avLst/>
            </a:prstGeom>
          </p:spPr>
        </p:pic>
      </p:grpSp>
      <p:grpSp>
        <p:nvGrpSpPr>
          <p:cNvPr id="135" name="object 135"/>
          <p:cNvGrpSpPr/>
          <p:nvPr/>
        </p:nvGrpSpPr>
        <p:grpSpPr>
          <a:xfrm>
            <a:off x="4816391" y="5380101"/>
            <a:ext cx="243204" cy="304800"/>
            <a:chOff x="4816391" y="5380101"/>
            <a:chExt cx="243204" cy="304800"/>
          </a:xfrm>
        </p:grpSpPr>
        <p:sp>
          <p:nvSpPr>
            <p:cNvPr id="136" name="object 136"/>
            <p:cNvSpPr/>
            <p:nvPr/>
          </p:nvSpPr>
          <p:spPr>
            <a:xfrm>
              <a:off x="4816391" y="5380101"/>
              <a:ext cx="56515" cy="304800"/>
            </a:xfrm>
            <a:custGeom>
              <a:avLst/>
              <a:gdLst/>
              <a:ahLst/>
              <a:cxnLst/>
              <a:rect l="l" t="t" r="r" b="b"/>
              <a:pathLst>
                <a:path w="56514" h="304800">
                  <a:moveTo>
                    <a:pt x="53111" y="72542"/>
                  </a:moveTo>
                  <a:lnTo>
                    <a:pt x="27203" y="72542"/>
                  </a:lnTo>
                  <a:lnTo>
                    <a:pt x="27203" y="281749"/>
                  </a:lnTo>
                  <a:lnTo>
                    <a:pt x="0" y="281749"/>
                  </a:lnTo>
                  <a:lnTo>
                    <a:pt x="0" y="304419"/>
                  </a:lnTo>
                  <a:lnTo>
                    <a:pt x="16840" y="304419"/>
                  </a:lnTo>
                  <a:lnTo>
                    <a:pt x="50925" y="281141"/>
                  </a:lnTo>
                  <a:lnTo>
                    <a:pt x="53111" y="265557"/>
                  </a:lnTo>
                  <a:lnTo>
                    <a:pt x="53111" y="72542"/>
                  </a:lnTo>
                  <a:close/>
                </a:path>
                <a:path w="56514" h="304800">
                  <a:moveTo>
                    <a:pt x="45770" y="0"/>
                  </a:moveTo>
                  <a:lnTo>
                    <a:pt x="34759" y="0"/>
                  </a:lnTo>
                  <a:lnTo>
                    <a:pt x="30765" y="1348"/>
                  </a:lnTo>
                  <a:lnTo>
                    <a:pt x="25584" y="6746"/>
                  </a:lnTo>
                  <a:lnTo>
                    <a:pt x="24288" y="10255"/>
                  </a:lnTo>
                  <a:lnTo>
                    <a:pt x="24288" y="23101"/>
                  </a:lnTo>
                  <a:lnTo>
                    <a:pt x="25584" y="26609"/>
                  </a:lnTo>
                  <a:lnTo>
                    <a:pt x="30765" y="32006"/>
                  </a:lnTo>
                  <a:lnTo>
                    <a:pt x="34759" y="33356"/>
                  </a:lnTo>
                  <a:lnTo>
                    <a:pt x="45770" y="33356"/>
                  </a:lnTo>
                  <a:lnTo>
                    <a:pt x="49818" y="32006"/>
                  </a:lnTo>
                  <a:lnTo>
                    <a:pt x="54783" y="26609"/>
                  </a:lnTo>
                  <a:lnTo>
                    <a:pt x="56026" y="23101"/>
                  </a:lnTo>
                  <a:lnTo>
                    <a:pt x="56026" y="10255"/>
                  </a:lnTo>
                  <a:lnTo>
                    <a:pt x="54783" y="6746"/>
                  </a:lnTo>
                  <a:lnTo>
                    <a:pt x="49818" y="1348"/>
                  </a:lnTo>
                  <a:lnTo>
                    <a:pt x="4577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2250" y="5448757"/>
              <a:ext cx="147351" cy="174878"/>
            </a:xfrm>
            <a:prstGeom prst="rect">
              <a:avLst/>
            </a:prstGeom>
          </p:spPr>
        </p:pic>
      </p:grpSp>
      <p:grpSp>
        <p:nvGrpSpPr>
          <p:cNvPr id="138" name="object 138"/>
          <p:cNvGrpSpPr/>
          <p:nvPr/>
        </p:nvGrpSpPr>
        <p:grpSpPr>
          <a:xfrm>
            <a:off x="5178779" y="5367470"/>
            <a:ext cx="944880" cy="317500"/>
            <a:chOff x="5178779" y="5367470"/>
            <a:chExt cx="944880" cy="317500"/>
          </a:xfrm>
        </p:grpSpPr>
        <p:pic>
          <p:nvPicPr>
            <p:cNvPr id="139" name="object 139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178779" y="5380100"/>
              <a:ext cx="130511" cy="239649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350419" y="5448757"/>
              <a:ext cx="150914" cy="174878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25946" y="5406332"/>
              <a:ext cx="90030" cy="213417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644150" y="5448757"/>
              <a:ext cx="317049" cy="174878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5972534" y="5367470"/>
              <a:ext cx="151130" cy="317500"/>
            </a:xfrm>
            <a:custGeom>
              <a:avLst/>
              <a:gdLst/>
              <a:ahLst/>
              <a:cxnLst/>
              <a:rect l="l" t="t" r="r" b="b"/>
              <a:pathLst>
                <a:path w="151129" h="317500">
                  <a:moveTo>
                    <a:pt x="25908" y="85172"/>
                  </a:moveTo>
                  <a:lnTo>
                    <a:pt x="0" y="85172"/>
                  </a:lnTo>
                  <a:lnTo>
                    <a:pt x="62503" y="258756"/>
                  </a:lnTo>
                  <a:lnTo>
                    <a:pt x="49872" y="294379"/>
                  </a:lnTo>
                  <a:lnTo>
                    <a:pt x="23641" y="294379"/>
                  </a:lnTo>
                  <a:lnTo>
                    <a:pt x="23641" y="317049"/>
                  </a:lnTo>
                  <a:lnTo>
                    <a:pt x="45123" y="317049"/>
                  </a:lnTo>
                  <a:lnTo>
                    <a:pt x="51600" y="316293"/>
                  </a:lnTo>
                  <a:lnTo>
                    <a:pt x="75780" y="291141"/>
                  </a:lnTo>
                  <a:lnTo>
                    <a:pt x="99423" y="226047"/>
                  </a:lnTo>
                  <a:lnTo>
                    <a:pt x="73837" y="226047"/>
                  </a:lnTo>
                  <a:lnTo>
                    <a:pt x="66065" y="198843"/>
                  </a:lnTo>
                  <a:lnTo>
                    <a:pt x="25908" y="85172"/>
                  </a:lnTo>
                  <a:close/>
                </a:path>
                <a:path w="151129" h="317500">
                  <a:moveTo>
                    <a:pt x="150590" y="85172"/>
                  </a:moveTo>
                  <a:lnTo>
                    <a:pt x="125006" y="85172"/>
                  </a:lnTo>
                  <a:lnTo>
                    <a:pt x="84524" y="198843"/>
                  </a:lnTo>
                  <a:lnTo>
                    <a:pt x="75457" y="226047"/>
                  </a:lnTo>
                  <a:lnTo>
                    <a:pt x="99423" y="226047"/>
                  </a:lnTo>
                  <a:lnTo>
                    <a:pt x="150590" y="85172"/>
                  </a:lnTo>
                  <a:close/>
                </a:path>
                <a:path w="151129" h="317500">
                  <a:moveTo>
                    <a:pt x="88411" y="0"/>
                  </a:moveTo>
                  <a:lnTo>
                    <a:pt x="60883" y="55054"/>
                  </a:lnTo>
                  <a:lnTo>
                    <a:pt x="77724" y="62826"/>
                  </a:lnTo>
                  <a:lnTo>
                    <a:pt x="112052" y="11334"/>
                  </a:lnTo>
                  <a:lnTo>
                    <a:pt x="8841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4" name="object 144"/>
          <p:cNvGrpSpPr/>
          <p:nvPr/>
        </p:nvGrpSpPr>
        <p:grpSpPr>
          <a:xfrm>
            <a:off x="2045661" y="5900508"/>
            <a:ext cx="177165" cy="195580"/>
            <a:chOff x="2045661" y="5900508"/>
            <a:chExt cx="177165" cy="195580"/>
          </a:xfrm>
        </p:grpSpPr>
        <p:pic>
          <p:nvPicPr>
            <p:cNvPr id="145" name="object 145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2045661" y="5909843"/>
              <a:ext cx="122932" cy="186156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2201605" y="590050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5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5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5" y="17346"/>
                  </a:lnTo>
                  <a:lnTo>
                    <a:pt x="4122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50" y="20961"/>
                  </a:lnTo>
                  <a:lnTo>
                    <a:pt x="19938" y="17346"/>
                  </a:lnTo>
                  <a:lnTo>
                    <a:pt x="20736" y="15081"/>
                  </a:lnTo>
                  <a:lnTo>
                    <a:pt x="20736" y="6785"/>
                  </a:lnTo>
                  <a:lnTo>
                    <a:pt x="19938" y="4517"/>
                  </a:lnTo>
                  <a:lnTo>
                    <a:pt x="16750" y="902"/>
                  </a:lnTo>
                  <a:lnTo>
                    <a:pt x="14090" y="0"/>
                  </a:lnTo>
                  <a:close/>
                </a:path>
                <a:path w="20955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7" name="object 147"/>
          <p:cNvGrpSpPr/>
          <p:nvPr/>
        </p:nvGrpSpPr>
        <p:grpSpPr>
          <a:xfrm>
            <a:off x="2269121" y="5898641"/>
            <a:ext cx="452755" cy="200660"/>
            <a:chOff x="2269121" y="5898641"/>
            <a:chExt cx="452755" cy="200660"/>
          </a:xfrm>
        </p:grpSpPr>
        <p:sp>
          <p:nvSpPr>
            <p:cNvPr id="148" name="object 148"/>
            <p:cNvSpPr/>
            <p:nvPr/>
          </p:nvSpPr>
          <p:spPr>
            <a:xfrm>
              <a:off x="2269121" y="5898641"/>
              <a:ext cx="105410" cy="197485"/>
            </a:xfrm>
            <a:custGeom>
              <a:avLst/>
              <a:gdLst/>
              <a:ahLst/>
              <a:cxnLst/>
              <a:rect l="l" t="t" r="r" b="b"/>
              <a:pathLst>
                <a:path w="105410" h="197485">
                  <a:moveTo>
                    <a:pt x="36410" y="183984"/>
                  </a:moveTo>
                  <a:lnTo>
                    <a:pt x="15214" y="183984"/>
                  </a:lnTo>
                  <a:lnTo>
                    <a:pt x="15214" y="0"/>
                  </a:lnTo>
                  <a:lnTo>
                    <a:pt x="0" y="0"/>
                  </a:lnTo>
                  <a:lnTo>
                    <a:pt x="0" y="185775"/>
                  </a:lnTo>
                  <a:lnTo>
                    <a:pt x="1435" y="189776"/>
                  </a:lnTo>
                  <a:lnTo>
                    <a:pt x="7175" y="195846"/>
                  </a:lnTo>
                  <a:lnTo>
                    <a:pt x="11366" y="197358"/>
                  </a:lnTo>
                  <a:lnTo>
                    <a:pt x="36410" y="197358"/>
                  </a:lnTo>
                  <a:lnTo>
                    <a:pt x="36410" y="183984"/>
                  </a:lnTo>
                  <a:close/>
                </a:path>
                <a:path w="105410" h="197485">
                  <a:moveTo>
                    <a:pt x="104927" y="183984"/>
                  </a:moveTo>
                  <a:lnTo>
                    <a:pt x="83718" y="183984"/>
                  </a:lnTo>
                  <a:lnTo>
                    <a:pt x="83718" y="0"/>
                  </a:lnTo>
                  <a:lnTo>
                    <a:pt x="68503" y="0"/>
                  </a:lnTo>
                  <a:lnTo>
                    <a:pt x="68503" y="185775"/>
                  </a:lnTo>
                  <a:lnTo>
                    <a:pt x="69938" y="189776"/>
                  </a:lnTo>
                  <a:lnTo>
                    <a:pt x="75692" y="195846"/>
                  </a:lnTo>
                  <a:lnTo>
                    <a:pt x="79870" y="197358"/>
                  </a:lnTo>
                  <a:lnTo>
                    <a:pt x="104927" y="197358"/>
                  </a:lnTo>
                  <a:lnTo>
                    <a:pt x="104927" y="183984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397135" y="5956219"/>
              <a:ext cx="119506" cy="142980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538396" y="5959420"/>
              <a:ext cx="182994" cy="136579"/>
            </a:xfrm>
            <a:prstGeom prst="rect">
              <a:avLst/>
            </a:prstGeom>
          </p:spPr>
        </p:pic>
      </p:grpSp>
      <p:sp>
        <p:nvSpPr>
          <p:cNvPr id="151" name="object 151"/>
          <p:cNvSpPr/>
          <p:nvPr/>
        </p:nvSpPr>
        <p:spPr>
          <a:xfrm>
            <a:off x="2810357" y="5949949"/>
            <a:ext cx="125730" cy="129539"/>
          </a:xfrm>
          <a:custGeom>
            <a:avLst/>
            <a:gdLst/>
            <a:ahLst/>
            <a:cxnLst/>
            <a:rect l="l" t="t" r="r" b="b"/>
            <a:pathLst>
              <a:path w="125730" h="129539">
                <a:moveTo>
                  <a:pt x="125425" y="58420"/>
                </a:moveTo>
                <a:lnTo>
                  <a:pt x="70002" y="58420"/>
                </a:lnTo>
                <a:lnTo>
                  <a:pt x="70002" y="0"/>
                </a:lnTo>
                <a:lnTo>
                  <a:pt x="55435" y="0"/>
                </a:lnTo>
                <a:lnTo>
                  <a:pt x="55435" y="58420"/>
                </a:lnTo>
                <a:lnTo>
                  <a:pt x="0" y="58420"/>
                </a:lnTo>
                <a:lnTo>
                  <a:pt x="0" y="71120"/>
                </a:lnTo>
                <a:lnTo>
                  <a:pt x="55435" y="71120"/>
                </a:lnTo>
                <a:lnTo>
                  <a:pt x="55435" y="129540"/>
                </a:lnTo>
                <a:lnTo>
                  <a:pt x="70002" y="129540"/>
                </a:lnTo>
                <a:lnTo>
                  <a:pt x="70002" y="71120"/>
                </a:lnTo>
                <a:lnTo>
                  <a:pt x="125425" y="71120"/>
                </a:lnTo>
                <a:lnTo>
                  <a:pt x="125425" y="5842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2" name="object 152"/>
          <p:cNvGrpSpPr/>
          <p:nvPr/>
        </p:nvGrpSpPr>
        <p:grpSpPr>
          <a:xfrm>
            <a:off x="3021323" y="5898641"/>
            <a:ext cx="325755" cy="197485"/>
            <a:chOff x="3021323" y="5898641"/>
            <a:chExt cx="325755" cy="197485"/>
          </a:xfrm>
        </p:grpSpPr>
        <p:sp>
          <p:nvSpPr>
            <p:cNvPr id="153" name="object 153"/>
            <p:cNvSpPr/>
            <p:nvPr/>
          </p:nvSpPr>
          <p:spPr>
            <a:xfrm>
              <a:off x="3021317" y="5909309"/>
              <a:ext cx="140970" cy="186690"/>
            </a:xfrm>
            <a:custGeom>
              <a:avLst/>
              <a:gdLst/>
              <a:ahLst/>
              <a:cxnLst/>
              <a:rect l="l" t="t" r="r" b="b"/>
              <a:pathLst>
                <a:path w="140969" h="186689">
                  <a:moveTo>
                    <a:pt x="140614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62318" y="15240"/>
                  </a:lnTo>
                  <a:lnTo>
                    <a:pt x="62318" y="186690"/>
                  </a:lnTo>
                  <a:lnTo>
                    <a:pt x="78282" y="186690"/>
                  </a:lnTo>
                  <a:lnTo>
                    <a:pt x="78282" y="15240"/>
                  </a:lnTo>
                  <a:lnTo>
                    <a:pt x="140614" y="15240"/>
                  </a:lnTo>
                  <a:lnTo>
                    <a:pt x="1406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192028" y="5898641"/>
              <a:ext cx="107226" cy="197358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3325926" y="590050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2" y="0"/>
                  </a:lnTo>
                  <a:lnTo>
                    <a:pt x="4121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1" y="20961"/>
                  </a:lnTo>
                  <a:lnTo>
                    <a:pt x="6752" y="21865"/>
                  </a:lnTo>
                  <a:lnTo>
                    <a:pt x="14090" y="21865"/>
                  </a:lnTo>
                  <a:lnTo>
                    <a:pt x="16748" y="20961"/>
                  </a:lnTo>
                  <a:lnTo>
                    <a:pt x="19937" y="17346"/>
                  </a:lnTo>
                  <a:lnTo>
                    <a:pt x="20735" y="15081"/>
                  </a:lnTo>
                  <a:lnTo>
                    <a:pt x="20735" y="6785"/>
                  </a:lnTo>
                  <a:lnTo>
                    <a:pt x="19937" y="4517"/>
                  </a:lnTo>
                  <a:lnTo>
                    <a:pt x="16748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6" y="58911"/>
                  </a:moveTo>
                  <a:lnTo>
                    <a:pt x="2811" y="58911"/>
                  </a:lnTo>
                  <a:lnTo>
                    <a:pt x="2811" y="195491"/>
                  </a:lnTo>
                  <a:lnTo>
                    <a:pt x="18026" y="195491"/>
                  </a:lnTo>
                  <a:lnTo>
                    <a:pt x="18026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6" name="object 156"/>
          <p:cNvGrpSpPr/>
          <p:nvPr/>
        </p:nvGrpSpPr>
        <p:grpSpPr>
          <a:xfrm>
            <a:off x="3393441" y="5921178"/>
            <a:ext cx="449580" cy="178435"/>
            <a:chOff x="3393441" y="5921178"/>
            <a:chExt cx="449580" cy="178435"/>
          </a:xfrm>
        </p:grpSpPr>
        <p:pic>
          <p:nvPicPr>
            <p:cNvPr id="157" name="object 15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93441" y="5956219"/>
              <a:ext cx="102604" cy="139780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526776" y="5921178"/>
              <a:ext cx="69888" cy="174821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621133" y="5956219"/>
              <a:ext cx="116864" cy="142980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76625" y="5959420"/>
              <a:ext cx="66316" cy="136579"/>
            </a:xfrm>
            <a:prstGeom prst="rect">
              <a:avLst/>
            </a:prstGeom>
          </p:spPr>
        </p:pic>
      </p:grpSp>
      <p:pic>
        <p:nvPicPr>
          <p:cNvPr id="161" name="object 161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923887" y="5898641"/>
            <a:ext cx="1070650" cy="250698"/>
          </a:xfrm>
          <a:prstGeom prst="rect">
            <a:avLst/>
          </a:prstGeom>
        </p:spPr>
      </p:pic>
      <p:grpSp>
        <p:nvGrpSpPr>
          <p:cNvPr id="162" name="object 162"/>
          <p:cNvGrpSpPr/>
          <p:nvPr/>
        </p:nvGrpSpPr>
        <p:grpSpPr>
          <a:xfrm>
            <a:off x="5106970" y="5891174"/>
            <a:ext cx="342900" cy="208279"/>
            <a:chOff x="5106970" y="5891174"/>
            <a:chExt cx="342900" cy="208279"/>
          </a:xfrm>
        </p:grpSpPr>
        <p:pic>
          <p:nvPicPr>
            <p:cNvPr id="163" name="object 16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106970" y="5956220"/>
              <a:ext cx="185813" cy="139780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329279" y="5891174"/>
              <a:ext cx="120548" cy="208025"/>
            </a:xfrm>
            <a:prstGeom prst="rect">
              <a:avLst/>
            </a:prstGeom>
          </p:spPr>
        </p:pic>
      </p:grpSp>
      <p:grpSp>
        <p:nvGrpSpPr>
          <p:cNvPr id="165" name="object 165"/>
          <p:cNvGrpSpPr/>
          <p:nvPr/>
        </p:nvGrpSpPr>
        <p:grpSpPr>
          <a:xfrm>
            <a:off x="5544224" y="5956220"/>
            <a:ext cx="259715" cy="143510"/>
            <a:chOff x="5544224" y="5956220"/>
            <a:chExt cx="259715" cy="143510"/>
          </a:xfrm>
        </p:grpSpPr>
        <p:pic>
          <p:nvPicPr>
            <p:cNvPr id="166" name="object 16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44224" y="5956220"/>
              <a:ext cx="102604" cy="13978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683216" y="5956220"/>
              <a:ext cx="120564" cy="142980"/>
            </a:xfrm>
            <a:prstGeom prst="rect">
              <a:avLst/>
            </a:prstGeom>
          </p:spPr>
        </p:pic>
      </p:grpSp>
      <p:grpSp>
        <p:nvGrpSpPr>
          <p:cNvPr id="168" name="object 168"/>
          <p:cNvGrpSpPr/>
          <p:nvPr/>
        </p:nvGrpSpPr>
        <p:grpSpPr>
          <a:xfrm>
            <a:off x="5898265" y="5906642"/>
            <a:ext cx="805815" cy="193040"/>
            <a:chOff x="5898265" y="5906642"/>
            <a:chExt cx="805815" cy="193040"/>
          </a:xfrm>
        </p:grpSpPr>
        <p:pic>
          <p:nvPicPr>
            <p:cNvPr id="169" name="object 16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98265" y="5956219"/>
              <a:ext cx="185814" cy="139780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261719" y="5956219"/>
              <a:ext cx="109579" cy="142980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120470" y="5956219"/>
              <a:ext cx="120564" cy="142980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6397038" y="5906642"/>
              <a:ext cx="152490" cy="192557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577961" y="5906642"/>
              <a:ext cx="125732" cy="192557"/>
            </a:xfrm>
            <a:prstGeom prst="rect">
              <a:avLst/>
            </a:prstGeom>
          </p:spPr>
        </p:pic>
      </p:grpSp>
      <p:sp>
        <p:nvSpPr>
          <p:cNvPr id="174" name="object 174"/>
          <p:cNvSpPr/>
          <p:nvPr/>
        </p:nvSpPr>
        <p:spPr>
          <a:xfrm>
            <a:off x="6805866" y="5898641"/>
            <a:ext cx="88900" cy="197485"/>
          </a:xfrm>
          <a:custGeom>
            <a:avLst/>
            <a:gdLst/>
            <a:ahLst/>
            <a:cxnLst/>
            <a:rect l="l" t="t" r="r" b="b"/>
            <a:pathLst>
              <a:path w="88900" h="197485">
                <a:moveTo>
                  <a:pt x="36410" y="183984"/>
                </a:moveTo>
                <a:lnTo>
                  <a:pt x="15214" y="183984"/>
                </a:lnTo>
                <a:lnTo>
                  <a:pt x="15214" y="0"/>
                </a:lnTo>
                <a:lnTo>
                  <a:pt x="0" y="0"/>
                </a:lnTo>
                <a:lnTo>
                  <a:pt x="0" y="185775"/>
                </a:lnTo>
                <a:lnTo>
                  <a:pt x="1435" y="189776"/>
                </a:lnTo>
                <a:lnTo>
                  <a:pt x="7188" y="195846"/>
                </a:lnTo>
                <a:lnTo>
                  <a:pt x="11366" y="197358"/>
                </a:lnTo>
                <a:lnTo>
                  <a:pt x="36410" y="197358"/>
                </a:lnTo>
                <a:lnTo>
                  <a:pt x="36410" y="183984"/>
                </a:lnTo>
                <a:close/>
              </a:path>
              <a:path w="88900" h="197485">
                <a:moveTo>
                  <a:pt x="85572" y="60782"/>
                </a:moveTo>
                <a:lnTo>
                  <a:pt x="70358" y="60782"/>
                </a:lnTo>
                <a:lnTo>
                  <a:pt x="70358" y="197358"/>
                </a:lnTo>
                <a:lnTo>
                  <a:pt x="85572" y="197358"/>
                </a:lnTo>
                <a:lnTo>
                  <a:pt x="85572" y="60782"/>
                </a:lnTo>
                <a:close/>
              </a:path>
              <a:path w="88900" h="197485">
                <a:moveTo>
                  <a:pt x="88277" y="8661"/>
                </a:moveTo>
                <a:lnTo>
                  <a:pt x="87490" y="6388"/>
                </a:lnTo>
                <a:lnTo>
                  <a:pt x="84302" y="2781"/>
                </a:lnTo>
                <a:lnTo>
                  <a:pt x="81635" y="1866"/>
                </a:lnTo>
                <a:lnTo>
                  <a:pt x="74295" y="1866"/>
                </a:lnTo>
                <a:lnTo>
                  <a:pt x="71666" y="2781"/>
                </a:lnTo>
                <a:lnTo>
                  <a:pt x="68376" y="6388"/>
                </a:lnTo>
                <a:lnTo>
                  <a:pt x="67551" y="8661"/>
                </a:lnTo>
                <a:lnTo>
                  <a:pt x="67551" y="16954"/>
                </a:lnTo>
                <a:lnTo>
                  <a:pt x="68376" y="19215"/>
                </a:lnTo>
                <a:lnTo>
                  <a:pt x="71666" y="22834"/>
                </a:lnTo>
                <a:lnTo>
                  <a:pt x="74295" y="23736"/>
                </a:lnTo>
                <a:lnTo>
                  <a:pt x="81635" y="23736"/>
                </a:lnTo>
                <a:lnTo>
                  <a:pt x="84302" y="22834"/>
                </a:lnTo>
                <a:lnTo>
                  <a:pt x="87490" y="19215"/>
                </a:lnTo>
                <a:lnTo>
                  <a:pt x="88277" y="16954"/>
                </a:lnTo>
                <a:lnTo>
                  <a:pt x="88277" y="8661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5" name="object 17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940934" y="5956220"/>
            <a:ext cx="185814" cy="139780"/>
          </a:xfrm>
          <a:prstGeom prst="rect">
            <a:avLst/>
          </a:prstGeom>
        </p:spPr>
      </p:pic>
      <p:grpSp>
        <p:nvGrpSpPr>
          <p:cNvPr id="176" name="object 176"/>
          <p:cNvGrpSpPr/>
          <p:nvPr/>
        </p:nvGrpSpPr>
        <p:grpSpPr>
          <a:xfrm>
            <a:off x="7171573" y="5900508"/>
            <a:ext cx="293370" cy="248920"/>
            <a:chOff x="7171573" y="5900508"/>
            <a:chExt cx="293370" cy="248920"/>
          </a:xfrm>
        </p:grpSpPr>
        <p:sp>
          <p:nvSpPr>
            <p:cNvPr id="177" name="object 177"/>
            <p:cNvSpPr/>
            <p:nvPr/>
          </p:nvSpPr>
          <p:spPr>
            <a:xfrm>
              <a:off x="7171573" y="590050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5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5" y="17346"/>
                  </a:lnTo>
                  <a:lnTo>
                    <a:pt x="4122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50" y="20961"/>
                  </a:lnTo>
                  <a:lnTo>
                    <a:pt x="19939" y="17346"/>
                  </a:lnTo>
                  <a:lnTo>
                    <a:pt x="20736" y="15081"/>
                  </a:lnTo>
                  <a:lnTo>
                    <a:pt x="20736" y="6785"/>
                  </a:lnTo>
                  <a:lnTo>
                    <a:pt x="19939" y="4517"/>
                  </a:lnTo>
                  <a:lnTo>
                    <a:pt x="16750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8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222182" y="5921178"/>
              <a:ext cx="242406" cy="228161"/>
            </a:xfrm>
            <a:prstGeom prst="rect">
              <a:avLst/>
            </a:prstGeom>
          </p:spPr>
        </p:pic>
      </p:grpSp>
      <p:grpSp>
        <p:nvGrpSpPr>
          <p:cNvPr id="179" name="object 179"/>
          <p:cNvGrpSpPr/>
          <p:nvPr/>
        </p:nvGrpSpPr>
        <p:grpSpPr>
          <a:xfrm>
            <a:off x="7574143" y="5891174"/>
            <a:ext cx="570865" cy="208279"/>
            <a:chOff x="7574143" y="5891174"/>
            <a:chExt cx="570865" cy="208279"/>
          </a:xfrm>
        </p:grpSpPr>
        <p:pic>
          <p:nvPicPr>
            <p:cNvPr id="180" name="object 18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7574143" y="5898642"/>
              <a:ext cx="187544" cy="197358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786033" y="5956220"/>
              <a:ext cx="119507" cy="142980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944168" y="5891174"/>
              <a:ext cx="200571" cy="208025"/>
            </a:xfrm>
            <a:prstGeom prst="rect">
              <a:avLst/>
            </a:prstGeom>
          </p:spPr>
        </p:pic>
      </p:grpSp>
      <p:pic>
        <p:nvPicPr>
          <p:cNvPr id="183" name="object 183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8246234" y="5898641"/>
            <a:ext cx="249891" cy="250698"/>
          </a:xfrm>
          <a:prstGeom prst="rect">
            <a:avLst/>
          </a:prstGeom>
        </p:spPr>
      </p:pic>
      <p:grpSp>
        <p:nvGrpSpPr>
          <p:cNvPr id="184" name="object 184"/>
          <p:cNvGrpSpPr/>
          <p:nvPr/>
        </p:nvGrpSpPr>
        <p:grpSpPr>
          <a:xfrm>
            <a:off x="8575382" y="5900508"/>
            <a:ext cx="159385" cy="198755"/>
            <a:chOff x="8575382" y="5900508"/>
            <a:chExt cx="159385" cy="198755"/>
          </a:xfrm>
        </p:grpSpPr>
        <p:pic>
          <p:nvPicPr>
            <p:cNvPr id="185" name="object 18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575382" y="5956219"/>
              <a:ext cx="101090" cy="142980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8713651" y="590050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2" y="0"/>
                  </a:lnTo>
                  <a:lnTo>
                    <a:pt x="4121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1" y="20961"/>
                  </a:lnTo>
                  <a:lnTo>
                    <a:pt x="6752" y="21865"/>
                  </a:lnTo>
                  <a:lnTo>
                    <a:pt x="14090" y="21865"/>
                  </a:lnTo>
                  <a:lnTo>
                    <a:pt x="16748" y="20961"/>
                  </a:lnTo>
                  <a:lnTo>
                    <a:pt x="19937" y="17346"/>
                  </a:lnTo>
                  <a:lnTo>
                    <a:pt x="20735" y="15081"/>
                  </a:lnTo>
                  <a:lnTo>
                    <a:pt x="20735" y="6785"/>
                  </a:lnTo>
                  <a:lnTo>
                    <a:pt x="19937" y="4517"/>
                  </a:lnTo>
                  <a:lnTo>
                    <a:pt x="16748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6" y="58911"/>
                  </a:moveTo>
                  <a:lnTo>
                    <a:pt x="2811" y="58911"/>
                  </a:lnTo>
                  <a:lnTo>
                    <a:pt x="2811" y="195491"/>
                  </a:lnTo>
                  <a:lnTo>
                    <a:pt x="18026" y="195491"/>
                  </a:lnTo>
                  <a:lnTo>
                    <a:pt x="18026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7" name="object 187"/>
          <p:cNvGrpSpPr/>
          <p:nvPr/>
        </p:nvGrpSpPr>
        <p:grpSpPr>
          <a:xfrm>
            <a:off x="2024825" y="6292557"/>
            <a:ext cx="981710" cy="257175"/>
            <a:chOff x="2024825" y="6292557"/>
            <a:chExt cx="981710" cy="257175"/>
          </a:xfrm>
        </p:grpSpPr>
        <p:pic>
          <p:nvPicPr>
            <p:cNvPr id="188" name="object 188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024825" y="6292557"/>
              <a:ext cx="360958" cy="256832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2415372" y="630055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5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2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48" y="20961"/>
                  </a:lnTo>
                  <a:lnTo>
                    <a:pt x="19938" y="17346"/>
                  </a:lnTo>
                  <a:lnTo>
                    <a:pt x="20735" y="15081"/>
                  </a:lnTo>
                  <a:lnTo>
                    <a:pt x="20735" y="6785"/>
                  </a:lnTo>
                  <a:lnTo>
                    <a:pt x="19938" y="4517"/>
                  </a:lnTo>
                  <a:lnTo>
                    <a:pt x="16748" y="902"/>
                  </a:lnTo>
                  <a:lnTo>
                    <a:pt x="14090" y="0"/>
                  </a:lnTo>
                  <a:close/>
                </a:path>
                <a:path w="20955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471641" y="6356269"/>
              <a:ext cx="120564" cy="142980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613376" y="6298691"/>
              <a:ext cx="114010" cy="200558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765630" y="6356269"/>
              <a:ext cx="120564" cy="142980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2917736" y="6298691"/>
              <a:ext cx="88900" cy="197485"/>
            </a:xfrm>
            <a:custGeom>
              <a:avLst/>
              <a:gdLst/>
              <a:ahLst/>
              <a:cxnLst/>
              <a:rect l="l" t="t" r="r" b="b"/>
              <a:pathLst>
                <a:path w="88900" h="197485">
                  <a:moveTo>
                    <a:pt x="36410" y="183984"/>
                  </a:moveTo>
                  <a:lnTo>
                    <a:pt x="15214" y="183984"/>
                  </a:lnTo>
                  <a:lnTo>
                    <a:pt x="15214" y="0"/>
                  </a:lnTo>
                  <a:lnTo>
                    <a:pt x="0" y="0"/>
                  </a:lnTo>
                  <a:lnTo>
                    <a:pt x="0" y="185775"/>
                  </a:lnTo>
                  <a:lnTo>
                    <a:pt x="1435" y="189776"/>
                  </a:lnTo>
                  <a:lnTo>
                    <a:pt x="7188" y="195846"/>
                  </a:lnTo>
                  <a:lnTo>
                    <a:pt x="11366" y="197358"/>
                  </a:lnTo>
                  <a:lnTo>
                    <a:pt x="36410" y="197358"/>
                  </a:lnTo>
                  <a:lnTo>
                    <a:pt x="36410" y="183984"/>
                  </a:lnTo>
                  <a:close/>
                </a:path>
                <a:path w="88900" h="197485">
                  <a:moveTo>
                    <a:pt x="85572" y="60782"/>
                  </a:moveTo>
                  <a:lnTo>
                    <a:pt x="70358" y="60782"/>
                  </a:lnTo>
                  <a:lnTo>
                    <a:pt x="70358" y="197358"/>
                  </a:lnTo>
                  <a:lnTo>
                    <a:pt x="85572" y="197358"/>
                  </a:lnTo>
                  <a:lnTo>
                    <a:pt x="85572" y="60782"/>
                  </a:lnTo>
                  <a:close/>
                </a:path>
                <a:path w="88900" h="197485">
                  <a:moveTo>
                    <a:pt x="88277" y="8661"/>
                  </a:moveTo>
                  <a:lnTo>
                    <a:pt x="87490" y="6388"/>
                  </a:lnTo>
                  <a:lnTo>
                    <a:pt x="84302" y="2781"/>
                  </a:lnTo>
                  <a:lnTo>
                    <a:pt x="81635" y="1866"/>
                  </a:lnTo>
                  <a:lnTo>
                    <a:pt x="74295" y="1866"/>
                  </a:lnTo>
                  <a:lnTo>
                    <a:pt x="71666" y="2781"/>
                  </a:lnTo>
                  <a:lnTo>
                    <a:pt x="68376" y="6388"/>
                  </a:lnTo>
                  <a:lnTo>
                    <a:pt x="67551" y="8661"/>
                  </a:lnTo>
                  <a:lnTo>
                    <a:pt x="67551" y="16954"/>
                  </a:lnTo>
                  <a:lnTo>
                    <a:pt x="68376" y="19215"/>
                  </a:lnTo>
                  <a:lnTo>
                    <a:pt x="71666" y="22834"/>
                  </a:lnTo>
                  <a:lnTo>
                    <a:pt x="74295" y="23736"/>
                  </a:lnTo>
                  <a:lnTo>
                    <a:pt x="81635" y="23736"/>
                  </a:lnTo>
                  <a:lnTo>
                    <a:pt x="84302" y="22834"/>
                  </a:lnTo>
                  <a:lnTo>
                    <a:pt x="87490" y="19215"/>
                  </a:lnTo>
                  <a:lnTo>
                    <a:pt x="88277" y="16954"/>
                  </a:lnTo>
                  <a:lnTo>
                    <a:pt x="88277" y="866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4" name="object 194"/>
          <p:cNvGrpSpPr/>
          <p:nvPr/>
        </p:nvGrpSpPr>
        <p:grpSpPr>
          <a:xfrm>
            <a:off x="3115745" y="6291224"/>
            <a:ext cx="675640" cy="208279"/>
            <a:chOff x="3115745" y="6291224"/>
            <a:chExt cx="675640" cy="208279"/>
          </a:xfrm>
        </p:grpSpPr>
        <p:pic>
          <p:nvPicPr>
            <p:cNvPr id="195" name="object 19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15745" y="6356270"/>
              <a:ext cx="102604" cy="139780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254738" y="6321228"/>
              <a:ext cx="205609" cy="178022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493579" y="6291224"/>
              <a:ext cx="164636" cy="204825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88490" y="6356270"/>
              <a:ext cx="102603" cy="139780"/>
            </a:xfrm>
            <a:prstGeom prst="rect">
              <a:avLst/>
            </a:prstGeom>
          </p:spPr>
        </p:pic>
      </p:grpSp>
      <p:pic>
        <p:nvPicPr>
          <p:cNvPr id="199" name="object 19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3836879" y="6359470"/>
            <a:ext cx="102600" cy="139780"/>
          </a:xfrm>
          <a:prstGeom prst="rect">
            <a:avLst/>
          </a:prstGeom>
        </p:spPr>
      </p:pic>
      <p:grpSp>
        <p:nvGrpSpPr>
          <p:cNvPr id="200" name="object 200"/>
          <p:cNvGrpSpPr/>
          <p:nvPr/>
        </p:nvGrpSpPr>
        <p:grpSpPr>
          <a:xfrm>
            <a:off x="4032691" y="6298691"/>
            <a:ext cx="659130" cy="200660"/>
            <a:chOff x="4032691" y="6298691"/>
            <a:chExt cx="659130" cy="200660"/>
          </a:xfrm>
        </p:grpSpPr>
        <p:pic>
          <p:nvPicPr>
            <p:cNvPr id="201" name="object 201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4032691" y="6306959"/>
              <a:ext cx="372766" cy="192290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437759" y="6298691"/>
              <a:ext cx="114010" cy="200558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589038" y="6359470"/>
              <a:ext cx="102600" cy="139780"/>
            </a:xfrm>
            <a:prstGeom prst="rect">
              <a:avLst/>
            </a:prstGeom>
          </p:spPr>
        </p:pic>
      </p:grpSp>
      <p:sp>
        <p:nvSpPr>
          <p:cNvPr id="204" name="object 204"/>
          <p:cNvSpPr/>
          <p:nvPr/>
        </p:nvSpPr>
        <p:spPr>
          <a:xfrm>
            <a:off x="4738254" y="6471488"/>
            <a:ext cx="26034" cy="27305"/>
          </a:xfrm>
          <a:custGeom>
            <a:avLst/>
            <a:gdLst/>
            <a:ahLst/>
            <a:cxnLst/>
            <a:rect l="l" t="t" r="r" b="b"/>
            <a:pathLst>
              <a:path w="26035" h="27304">
                <a:moveTo>
                  <a:pt x="17185" y="0"/>
                </a:moveTo>
                <a:lnTo>
                  <a:pt x="8475" y="0"/>
                </a:lnTo>
                <a:lnTo>
                  <a:pt x="5284" y="1093"/>
                </a:lnTo>
                <a:lnTo>
                  <a:pt x="1056" y="5469"/>
                </a:lnTo>
                <a:lnTo>
                  <a:pt x="0" y="8389"/>
                </a:lnTo>
                <a:lnTo>
                  <a:pt x="0" y="18538"/>
                </a:lnTo>
                <a:lnTo>
                  <a:pt x="1056" y="21432"/>
                </a:lnTo>
                <a:lnTo>
                  <a:pt x="5284" y="25915"/>
                </a:lnTo>
                <a:lnTo>
                  <a:pt x="8475" y="27037"/>
                </a:lnTo>
                <a:lnTo>
                  <a:pt x="12743" y="27037"/>
                </a:lnTo>
                <a:lnTo>
                  <a:pt x="17185" y="27037"/>
                </a:lnTo>
                <a:lnTo>
                  <a:pt x="20419" y="25915"/>
                </a:lnTo>
                <a:lnTo>
                  <a:pt x="24469" y="21432"/>
                </a:lnTo>
                <a:lnTo>
                  <a:pt x="25482" y="18538"/>
                </a:lnTo>
                <a:lnTo>
                  <a:pt x="25482" y="8389"/>
                </a:lnTo>
                <a:lnTo>
                  <a:pt x="24469" y="5469"/>
                </a:lnTo>
                <a:lnTo>
                  <a:pt x="20419" y="1093"/>
                </a:lnTo>
                <a:lnTo>
                  <a:pt x="17185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 txBox="1"/>
          <p:nvPr/>
        </p:nvSpPr>
        <p:spPr>
          <a:xfrm>
            <a:off x="939800" y="714057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8A857C"/>
                </a:solidFill>
                <a:latin typeface="Courier New"/>
                <a:cs typeface="Courier New"/>
              </a:rPr>
              <a:t>+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2049418" y="7151751"/>
            <a:ext cx="338455" cy="240029"/>
            <a:chOff x="2049418" y="7151751"/>
            <a:chExt cx="338455" cy="240029"/>
          </a:xfrm>
        </p:grpSpPr>
        <p:pic>
          <p:nvPicPr>
            <p:cNvPr id="207" name="object 20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049418" y="7165352"/>
              <a:ext cx="153181" cy="226047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239841" y="7224293"/>
              <a:ext cx="85820" cy="167106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2355780" y="7151751"/>
              <a:ext cx="31750" cy="240029"/>
            </a:xfrm>
            <a:custGeom>
              <a:avLst/>
              <a:gdLst/>
              <a:ahLst/>
              <a:cxnLst/>
              <a:rect l="l" t="t" r="r" b="b"/>
              <a:pathLst>
                <a:path w="31750" h="240029">
                  <a:moveTo>
                    <a:pt x="21482" y="0"/>
                  </a:moveTo>
                  <a:lnTo>
                    <a:pt x="10471" y="0"/>
                  </a:lnTo>
                  <a:lnTo>
                    <a:pt x="6477" y="1348"/>
                  </a:lnTo>
                  <a:lnTo>
                    <a:pt x="1295" y="6746"/>
                  </a:lnTo>
                  <a:lnTo>
                    <a:pt x="0" y="10255"/>
                  </a:lnTo>
                  <a:lnTo>
                    <a:pt x="0" y="23101"/>
                  </a:lnTo>
                  <a:lnTo>
                    <a:pt x="1295" y="26609"/>
                  </a:lnTo>
                  <a:lnTo>
                    <a:pt x="6477" y="32006"/>
                  </a:lnTo>
                  <a:lnTo>
                    <a:pt x="10471" y="33356"/>
                  </a:lnTo>
                  <a:lnTo>
                    <a:pt x="21482" y="33356"/>
                  </a:lnTo>
                  <a:lnTo>
                    <a:pt x="25529" y="32006"/>
                  </a:lnTo>
                  <a:lnTo>
                    <a:pt x="30495" y="26609"/>
                  </a:lnTo>
                  <a:lnTo>
                    <a:pt x="31737" y="23101"/>
                  </a:lnTo>
                  <a:lnTo>
                    <a:pt x="31737" y="10255"/>
                  </a:lnTo>
                  <a:lnTo>
                    <a:pt x="30495" y="6746"/>
                  </a:lnTo>
                  <a:lnTo>
                    <a:pt x="25529" y="1348"/>
                  </a:lnTo>
                  <a:lnTo>
                    <a:pt x="21482" y="0"/>
                  </a:lnTo>
                  <a:close/>
                </a:path>
                <a:path w="31750" h="240029">
                  <a:moveTo>
                    <a:pt x="28822" y="72542"/>
                  </a:moveTo>
                  <a:lnTo>
                    <a:pt x="2914" y="72542"/>
                  </a:lnTo>
                  <a:lnTo>
                    <a:pt x="2914" y="239649"/>
                  </a:lnTo>
                  <a:lnTo>
                    <a:pt x="28822" y="239649"/>
                  </a:lnTo>
                  <a:lnTo>
                    <a:pt x="28822" y="72542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0" name="object 210"/>
          <p:cNvGrpSpPr/>
          <p:nvPr/>
        </p:nvGrpSpPr>
        <p:grpSpPr>
          <a:xfrm>
            <a:off x="2439657" y="7151751"/>
            <a:ext cx="791845" cy="243840"/>
            <a:chOff x="2439657" y="7151751"/>
            <a:chExt cx="791845" cy="243840"/>
          </a:xfrm>
        </p:grpSpPr>
        <p:pic>
          <p:nvPicPr>
            <p:cNvPr id="211" name="object 21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439657" y="7151751"/>
              <a:ext cx="144113" cy="243535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25871" y="7224293"/>
              <a:ext cx="130511" cy="170992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00102" y="7151751"/>
              <a:ext cx="144113" cy="243535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986963" y="7220407"/>
              <a:ext cx="150914" cy="174879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3180626" y="7151751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7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75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7" y="216979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6" name="object 216"/>
          <p:cNvGrpSpPr/>
          <p:nvPr/>
        </p:nvGrpSpPr>
        <p:grpSpPr>
          <a:xfrm>
            <a:off x="3332834" y="7151751"/>
            <a:ext cx="852805" cy="283210"/>
            <a:chOff x="3332834" y="7151751"/>
            <a:chExt cx="852805" cy="283210"/>
          </a:xfrm>
        </p:grpSpPr>
        <p:pic>
          <p:nvPicPr>
            <p:cNvPr id="217" name="object 21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3332834" y="7220407"/>
              <a:ext cx="138607" cy="174879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3508037" y="7151751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7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75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7" y="216979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9" name="object 2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3817" y="7220407"/>
              <a:ext cx="150914" cy="174879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775860" y="7224293"/>
              <a:ext cx="130511" cy="170992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950092" y="7151751"/>
              <a:ext cx="144113" cy="243535"/>
            </a:xfrm>
            <a:prstGeom prst="rect">
              <a:avLst/>
            </a:prstGeom>
          </p:spPr>
        </p:pic>
        <p:sp>
          <p:nvSpPr>
            <p:cNvPr id="222" name="object 222"/>
            <p:cNvSpPr/>
            <p:nvPr/>
          </p:nvSpPr>
          <p:spPr>
            <a:xfrm>
              <a:off x="4134362" y="7353509"/>
              <a:ext cx="51435" cy="81280"/>
            </a:xfrm>
            <a:custGeom>
              <a:avLst/>
              <a:gdLst/>
              <a:ahLst/>
              <a:cxnLst/>
              <a:rect l="l" t="t" r="r" b="b"/>
              <a:pathLst>
                <a:path w="51435" h="81279">
                  <a:moveTo>
                    <a:pt x="38322" y="0"/>
                  </a:moveTo>
                  <a:lnTo>
                    <a:pt x="31413" y="0"/>
                  </a:lnTo>
                  <a:lnTo>
                    <a:pt x="24720" y="0"/>
                  </a:lnTo>
                  <a:lnTo>
                    <a:pt x="19754" y="1780"/>
                  </a:lnTo>
                  <a:lnTo>
                    <a:pt x="13277" y="8905"/>
                  </a:lnTo>
                  <a:lnTo>
                    <a:pt x="11658" y="13493"/>
                  </a:lnTo>
                  <a:lnTo>
                    <a:pt x="11658" y="27959"/>
                  </a:lnTo>
                  <a:lnTo>
                    <a:pt x="12683" y="31629"/>
                  </a:lnTo>
                  <a:lnTo>
                    <a:pt x="16785" y="37674"/>
                  </a:lnTo>
                  <a:lnTo>
                    <a:pt x="19970" y="39725"/>
                  </a:lnTo>
                  <a:lnTo>
                    <a:pt x="24288" y="40805"/>
                  </a:lnTo>
                  <a:lnTo>
                    <a:pt x="22561" y="48361"/>
                  </a:lnTo>
                  <a:lnTo>
                    <a:pt x="19700" y="55215"/>
                  </a:lnTo>
                  <a:lnTo>
                    <a:pt x="11711" y="67522"/>
                  </a:lnTo>
                  <a:lnTo>
                    <a:pt x="6477" y="74053"/>
                  </a:lnTo>
                  <a:lnTo>
                    <a:pt x="0" y="80962"/>
                  </a:lnTo>
                  <a:lnTo>
                    <a:pt x="21697" y="80962"/>
                  </a:lnTo>
                  <a:lnTo>
                    <a:pt x="46796" y="44893"/>
                  </a:lnTo>
                  <a:lnTo>
                    <a:pt x="51168" y="23641"/>
                  </a:lnTo>
                  <a:lnTo>
                    <a:pt x="51168" y="13493"/>
                  </a:lnTo>
                  <a:lnTo>
                    <a:pt x="49602" y="8905"/>
                  </a:lnTo>
                  <a:lnTo>
                    <a:pt x="43341" y="1780"/>
                  </a:lnTo>
                  <a:lnTo>
                    <a:pt x="38322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3" name="object 223"/>
          <p:cNvGrpSpPr/>
          <p:nvPr/>
        </p:nvGrpSpPr>
        <p:grpSpPr>
          <a:xfrm>
            <a:off x="4313775" y="7139120"/>
            <a:ext cx="711835" cy="317500"/>
            <a:chOff x="4313775" y="7139120"/>
            <a:chExt cx="711835" cy="317500"/>
          </a:xfrm>
        </p:grpSpPr>
        <p:pic>
          <p:nvPicPr>
            <p:cNvPr id="224" name="object 224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4313775" y="7151750"/>
              <a:ext cx="239325" cy="239649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581275" y="7220407"/>
              <a:ext cx="150914" cy="174879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774938" y="7224293"/>
              <a:ext cx="85820" cy="167106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4875007" y="7139120"/>
              <a:ext cx="151130" cy="317500"/>
            </a:xfrm>
            <a:custGeom>
              <a:avLst/>
              <a:gdLst/>
              <a:ahLst/>
              <a:cxnLst/>
              <a:rect l="l" t="t" r="r" b="b"/>
              <a:pathLst>
                <a:path w="151129" h="317500">
                  <a:moveTo>
                    <a:pt x="25908" y="85172"/>
                  </a:moveTo>
                  <a:lnTo>
                    <a:pt x="0" y="85172"/>
                  </a:lnTo>
                  <a:lnTo>
                    <a:pt x="62503" y="258756"/>
                  </a:lnTo>
                  <a:lnTo>
                    <a:pt x="49872" y="294379"/>
                  </a:lnTo>
                  <a:lnTo>
                    <a:pt x="23641" y="294379"/>
                  </a:lnTo>
                  <a:lnTo>
                    <a:pt x="23641" y="317049"/>
                  </a:lnTo>
                  <a:lnTo>
                    <a:pt x="45123" y="317049"/>
                  </a:lnTo>
                  <a:lnTo>
                    <a:pt x="51600" y="316293"/>
                  </a:lnTo>
                  <a:lnTo>
                    <a:pt x="75780" y="291141"/>
                  </a:lnTo>
                  <a:lnTo>
                    <a:pt x="99423" y="226047"/>
                  </a:lnTo>
                  <a:lnTo>
                    <a:pt x="73837" y="226047"/>
                  </a:lnTo>
                  <a:lnTo>
                    <a:pt x="66065" y="198843"/>
                  </a:lnTo>
                  <a:lnTo>
                    <a:pt x="25908" y="85172"/>
                  </a:lnTo>
                  <a:close/>
                </a:path>
                <a:path w="151129" h="317500">
                  <a:moveTo>
                    <a:pt x="150590" y="85172"/>
                  </a:moveTo>
                  <a:lnTo>
                    <a:pt x="125006" y="85172"/>
                  </a:lnTo>
                  <a:lnTo>
                    <a:pt x="84524" y="198843"/>
                  </a:lnTo>
                  <a:lnTo>
                    <a:pt x="75457" y="226047"/>
                  </a:lnTo>
                  <a:lnTo>
                    <a:pt x="99423" y="226047"/>
                  </a:lnTo>
                  <a:lnTo>
                    <a:pt x="150590" y="85172"/>
                  </a:lnTo>
                  <a:close/>
                </a:path>
                <a:path w="151129" h="317500">
                  <a:moveTo>
                    <a:pt x="88411" y="0"/>
                  </a:moveTo>
                  <a:lnTo>
                    <a:pt x="60883" y="55054"/>
                  </a:lnTo>
                  <a:lnTo>
                    <a:pt x="77724" y="62826"/>
                  </a:lnTo>
                  <a:lnTo>
                    <a:pt x="112052" y="11334"/>
                  </a:lnTo>
                  <a:lnTo>
                    <a:pt x="88411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8" name="object 228"/>
          <p:cNvGrpSpPr/>
          <p:nvPr/>
        </p:nvGrpSpPr>
        <p:grpSpPr>
          <a:xfrm>
            <a:off x="5135058" y="7151751"/>
            <a:ext cx="781685" cy="243840"/>
            <a:chOff x="5135058" y="7151751"/>
            <a:chExt cx="781685" cy="243840"/>
          </a:xfrm>
        </p:grpSpPr>
        <p:pic>
          <p:nvPicPr>
            <p:cNvPr id="229" name="object 229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135058" y="7220407"/>
              <a:ext cx="130511" cy="170992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6698" y="7220407"/>
              <a:ext cx="147351" cy="174879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496798" y="7151751"/>
              <a:ext cx="144113" cy="243535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672325" y="7220407"/>
              <a:ext cx="150914" cy="174879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5865987" y="7151751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8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75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8" y="21697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4" name="object 234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6008805" y="7224293"/>
            <a:ext cx="147675" cy="167106"/>
          </a:xfrm>
          <a:prstGeom prst="rect">
            <a:avLst/>
          </a:prstGeom>
        </p:spPr>
      </p:pic>
      <p:pic>
        <p:nvPicPr>
          <p:cNvPr id="235" name="object 235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6250397" y="7139120"/>
            <a:ext cx="1581358" cy="317049"/>
          </a:xfrm>
          <a:prstGeom prst="rect">
            <a:avLst/>
          </a:prstGeom>
        </p:spPr>
      </p:pic>
      <p:grpSp>
        <p:nvGrpSpPr>
          <p:cNvPr id="236" name="object 236"/>
          <p:cNvGrpSpPr/>
          <p:nvPr/>
        </p:nvGrpSpPr>
        <p:grpSpPr>
          <a:xfrm>
            <a:off x="2026367" y="7670292"/>
            <a:ext cx="692785" cy="200660"/>
            <a:chOff x="2026367" y="7670292"/>
            <a:chExt cx="692785" cy="200660"/>
          </a:xfrm>
        </p:grpSpPr>
        <p:pic>
          <p:nvPicPr>
            <p:cNvPr id="237" name="object 237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2026367" y="7681493"/>
              <a:ext cx="152565" cy="186156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208893" y="7731070"/>
              <a:ext cx="102600" cy="139780"/>
            </a:xfrm>
            <a:prstGeom prst="rect">
              <a:avLst/>
            </a:prstGeom>
          </p:spPr>
        </p:pic>
        <p:pic>
          <p:nvPicPr>
            <p:cNvPr id="239" name="object 2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44078" y="7692828"/>
              <a:ext cx="69886" cy="174821"/>
            </a:xfrm>
            <a:prstGeom prst="rect">
              <a:avLst/>
            </a:prstGeom>
          </p:spPr>
        </p:pic>
        <p:pic>
          <p:nvPicPr>
            <p:cNvPr id="240" name="object 240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2450340" y="7670292"/>
              <a:ext cx="102604" cy="197357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2592979" y="7678293"/>
              <a:ext cx="125732" cy="192557"/>
            </a:xfrm>
            <a:prstGeom prst="rect">
              <a:avLst/>
            </a:prstGeom>
          </p:spPr>
        </p:pic>
      </p:grpSp>
      <p:sp>
        <p:nvSpPr>
          <p:cNvPr id="242" name="object 242"/>
          <p:cNvSpPr/>
          <p:nvPr/>
        </p:nvSpPr>
        <p:spPr>
          <a:xfrm>
            <a:off x="2816136" y="7721600"/>
            <a:ext cx="125730" cy="129539"/>
          </a:xfrm>
          <a:custGeom>
            <a:avLst/>
            <a:gdLst/>
            <a:ahLst/>
            <a:cxnLst/>
            <a:rect l="l" t="t" r="r" b="b"/>
            <a:pathLst>
              <a:path w="125730" h="129540">
                <a:moveTo>
                  <a:pt x="125425" y="58420"/>
                </a:moveTo>
                <a:lnTo>
                  <a:pt x="70002" y="58420"/>
                </a:lnTo>
                <a:lnTo>
                  <a:pt x="70002" y="0"/>
                </a:lnTo>
                <a:lnTo>
                  <a:pt x="55435" y="0"/>
                </a:lnTo>
                <a:lnTo>
                  <a:pt x="55435" y="58420"/>
                </a:lnTo>
                <a:lnTo>
                  <a:pt x="0" y="58420"/>
                </a:lnTo>
                <a:lnTo>
                  <a:pt x="0" y="71120"/>
                </a:lnTo>
                <a:lnTo>
                  <a:pt x="55435" y="71120"/>
                </a:lnTo>
                <a:lnTo>
                  <a:pt x="55435" y="129540"/>
                </a:lnTo>
                <a:lnTo>
                  <a:pt x="70002" y="129540"/>
                </a:lnTo>
                <a:lnTo>
                  <a:pt x="70002" y="71120"/>
                </a:lnTo>
                <a:lnTo>
                  <a:pt x="125425" y="71120"/>
                </a:lnTo>
                <a:lnTo>
                  <a:pt x="125425" y="5842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3" name="object 243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3027104" y="7680959"/>
            <a:ext cx="257600" cy="189890"/>
          </a:xfrm>
          <a:prstGeom prst="rect">
            <a:avLst/>
          </a:prstGeom>
        </p:spPr>
      </p:pic>
      <p:grpSp>
        <p:nvGrpSpPr>
          <p:cNvPr id="244" name="object 244"/>
          <p:cNvGrpSpPr/>
          <p:nvPr/>
        </p:nvGrpSpPr>
        <p:grpSpPr>
          <a:xfrm>
            <a:off x="3334195" y="7727870"/>
            <a:ext cx="331470" cy="143510"/>
            <a:chOff x="3334195" y="7727870"/>
            <a:chExt cx="331470" cy="143510"/>
          </a:xfrm>
        </p:grpSpPr>
        <p:pic>
          <p:nvPicPr>
            <p:cNvPr id="245" name="object 245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3334195" y="7727870"/>
              <a:ext cx="182478" cy="142980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545804" y="7727870"/>
              <a:ext cx="119506" cy="142980"/>
            </a:xfrm>
            <a:prstGeom prst="rect">
              <a:avLst/>
            </a:prstGeom>
          </p:spPr>
        </p:pic>
      </p:grpSp>
      <p:sp>
        <p:nvSpPr>
          <p:cNvPr id="247" name="object 247"/>
          <p:cNvSpPr/>
          <p:nvPr/>
        </p:nvSpPr>
        <p:spPr>
          <a:xfrm>
            <a:off x="3759479" y="7721600"/>
            <a:ext cx="125730" cy="129539"/>
          </a:xfrm>
          <a:custGeom>
            <a:avLst/>
            <a:gdLst/>
            <a:ahLst/>
            <a:cxnLst/>
            <a:rect l="l" t="t" r="r" b="b"/>
            <a:pathLst>
              <a:path w="125729" h="129540">
                <a:moveTo>
                  <a:pt x="125425" y="58420"/>
                </a:moveTo>
                <a:lnTo>
                  <a:pt x="69989" y="58420"/>
                </a:lnTo>
                <a:lnTo>
                  <a:pt x="69989" y="0"/>
                </a:lnTo>
                <a:lnTo>
                  <a:pt x="55435" y="0"/>
                </a:lnTo>
                <a:lnTo>
                  <a:pt x="55435" y="58420"/>
                </a:lnTo>
                <a:lnTo>
                  <a:pt x="0" y="58420"/>
                </a:lnTo>
                <a:lnTo>
                  <a:pt x="0" y="71120"/>
                </a:lnTo>
                <a:lnTo>
                  <a:pt x="55435" y="71120"/>
                </a:lnTo>
                <a:lnTo>
                  <a:pt x="55435" y="129540"/>
                </a:lnTo>
                <a:lnTo>
                  <a:pt x="69989" y="129540"/>
                </a:lnTo>
                <a:lnTo>
                  <a:pt x="69989" y="71120"/>
                </a:lnTo>
                <a:lnTo>
                  <a:pt x="125425" y="71120"/>
                </a:lnTo>
                <a:lnTo>
                  <a:pt x="125425" y="5842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8" name="object 248"/>
          <p:cNvGrpSpPr/>
          <p:nvPr/>
        </p:nvGrpSpPr>
        <p:grpSpPr>
          <a:xfrm>
            <a:off x="3991458" y="7670292"/>
            <a:ext cx="591185" cy="200660"/>
            <a:chOff x="3991458" y="7670292"/>
            <a:chExt cx="591185" cy="200660"/>
          </a:xfrm>
        </p:grpSpPr>
        <p:sp>
          <p:nvSpPr>
            <p:cNvPr id="249" name="object 249"/>
            <p:cNvSpPr/>
            <p:nvPr/>
          </p:nvSpPr>
          <p:spPr>
            <a:xfrm>
              <a:off x="3991457" y="7670292"/>
              <a:ext cx="181610" cy="197485"/>
            </a:xfrm>
            <a:custGeom>
              <a:avLst/>
              <a:gdLst/>
              <a:ahLst/>
              <a:cxnLst/>
              <a:rect l="l" t="t" r="r" b="b"/>
              <a:pathLst>
                <a:path w="181610" h="197484">
                  <a:moveTo>
                    <a:pt x="106476" y="10668"/>
                  </a:moveTo>
                  <a:lnTo>
                    <a:pt x="0" y="10668"/>
                  </a:lnTo>
                  <a:lnTo>
                    <a:pt x="0" y="25908"/>
                  </a:lnTo>
                  <a:lnTo>
                    <a:pt x="0" y="95758"/>
                  </a:lnTo>
                  <a:lnTo>
                    <a:pt x="0" y="109728"/>
                  </a:lnTo>
                  <a:lnTo>
                    <a:pt x="0" y="197358"/>
                  </a:lnTo>
                  <a:lnTo>
                    <a:pt x="15963" y="197358"/>
                  </a:lnTo>
                  <a:lnTo>
                    <a:pt x="15963" y="109728"/>
                  </a:lnTo>
                  <a:lnTo>
                    <a:pt x="100304" y="109728"/>
                  </a:lnTo>
                  <a:lnTo>
                    <a:pt x="100304" y="95758"/>
                  </a:lnTo>
                  <a:lnTo>
                    <a:pt x="15963" y="95758"/>
                  </a:lnTo>
                  <a:lnTo>
                    <a:pt x="15963" y="25908"/>
                  </a:lnTo>
                  <a:lnTo>
                    <a:pt x="106476" y="25908"/>
                  </a:lnTo>
                  <a:lnTo>
                    <a:pt x="106476" y="10668"/>
                  </a:lnTo>
                  <a:close/>
                </a:path>
                <a:path w="181610" h="197484">
                  <a:moveTo>
                    <a:pt x="181394" y="183984"/>
                  </a:moveTo>
                  <a:lnTo>
                    <a:pt x="160185" y="183984"/>
                  </a:lnTo>
                  <a:lnTo>
                    <a:pt x="160185" y="0"/>
                  </a:lnTo>
                  <a:lnTo>
                    <a:pt x="144970" y="0"/>
                  </a:lnTo>
                  <a:lnTo>
                    <a:pt x="144970" y="185775"/>
                  </a:lnTo>
                  <a:lnTo>
                    <a:pt x="146405" y="189776"/>
                  </a:lnTo>
                  <a:lnTo>
                    <a:pt x="152158" y="195846"/>
                  </a:lnTo>
                  <a:lnTo>
                    <a:pt x="156337" y="197358"/>
                  </a:lnTo>
                  <a:lnTo>
                    <a:pt x="181394" y="197358"/>
                  </a:lnTo>
                  <a:lnTo>
                    <a:pt x="181394" y="183984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0" name="object 250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4195551" y="7727870"/>
              <a:ext cx="239406" cy="142980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74947" y="7670292"/>
              <a:ext cx="107226" cy="197357"/>
            </a:xfrm>
            <a:prstGeom prst="rect">
              <a:avLst/>
            </a:prstGeom>
          </p:spPr>
        </p:pic>
      </p:grpSp>
      <p:sp>
        <p:nvSpPr>
          <p:cNvPr id="252" name="object 252"/>
          <p:cNvSpPr/>
          <p:nvPr/>
        </p:nvSpPr>
        <p:spPr>
          <a:xfrm>
            <a:off x="4659455" y="7779342"/>
            <a:ext cx="189230" cy="14604"/>
          </a:xfrm>
          <a:custGeom>
            <a:avLst/>
            <a:gdLst/>
            <a:ahLst/>
            <a:cxnLst/>
            <a:rect l="l" t="t" r="r" b="b"/>
            <a:pathLst>
              <a:path w="189229" h="14604">
                <a:moveTo>
                  <a:pt x="188823" y="0"/>
                </a:moveTo>
                <a:lnTo>
                  <a:pt x="0" y="0"/>
                </a:lnTo>
                <a:lnTo>
                  <a:pt x="0" y="14251"/>
                </a:lnTo>
                <a:lnTo>
                  <a:pt x="188823" y="14251"/>
                </a:lnTo>
                <a:lnTo>
                  <a:pt x="188823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3" name="object 253"/>
          <p:cNvGrpSpPr/>
          <p:nvPr/>
        </p:nvGrpSpPr>
        <p:grpSpPr>
          <a:xfrm>
            <a:off x="4945566" y="7670292"/>
            <a:ext cx="393700" cy="200660"/>
            <a:chOff x="4945566" y="7670292"/>
            <a:chExt cx="393700" cy="200660"/>
          </a:xfrm>
        </p:grpSpPr>
        <p:pic>
          <p:nvPicPr>
            <p:cNvPr id="254" name="object 2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45566" y="7727870"/>
              <a:ext cx="102604" cy="139780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5236667" y="7670292"/>
              <a:ext cx="102604" cy="197357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084559" y="7727870"/>
              <a:ext cx="120566" cy="142980"/>
            </a:xfrm>
            <a:prstGeom prst="rect">
              <a:avLst/>
            </a:prstGeom>
          </p:spPr>
        </p:pic>
      </p:grpSp>
      <p:grpSp>
        <p:nvGrpSpPr>
          <p:cNvPr id="257" name="object 257"/>
          <p:cNvGrpSpPr/>
          <p:nvPr/>
        </p:nvGrpSpPr>
        <p:grpSpPr>
          <a:xfrm>
            <a:off x="5386908" y="7670292"/>
            <a:ext cx="339090" cy="200660"/>
            <a:chOff x="5386908" y="7670292"/>
            <a:chExt cx="339090" cy="200660"/>
          </a:xfrm>
        </p:grpSpPr>
        <p:pic>
          <p:nvPicPr>
            <p:cNvPr id="258" name="object 258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386908" y="7727870"/>
              <a:ext cx="203846" cy="142980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5611925" y="7670292"/>
              <a:ext cx="114010" cy="200558"/>
            </a:xfrm>
            <a:prstGeom prst="rect">
              <a:avLst/>
            </a:prstGeom>
          </p:spPr>
        </p:pic>
      </p:grpSp>
      <p:sp>
        <p:nvSpPr>
          <p:cNvPr id="260" name="object 260"/>
          <p:cNvSpPr/>
          <p:nvPr/>
        </p:nvSpPr>
        <p:spPr>
          <a:xfrm>
            <a:off x="5772613" y="7672158"/>
            <a:ext cx="20955" cy="195580"/>
          </a:xfrm>
          <a:custGeom>
            <a:avLst/>
            <a:gdLst/>
            <a:ahLst/>
            <a:cxnLst/>
            <a:rect l="l" t="t" r="r" b="b"/>
            <a:pathLst>
              <a:path w="20954" h="195579">
                <a:moveTo>
                  <a:pt x="14090" y="0"/>
                </a:moveTo>
                <a:lnTo>
                  <a:pt x="6753" y="0"/>
                </a:lnTo>
                <a:lnTo>
                  <a:pt x="4122" y="902"/>
                </a:lnTo>
                <a:lnTo>
                  <a:pt x="824" y="4517"/>
                </a:lnTo>
                <a:lnTo>
                  <a:pt x="0" y="6785"/>
                </a:lnTo>
                <a:lnTo>
                  <a:pt x="0" y="15081"/>
                </a:lnTo>
                <a:lnTo>
                  <a:pt x="824" y="17346"/>
                </a:lnTo>
                <a:lnTo>
                  <a:pt x="4122" y="20961"/>
                </a:lnTo>
                <a:lnTo>
                  <a:pt x="6753" y="21864"/>
                </a:lnTo>
                <a:lnTo>
                  <a:pt x="14090" y="21864"/>
                </a:lnTo>
                <a:lnTo>
                  <a:pt x="16750" y="20961"/>
                </a:lnTo>
                <a:lnTo>
                  <a:pt x="19938" y="17346"/>
                </a:lnTo>
                <a:lnTo>
                  <a:pt x="20736" y="15081"/>
                </a:lnTo>
                <a:lnTo>
                  <a:pt x="20736" y="6785"/>
                </a:lnTo>
                <a:lnTo>
                  <a:pt x="19938" y="4517"/>
                </a:lnTo>
                <a:lnTo>
                  <a:pt x="16750" y="902"/>
                </a:lnTo>
                <a:lnTo>
                  <a:pt x="14090" y="0"/>
                </a:lnTo>
                <a:close/>
              </a:path>
              <a:path w="20954" h="195579">
                <a:moveTo>
                  <a:pt x="18027" y="58911"/>
                </a:moveTo>
                <a:lnTo>
                  <a:pt x="2813" y="58911"/>
                </a:lnTo>
                <a:lnTo>
                  <a:pt x="2813" y="195491"/>
                </a:lnTo>
                <a:lnTo>
                  <a:pt x="18027" y="195491"/>
                </a:lnTo>
                <a:lnTo>
                  <a:pt x="18027" y="58911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5840120" y="7670291"/>
            <a:ext cx="88900" cy="197485"/>
          </a:xfrm>
          <a:custGeom>
            <a:avLst/>
            <a:gdLst/>
            <a:ahLst/>
            <a:cxnLst/>
            <a:rect l="l" t="t" r="r" b="b"/>
            <a:pathLst>
              <a:path w="88900" h="197484">
                <a:moveTo>
                  <a:pt x="36423" y="183984"/>
                </a:moveTo>
                <a:lnTo>
                  <a:pt x="15214" y="183984"/>
                </a:lnTo>
                <a:lnTo>
                  <a:pt x="15214" y="0"/>
                </a:lnTo>
                <a:lnTo>
                  <a:pt x="0" y="0"/>
                </a:lnTo>
                <a:lnTo>
                  <a:pt x="0" y="185775"/>
                </a:lnTo>
                <a:lnTo>
                  <a:pt x="1435" y="189776"/>
                </a:lnTo>
                <a:lnTo>
                  <a:pt x="7188" y="195846"/>
                </a:lnTo>
                <a:lnTo>
                  <a:pt x="11366" y="197358"/>
                </a:lnTo>
                <a:lnTo>
                  <a:pt x="36423" y="197358"/>
                </a:lnTo>
                <a:lnTo>
                  <a:pt x="36423" y="183984"/>
                </a:lnTo>
                <a:close/>
              </a:path>
              <a:path w="88900" h="197484">
                <a:moveTo>
                  <a:pt x="85585" y="60782"/>
                </a:moveTo>
                <a:lnTo>
                  <a:pt x="70370" y="60782"/>
                </a:lnTo>
                <a:lnTo>
                  <a:pt x="70370" y="197358"/>
                </a:lnTo>
                <a:lnTo>
                  <a:pt x="85585" y="197358"/>
                </a:lnTo>
                <a:lnTo>
                  <a:pt x="85585" y="60782"/>
                </a:lnTo>
                <a:close/>
              </a:path>
              <a:path w="88900" h="197484">
                <a:moveTo>
                  <a:pt x="88290" y="8661"/>
                </a:moveTo>
                <a:lnTo>
                  <a:pt x="87490" y="6388"/>
                </a:lnTo>
                <a:lnTo>
                  <a:pt x="84302" y="2781"/>
                </a:lnTo>
                <a:lnTo>
                  <a:pt x="81648" y="1866"/>
                </a:lnTo>
                <a:lnTo>
                  <a:pt x="74307" y="1866"/>
                </a:lnTo>
                <a:lnTo>
                  <a:pt x="71678" y="2781"/>
                </a:lnTo>
                <a:lnTo>
                  <a:pt x="68376" y="6388"/>
                </a:lnTo>
                <a:lnTo>
                  <a:pt x="67551" y="8661"/>
                </a:lnTo>
                <a:lnTo>
                  <a:pt x="67551" y="16954"/>
                </a:lnTo>
                <a:lnTo>
                  <a:pt x="68376" y="19215"/>
                </a:lnTo>
                <a:lnTo>
                  <a:pt x="71678" y="22834"/>
                </a:lnTo>
                <a:lnTo>
                  <a:pt x="74307" y="23736"/>
                </a:lnTo>
                <a:lnTo>
                  <a:pt x="81648" y="23736"/>
                </a:lnTo>
                <a:lnTo>
                  <a:pt x="84302" y="22834"/>
                </a:lnTo>
                <a:lnTo>
                  <a:pt x="87490" y="19215"/>
                </a:lnTo>
                <a:lnTo>
                  <a:pt x="88290" y="16954"/>
                </a:lnTo>
                <a:lnTo>
                  <a:pt x="88290" y="8661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2" name="object 262"/>
          <p:cNvGrpSpPr/>
          <p:nvPr/>
        </p:nvGrpSpPr>
        <p:grpSpPr>
          <a:xfrm>
            <a:off x="6038136" y="7666025"/>
            <a:ext cx="675005" cy="255270"/>
            <a:chOff x="6038136" y="7666025"/>
            <a:chExt cx="675005" cy="255270"/>
          </a:xfrm>
        </p:grpSpPr>
        <p:pic>
          <p:nvPicPr>
            <p:cNvPr id="263" name="object 26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038136" y="7727870"/>
              <a:ext cx="114010" cy="193120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6180388" y="7666025"/>
              <a:ext cx="390220" cy="204825"/>
            </a:xfrm>
            <a:prstGeom prst="rect">
              <a:avLst/>
            </a:prstGeom>
          </p:spPr>
        </p:pic>
        <p:pic>
          <p:nvPicPr>
            <p:cNvPr id="265" name="object 265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6598865" y="7670292"/>
              <a:ext cx="114010" cy="200558"/>
            </a:xfrm>
            <a:prstGeom prst="rect">
              <a:avLst/>
            </a:prstGeom>
          </p:spPr>
        </p:pic>
      </p:grpSp>
      <p:grpSp>
        <p:nvGrpSpPr>
          <p:cNvPr id="266" name="object 266"/>
          <p:cNvGrpSpPr/>
          <p:nvPr/>
        </p:nvGrpSpPr>
        <p:grpSpPr>
          <a:xfrm>
            <a:off x="6762366" y="7662824"/>
            <a:ext cx="246379" cy="258445"/>
            <a:chOff x="6762366" y="7662824"/>
            <a:chExt cx="246379" cy="258445"/>
          </a:xfrm>
        </p:grpSpPr>
        <p:pic>
          <p:nvPicPr>
            <p:cNvPr id="267" name="object 26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62366" y="7727870"/>
              <a:ext cx="102604" cy="139780"/>
            </a:xfrm>
            <a:prstGeom prst="rect">
              <a:avLst/>
            </a:prstGeom>
          </p:spPr>
        </p:pic>
        <p:sp>
          <p:nvSpPr>
            <p:cNvPr id="268" name="object 268"/>
            <p:cNvSpPr/>
            <p:nvPr/>
          </p:nvSpPr>
          <p:spPr>
            <a:xfrm>
              <a:off x="6890854" y="7662824"/>
              <a:ext cx="118110" cy="258445"/>
            </a:xfrm>
            <a:custGeom>
              <a:avLst/>
              <a:gdLst/>
              <a:ahLst/>
              <a:cxnLst/>
              <a:rect l="l" t="t" r="r" b="b"/>
              <a:pathLst>
                <a:path w="118109" h="258445">
                  <a:moveTo>
                    <a:pt x="15468" y="68275"/>
                  </a:moveTo>
                  <a:lnTo>
                    <a:pt x="0" y="68275"/>
                  </a:lnTo>
                  <a:lnTo>
                    <a:pt x="51206" y="208826"/>
                  </a:lnTo>
                  <a:lnTo>
                    <a:pt x="38138" y="244830"/>
                  </a:lnTo>
                  <a:lnTo>
                    <a:pt x="15201" y="244830"/>
                  </a:lnTo>
                  <a:lnTo>
                    <a:pt x="15201" y="258165"/>
                  </a:lnTo>
                  <a:lnTo>
                    <a:pt x="35293" y="258165"/>
                  </a:lnTo>
                  <a:lnTo>
                    <a:pt x="39027" y="257721"/>
                  </a:lnTo>
                  <a:lnTo>
                    <a:pt x="53340" y="243230"/>
                  </a:lnTo>
                  <a:lnTo>
                    <a:pt x="73229" y="189090"/>
                  </a:lnTo>
                  <a:lnTo>
                    <a:pt x="57873" y="189090"/>
                  </a:lnTo>
                  <a:lnTo>
                    <a:pt x="47472" y="157886"/>
                  </a:lnTo>
                  <a:lnTo>
                    <a:pt x="15468" y="68275"/>
                  </a:lnTo>
                  <a:close/>
                </a:path>
                <a:path w="118109" h="258445">
                  <a:moveTo>
                    <a:pt x="117614" y="68275"/>
                  </a:moveTo>
                  <a:lnTo>
                    <a:pt x="102412" y="68275"/>
                  </a:lnTo>
                  <a:lnTo>
                    <a:pt x="58940" y="189090"/>
                  </a:lnTo>
                  <a:lnTo>
                    <a:pt x="73229" y="189090"/>
                  </a:lnTo>
                  <a:lnTo>
                    <a:pt x="117614" y="68275"/>
                  </a:lnTo>
                  <a:close/>
                </a:path>
                <a:path w="118109" h="258445">
                  <a:moveTo>
                    <a:pt x="73609" y="0"/>
                  </a:moveTo>
                  <a:lnTo>
                    <a:pt x="48272" y="43738"/>
                  </a:lnTo>
                  <a:lnTo>
                    <a:pt x="58140" y="48539"/>
                  </a:lnTo>
                  <a:lnTo>
                    <a:pt x="87477" y="6934"/>
                  </a:lnTo>
                  <a:lnTo>
                    <a:pt x="736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9" name="object 269"/>
          <p:cNvSpPr/>
          <p:nvPr/>
        </p:nvSpPr>
        <p:spPr>
          <a:xfrm>
            <a:off x="7087868" y="7838846"/>
            <a:ext cx="85090" cy="62230"/>
          </a:xfrm>
          <a:custGeom>
            <a:avLst/>
            <a:gdLst/>
            <a:ahLst/>
            <a:cxnLst/>
            <a:rect l="l" t="t" r="r" b="b"/>
            <a:pathLst>
              <a:path w="85090" h="62229">
                <a:moveTo>
                  <a:pt x="27381" y="0"/>
                </a:moveTo>
                <a:lnTo>
                  <a:pt x="18491" y="0"/>
                </a:lnTo>
                <a:lnTo>
                  <a:pt x="15246" y="1155"/>
                </a:lnTo>
                <a:lnTo>
                  <a:pt x="11156" y="5778"/>
                </a:lnTo>
                <a:lnTo>
                  <a:pt x="10134" y="8801"/>
                </a:lnTo>
                <a:lnTo>
                  <a:pt x="10134" y="18402"/>
                </a:lnTo>
                <a:lnTo>
                  <a:pt x="10890" y="20758"/>
                </a:lnTo>
                <a:lnTo>
                  <a:pt x="13912" y="24847"/>
                </a:lnTo>
                <a:lnTo>
                  <a:pt x="16357" y="26136"/>
                </a:lnTo>
                <a:lnTo>
                  <a:pt x="19735" y="26670"/>
                </a:lnTo>
                <a:lnTo>
                  <a:pt x="18668" y="32359"/>
                </a:lnTo>
                <a:lnTo>
                  <a:pt x="16579" y="38093"/>
                </a:lnTo>
                <a:lnTo>
                  <a:pt x="10356" y="49650"/>
                </a:lnTo>
                <a:lnTo>
                  <a:pt x="5867" y="55562"/>
                </a:lnTo>
                <a:lnTo>
                  <a:pt x="0" y="61607"/>
                </a:lnTo>
                <a:lnTo>
                  <a:pt x="12801" y="61607"/>
                </a:lnTo>
                <a:lnTo>
                  <a:pt x="35471" y="23114"/>
                </a:lnTo>
                <a:lnTo>
                  <a:pt x="35471" y="8801"/>
                </a:lnTo>
                <a:lnTo>
                  <a:pt x="34493" y="5778"/>
                </a:lnTo>
                <a:lnTo>
                  <a:pt x="30581" y="1155"/>
                </a:lnTo>
                <a:lnTo>
                  <a:pt x="27381" y="0"/>
                </a:lnTo>
                <a:close/>
              </a:path>
              <a:path w="85090" h="62229">
                <a:moveTo>
                  <a:pt x="76720" y="0"/>
                </a:moveTo>
                <a:lnTo>
                  <a:pt x="67830" y="0"/>
                </a:lnTo>
                <a:lnTo>
                  <a:pt x="64585" y="1155"/>
                </a:lnTo>
                <a:lnTo>
                  <a:pt x="60496" y="5778"/>
                </a:lnTo>
                <a:lnTo>
                  <a:pt x="59474" y="8801"/>
                </a:lnTo>
                <a:lnTo>
                  <a:pt x="59474" y="18402"/>
                </a:lnTo>
                <a:lnTo>
                  <a:pt x="60229" y="20758"/>
                </a:lnTo>
                <a:lnTo>
                  <a:pt x="63252" y="24847"/>
                </a:lnTo>
                <a:lnTo>
                  <a:pt x="65697" y="26136"/>
                </a:lnTo>
                <a:lnTo>
                  <a:pt x="69075" y="26670"/>
                </a:lnTo>
                <a:lnTo>
                  <a:pt x="68008" y="32359"/>
                </a:lnTo>
                <a:lnTo>
                  <a:pt x="65919" y="38093"/>
                </a:lnTo>
                <a:lnTo>
                  <a:pt x="59696" y="49650"/>
                </a:lnTo>
                <a:lnTo>
                  <a:pt x="55206" y="55562"/>
                </a:lnTo>
                <a:lnTo>
                  <a:pt x="49339" y="61607"/>
                </a:lnTo>
                <a:lnTo>
                  <a:pt x="62141" y="61607"/>
                </a:lnTo>
                <a:lnTo>
                  <a:pt x="84810" y="23114"/>
                </a:lnTo>
                <a:lnTo>
                  <a:pt x="84810" y="8801"/>
                </a:lnTo>
                <a:lnTo>
                  <a:pt x="83832" y="5778"/>
                </a:lnTo>
                <a:lnTo>
                  <a:pt x="79921" y="1155"/>
                </a:lnTo>
                <a:lnTo>
                  <a:pt x="76720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0" name="object 270"/>
          <p:cNvGrpSpPr/>
          <p:nvPr/>
        </p:nvGrpSpPr>
        <p:grpSpPr>
          <a:xfrm>
            <a:off x="7220310" y="7670292"/>
            <a:ext cx="318135" cy="200660"/>
            <a:chOff x="7220310" y="7670292"/>
            <a:chExt cx="318135" cy="200660"/>
          </a:xfrm>
        </p:grpSpPr>
        <p:sp>
          <p:nvSpPr>
            <p:cNvPr id="271" name="object 271"/>
            <p:cNvSpPr/>
            <p:nvPr/>
          </p:nvSpPr>
          <p:spPr>
            <a:xfrm>
              <a:off x="7220310" y="7670292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4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5"/>
                  </a:lnTo>
                  <a:lnTo>
                    <a:pt x="7184" y="195839"/>
                  </a:lnTo>
                  <a:lnTo>
                    <a:pt x="11366" y="197357"/>
                  </a:lnTo>
                  <a:lnTo>
                    <a:pt x="36417" y="197357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2" name="object 272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7279939" y="7727870"/>
              <a:ext cx="116862" cy="142980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35430" y="7727870"/>
              <a:ext cx="102604" cy="139780"/>
            </a:xfrm>
            <a:prstGeom prst="rect">
              <a:avLst/>
            </a:prstGeom>
          </p:spPr>
        </p:pic>
      </p:grpSp>
      <p:grpSp>
        <p:nvGrpSpPr>
          <p:cNvPr id="274" name="object 274"/>
          <p:cNvGrpSpPr/>
          <p:nvPr/>
        </p:nvGrpSpPr>
        <p:grpSpPr>
          <a:xfrm>
            <a:off x="7648612" y="7662824"/>
            <a:ext cx="820419" cy="208279"/>
            <a:chOff x="7648612" y="7662824"/>
            <a:chExt cx="820419" cy="208279"/>
          </a:xfrm>
        </p:grpSpPr>
        <p:sp>
          <p:nvSpPr>
            <p:cNvPr id="275" name="object 275"/>
            <p:cNvSpPr/>
            <p:nvPr/>
          </p:nvSpPr>
          <p:spPr>
            <a:xfrm>
              <a:off x="7648612" y="7670292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4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5"/>
                  </a:lnTo>
                  <a:lnTo>
                    <a:pt x="7184" y="195839"/>
                  </a:lnTo>
                  <a:lnTo>
                    <a:pt x="11366" y="197357"/>
                  </a:lnTo>
                  <a:lnTo>
                    <a:pt x="36417" y="197357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6" name="object 27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708115" y="7727870"/>
              <a:ext cx="119506" cy="142980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7866250" y="7662824"/>
              <a:ext cx="244264" cy="208025"/>
            </a:xfrm>
            <a:prstGeom prst="rect">
              <a:avLst/>
            </a:prstGeom>
          </p:spPr>
        </p:pic>
        <p:sp>
          <p:nvSpPr>
            <p:cNvPr id="278" name="object 278"/>
            <p:cNvSpPr/>
            <p:nvPr/>
          </p:nvSpPr>
          <p:spPr>
            <a:xfrm>
              <a:off x="8141970" y="7670292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4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6" y="189765"/>
                  </a:lnTo>
                  <a:lnTo>
                    <a:pt x="7184" y="195839"/>
                  </a:lnTo>
                  <a:lnTo>
                    <a:pt x="11366" y="197357"/>
                  </a:lnTo>
                  <a:lnTo>
                    <a:pt x="36417" y="197357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9" name="object 27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12333" y="7727870"/>
              <a:ext cx="102603" cy="139780"/>
            </a:xfrm>
            <a:prstGeom prst="rect">
              <a:avLst/>
            </a:prstGeom>
          </p:spPr>
        </p:pic>
        <p:pic>
          <p:nvPicPr>
            <p:cNvPr id="280" name="object 28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351839" y="7727870"/>
              <a:ext cx="116864" cy="142980"/>
            </a:xfrm>
            <a:prstGeom prst="rect">
              <a:avLst/>
            </a:prstGeom>
          </p:spPr>
        </p:pic>
      </p:grpSp>
      <p:grpSp>
        <p:nvGrpSpPr>
          <p:cNvPr id="281" name="object 281"/>
          <p:cNvGrpSpPr/>
          <p:nvPr/>
        </p:nvGrpSpPr>
        <p:grpSpPr>
          <a:xfrm>
            <a:off x="2026146" y="8078343"/>
            <a:ext cx="622935" cy="193040"/>
            <a:chOff x="2026146" y="8078343"/>
            <a:chExt cx="622935" cy="193040"/>
          </a:xfrm>
        </p:grpSpPr>
        <p:pic>
          <p:nvPicPr>
            <p:cNvPr id="282" name="object 282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2026146" y="8081543"/>
              <a:ext cx="99679" cy="189356"/>
            </a:xfrm>
            <a:prstGeom prst="rect">
              <a:avLst/>
            </a:prstGeom>
          </p:spPr>
        </p:pic>
        <p:pic>
          <p:nvPicPr>
            <p:cNvPr id="283" name="object 283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2161744" y="8078343"/>
              <a:ext cx="125731" cy="192557"/>
            </a:xfrm>
            <a:prstGeom prst="rect">
              <a:avLst/>
            </a:prstGeom>
          </p:spPr>
        </p:pic>
        <p:pic>
          <p:nvPicPr>
            <p:cNvPr id="284" name="object 284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2514245" y="8081543"/>
              <a:ext cx="134278" cy="186156"/>
            </a:xfrm>
            <a:prstGeom prst="rect">
              <a:avLst/>
            </a:prstGeom>
          </p:spPr>
        </p:pic>
        <p:pic>
          <p:nvPicPr>
            <p:cNvPr id="285" name="object 285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318680" y="8078343"/>
              <a:ext cx="152490" cy="192557"/>
            </a:xfrm>
            <a:prstGeom prst="rect">
              <a:avLst/>
            </a:prstGeom>
          </p:spPr>
        </p:pic>
      </p:grpSp>
      <p:sp>
        <p:nvSpPr>
          <p:cNvPr id="286" name="object 286"/>
          <p:cNvSpPr/>
          <p:nvPr/>
        </p:nvSpPr>
        <p:spPr>
          <a:xfrm>
            <a:off x="2699143" y="8070342"/>
            <a:ext cx="59055" cy="71755"/>
          </a:xfrm>
          <a:custGeom>
            <a:avLst/>
            <a:gdLst/>
            <a:ahLst/>
            <a:cxnLst/>
            <a:rect l="l" t="t" r="r" b="b"/>
            <a:pathLst>
              <a:path w="59055" h="71754">
                <a:moveTo>
                  <a:pt x="13868" y="0"/>
                </a:moveTo>
                <a:lnTo>
                  <a:pt x="0" y="0"/>
                </a:lnTo>
                <a:lnTo>
                  <a:pt x="0" y="71475"/>
                </a:lnTo>
                <a:lnTo>
                  <a:pt x="13868" y="71475"/>
                </a:lnTo>
                <a:lnTo>
                  <a:pt x="13868" y="0"/>
                </a:lnTo>
                <a:close/>
              </a:path>
              <a:path w="59055" h="71754">
                <a:moveTo>
                  <a:pt x="58674" y="0"/>
                </a:moveTo>
                <a:lnTo>
                  <a:pt x="44805" y="0"/>
                </a:lnTo>
                <a:lnTo>
                  <a:pt x="44805" y="71475"/>
                </a:lnTo>
                <a:lnTo>
                  <a:pt x="58674" y="71475"/>
                </a:lnTo>
                <a:lnTo>
                  <a:pt x="58674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7" name="object 287"/>
          <p:cNvGrpSpPr/>
          <p:nvPr/>
        </p:nvGrpSpPr>
        <p:grpSpPr>
          <a:xfrm>
            <a:off x="2869542" y="8062874"/>
            <a:ext cx="467359" cy="258445"/>
            <a:chOff x="2869542" y="8062874"/>
            <a:chExt cx="467359" cy="258445"/>
          </a:xfrm>
        </p:grpSpPr>
        <p:pic>
          <p:nvPicPr>
            <p:cNvPr id="288" name="object 288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2869542" y="8127920"/>
              <a:ext cx="114010" cy="193120"/>
            </a:xfrm>
            <a:prstGeom prst="rect">
              <a:avLst/>
            </a:prstGeom>
          </p:spPr>
        </p:pic>
        <p:sp>
          <p:nvSpPr>
            <p:cNvPr id="289" name="object 289"/>
            <p:cNvSpPr/>
            <p:nvPr/>
          </p:nvSpPr>
          <p:spPr>
            <a:xfrm>
              <a:off x="3022671" y="8070342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30" h="197484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7" y="189765"/>
                  </a:lnTo>
                  <a:lnTo>
                    <a:pt x="7185" y="195839"/>
                  </a:lnTo>
                  <a:lnTo>
                    <a:pt x="11367" y="197357"/>
                  </a:lnTo>
                  <a:lnTo>
                    <a:pt x="36417" y="197357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0" name="object 29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3081891" y="8062874"/>
              <a:ext cx="120548" cy="208025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3233894" y="8127920"/>
              <a:ext cx="102604" cy="139780"/>
            </a:xfrm>
            <a:prstGeom prst="rect">
              <a:avLst/>
            </a:prstGeom>
          </p:spPr>
        </p:pic>
      </p:grpSp>
      <p:sp>
        <p:nvSpPr>
          <p:cNvPr id="292" name="object 292"/>
          <p:cNvSpPr/>
          <p:nvPr/>
        </p:nvSpPr>
        <p:spPr>
          <a:xfrm>
            <a:off x="3381259" y="8243137"/>
            <a:ext cx="26034" cy="27305"/>
          </a:xfrm>
          <a:custGeom>
            <a:avLst/>
            <a:gdLst/>
            <a:ahLst/>
            <a:cxnLst/>
            <a:rect l="l" t="t" r="r" b="b"/>
            <a:pathLst>
              <a:path w="26035" h="27304">
                <a:moveTo>
                  <a:pt x="17185" y="0"/>
                </a:moveTo>
                <a:lnTo>
                  <a:pt x="8477" y="0"/>
                </a:lnTo>
                <a:lnTo>
                  <a:pt x="5285" y="1093"/>
                </a:lnTo>
                <a:lnTo>
                  <a:pt x="1057" y="5469"/>
                </a:lnTo>
                <a:lnTo>
                  <a:pt x="0" y="8389"/>
                </a:lnTo>
                <a:lnTo>
                  <a:pt x="0" y="18538"/>
                </a:lnTo>
                <a:lnTo>
                  <a:pt x="1057" y="21432"/>
                </a:lnTo>
                <a:lnTo>
                  <a:pt x="5285" y="25915"/>
                </a:lnTo>
                <a:lnTo>
                  <a:pt x="8477" y="27037"/>
                </a:lnTo>
                <a:lnTo>
                  <a:pt x="12744" y="27037"/>
                </a:lnTo>
                <a:lnTo>
                  <a:pt x="17185" y="27037"/>
                </a:lnTo>
                <a:lnTo>
                  <a:pt x="20420" y="25915"/>
                </a:lnTo>
                <a:lnTo>
                  <a:pt x="24470" y="21432"/>
                </a:lnTo>
                <a:lnTo>
                  <a:pt x="25482" y="18538"/>
                </a:lnTo>
                <a:lnTo>
                  <a:pt x="25482" y="8389"/>
                </a:lnTo>
                <a:lnTo>
                  <a:pt x="24470" y="5469"/>
                </a:lnTo>
                <a:lnTo>
                  <a:pt x="20420" y="1093"/>
                </a:lnTo>
                <a:lnTo>
                  <a:pt x="17185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9525000" y="326707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9525000" y="503872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9525000" y="6819900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9525000" y="867727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7810500" y="0"/>
                </a:moveTo>
                <a:lnTo>
                  <a:pt x="0" y="0"/>
                </a:lnTo>
                <a:lnTo>
                  <a:pt x="0" y="9525"/>
                </a:lnTo>
                <a:lnTo>
                  <a:pt x="7810500" y="9525"/>
                </a:lnTo>
                <a:lnTo>
                  <a:pt x="7810500" y="0"/>
                </a:lnTo>
                <a:close/>
              </a:path>
            </a:pathLst>
          </a:custGeom>
          <a:solidFill>
            <a:srgbClr val="D9D2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 txBox="1"/>
          <p:nvPr/>
        </p:nvSpPr>
        <p:spPr>
          <a:xfrm>
            <a:off x="9512300" y="2768600"/>
            <a:ext cx="9855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5" dirty="0">
                <a:solidFill>
                  <a:srgbClr val="8A857C"/>
                </a:solidFill>
                <a:latin typeface="Courier New"/>
                <a:cs typeface="Courier New"/>
              </a:rPr>
              <a:t>ĎALŠIE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98" name="object 298"/>
          <p:cNvSpPr txBox="1"/>
          <p:nvPr/>
        </p:nvSpPr>
        <p:spPr>
          <a:xfrm>
            <a:off x="10664443" y="2768600"/>
            <a:ext cx="821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solidFill>
                  <a:srgbClr val="8A857C"/>
                </a:solidFill>
                <a:latin typeface="Courier New"/>
                <a:cs typeface="Courier New"/>
              </a:rPr>
              <a:t>KROKY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99" name="object 299"/>
          <p:cNvSpPr txBox="1"/>
          <p:nvPr/>
        </p:nvSpPr>
        <p:spPr>
          <a:xfrm>
            <a:off x="9512300" y="3597275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90" dirty="0">
                <a:solidFill>
                  <a:srgbClr val="8A857C"/>
                </a:solidFill>
                <a:latin typeface="Cambria"/>
                <a:cs typeface="Cambria"/>
              </a:rPr>
              <a:t>→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300" name="object 300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10620299" y="3622052"/>
            <a:ext cx="162572" cy="229933"/>
          </a:xfrm>
          <a:prstGeom prst="rect">
            <a:avLst/>
          </a:prstGeom>
        </p:spPr>
      </p:pic>
      <p:grpSp>
        <p:nvGrpSpPr>
          <p:cNvPr id="301" name="object 301"/>
          <p:cNvGrpSpPr/>
          <p:nvPr/>
        </p:nvGrpSpPr>
        <p:grpSpPr>
          <a:xfrm>
            <a:off x="10838897" y="3608451"/>
            <a:ext cx="510540" cy="243840"/>
            <a:chOff x="10838897" y="3608451"/>
            <a:chExt cx="510540" cy="243840"/>
          </a:xfrm>
        </p:grpSpPr>
        <p:pic>
          <p:nvPicPr>
            <p:cNvPr id="302" name="object 30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0838897" y="3677107"/>
              <a:ext cx="130511" cy="170992"/>
            </a:xfrm>
            <a:prstGeom prst="rect">
              <a:avLst/>
            </a:prstGeom>
          </p:spPr>
        </p:pic>
        <p:pic>
          <p:nvPicPr>
            <p:cNvPr id="303" name="object 30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11509" y="3608451"/>
              <a:ext cx="144113" cy="243535"/>
            </a:xfrm>
            <a:prstGeom prst="rect">
              <a:avLst/>
            </a:prstGeom>
          </p:spPr>
        </p:pic>
        <p:pic>
          <p:nvPicPr>
            <p:cNvPr id="304" name="object 30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1198369" y="3677107"/>
              <a:ext cx="150914" cy="174879"/>
            </a:xfrm>
            <a:prstGeom prst="rect">
              <a:avLst/>
            </a:prstGeom>
          </p:spPr>
        </p:pic>
      </p:grpSp>
      <p:sp>
        <p:nvSpPr>
          <p:cNvPr id="305" name="object 305"/>
          <p:cNvSpPr/>
          <p:nvPr/>
        </p:nvSpPr>
        <p:spPr>
          <a:xfrm>
            <a:off x="11443847" y="3608451"/>
            <a:ext cx="107950" cy="288925"/>
          </a:xfrm>
          <a:custGeom>
            <a:avLst/>
            <a:gdLst/>
            <a:ahLst/>
            <a:cxnLst/>
            <a:rect l="l" t="t" r="r" b="b"/>
            <a:pathLst>
              <a:path w="107950" h="288925">
                <a:moveTo>
                  <a:pt x="107842" y="0"/>
                </a:moveTo>
                <a:lnTo>
                  <a:pt x="84524" y="0"/>
                </a:lnTo>
                <a:lnTo>
                  <a:pt x="0" y="288550"/>
                </a:lnTo>
                <a:lnTo>
                  <a:pt x="23317" y="288550"/>
                </a:lnTo>
                <a:lnTo>
                  <a:pt x="107842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6" name="object 306"/>
          <p:cNvGrpSpPr/>
          <p:nvPr/>
        </p:nvGrpSpPr>
        <p:grpSpPr>
          <a:xfrm>
            <a:off x="11671514" y="3608451"/>
            <a:ext cx="704215" cy="243840"/>
            <a:chOff x="11671514" y="3608451"/>
            <a:chExt cx="704215" cy="243840"/>
          </a:xfrm>
        </p:grpSpPr>
        <p:pic>
          <p:nvPicPr>
            <p:cNvPr id="307" name="object 307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1671514" y="3622052"/>
              <a:ext cx="159658" cy="226047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59023" y="3677107"/>
              <a:ext cx="147351" cy="174879"/>
            </a:xfrm>
            <a:prstGeom prst="rect">
              <a:avLst/>
            </a:prstGeom>
          </p:spPr>
        </p:pic>
        <p:pic>
          <p:nvPicPr>
            <p:cNvPr id="309" name="object 30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37789" y="3608451"/>
              <a:ext cx="144113" cy="243535"/>
            </a:xfrm>
            <a:prstGeom prst="rect">
              <a:avLst/>
            </a:prstGeom>
          </p:spPr>
        </p:pic>
        <p:pic>
          <p:nvPicPr>
            <p:cNvPr id="310" name="object 310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2224650" y="3677107"/>
              <a:ext cx="150914" cy="174879"/>
            </a:xfrm>
            <a:prstGeom prst="rect">
              <a:avLst/>
            </a:prstGeom>
          </p:spPr>
        </p:pic>
      </p:grpSp>
      <p:grpSp>
        <p:nvGrpSpPr>
          <p:cNvPr id="311" name="object 311"/>
          <p:cNvGrpSpPr/>
          <p:nvPr/>
        </p:nvGrpSpPr>
        <p:grpSpPr>
          <a:xfrm>
            <a:off x="10599980" y="4126991"/>
            <a:ext cx="627380" cy="200660"/>
            <a:chOff x="10599980" y="4126991"/>
            <a:chExt cx="627380" cy="200660"/>
          </a:xfrm>
        </p:grpSpPr>
        <p:pic>
          <p:nvPicPr>
            <p:cNvPr id="312" name="object 31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599980" y="4187770"/>
              <a:ext cx="103132" cy="136579"/>
            </a:xfrm>
            <a:prstGeom prst="rect">
              <a:avLst/>
            </a:prstGeom>
          </p:spPr>
        </p:pic>
        <p:pic>
          <p:nvPicPr>
            <p:cNvPr id="313" name="object 313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0724168" y="4149528"/>
              <a:ext cx="205607" cy="178022"/>
            </a:xfrm>
            <a:prstGeom prst="rect">
              <a:avLst/>
            </a:prstGeom>
          </p:spPr>
        </p:pic>
        <p:sp>
          <p:nvSpPr>
            <p:cNvPr id="314" name="object 314"/>
            <p:cNvSpPr/>
            <p:nvPr/>
          </p:nvSpPr>
          <p:spPr>
            <a:xfrm>
              <a:off x="10963338" y="412885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4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4" y="17346"/>
                  </a:lnTo>
                  <a:lnTo>
                    <a:pt x="4122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48" y="20961"/>
                  </a:lnTo>
                  <a:lnTo>
                    <a:pt x="19939" y="17346"/>
                  </a:lnTo>
                  <a:lnTo>
                    <a:pt x="20735" y="15081"/>
                  </a:lnTo>
                  <a:lnTo>
                    <a:pt x="20735" y="6785"/>
                  </a:lnTo>
                  <a:lnTo>
                    <a:pt x="19939" y="4517"/>
                  </a:lnTo>
                  <a:lnTo>
                    <a:pt x="16748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5" name="object 31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019607" y="4184569"/>
              <a:ext cx="120564" cy="142980"/>
            </a:xfrm>
            <a:prstGeom prst="rect">
              <a:avLst/>
            </a:prstGeom>
          </p:spPr>
        </p:pic>
        <p:sp>
          <p:nvSpPr>
            <p:cNvPr id="316" name="object 316"/>
            <p:cNvSpPr/>
            <p:nvPr/>
          </p:nvSpPr>
          <p:spPr>
            <a:xfrm>
              <a:off x="11171773" y="4126991"/>
              <a:ext cx="55880" cy="197485"/>
            </a:xfrm>
            <a:custGeom>
              <a:avLst/>
              <a:gdLst/>
              <a:ahLst/>
              <a:cxnLst/>
              <a:rect l="l" t="t" r="r" b="b"/>
              <a:pathLst>
                <a:path w="55879" h="197485">
                  <a:moveTo>
                    <a:pt x="15201" y="0"/>
                  </a:moveTo>
                  <a:lnTo>
                    <a:pt x="0" y="0"/>
                  </a:lnTo>
                  <a:lnTo>
                    <a:pt x="0" y="185800"/>
                  </a:lnTo>
                  <a:lnTo>
                    <a:pt x="1422" y="189801"/>
                  </a:lnTo>
                  <a:lnTo>
                    <a:pt x="7112" y="195846"/>
                  </a:lnTo>
                  <a:lnTo>
                    <a:pt x="11290" y="197358"/>
                  </a:lnTo>
                  <a:lnTo>
                    <a:pt x="36271" y="197358"/>
                  </a:lnTo>
                  <a:lnTo>
                    <a:pt x="36271" y="184023"/>
                  </a:lnTo>
                  <a:lnTo>
                    <a:pt x="15201" y="184023"/>
                  </a:lnTo>
                  <a:lnTo>
                    <a:pt x="15201" y="0"/>
                  </a:lnTo>
                  <a:close/>
                </a:path>
                <a:path w="55879" h="197485">
                  <a:moveTo>
                    <a:pt x="55473" y="0"/>
                  </a:moveTo>
                  <a:lnTo>
                    <a:pt x="37604" y="0"/>
                  </a:lnTo>
                  <a:lnTo>
                    <a:pt x="33870" y="48272"/>
                  </a:lnTo>
                  <a:lnTo>
                    <a:pt x="44272" y="48272"/>
                  </a:lnTo>
                  <a:lnTo>
                    <a:pt x="55473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7" name="object 317"/>
          <p:cNvPicPr/>
          <p:nvPr/>
        </p:nvPicPr>
        <p:blipFill>
          <a:blip r:embed="rId111" cstate="print"/>
          <a:stretch>
            <a:fillRect/>
          </a:stretch>
        </p:blipFill>
        <p:spPr>
          <a:xfrm>
            <a:off x="11305344" y="4119524"/>
            <a:ext cx="2245352" cy="258165"/>
          </a:xfrm>
          <a:prstGeom prst="rect">
            <a:avLst/>
          </a:prstGeom>
        </p:spPr>
      </p:pic>
      <p:sp>
        <p:nvSpPr>
          <p:cNvPr id="318" name="object 318"/>
          <p:cNvSpPr/>
          <p:nvPr/>
        </p:nvSpPr>
        <p:spPr>
          <a:xfrm>
            <a:off x="13637057" y="4236042"/>
            <a:ext cx="189230" cy="14604"/>
          </a:xfrm>
          <a:custGeom>
            <a:avLst/>
            <a:gdLst/>
            <a:ahLst/>
            <a:cxnLst/>
            <a:rect l="l" t="t" r="r" b="b"/>
            <a:pathLst>
              <a:path w="189230" h="14604">
                <a:moveTo>
                  <a:pt x="188823" y="0"/>
                </a:moveTo>
                <a:lnTo>
                  <a:pt x="0" y="0"/>
                </a:lnTo>
                <a:lnTo>
                  <a:pt x="0" y="14251"/>
                </a:lnTo>
                <a:lnTo>
                  <a:pt x="188823" y="14251"/>
                </a:lnTo>
                <a:lnTo>
                  <a:pt x="188823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9" name="object 319"/>
          <p:cNvGrpSpPr/>
          <p:nvPr/>
        </p:nvGrpSpPr>
        <p:grpSpPr>
          <a:xfrm>
            <a:off x="13912304" y="4126991"/>
            <a:ext cx="908685" cy="200660"/>
            <a:chOff x="13912304" y="4126991"/>
            <a:chExt cx="908685" cy="200660"/>
          </a:xfrm>
        </p:grpSpPr>
        <p:pic>
          <p:nvPicPr>
            <p:cNvPr id="320" name="object 320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3912304" y="4184569"/>
              <a:ext cx="109575" cy="142980"/>
            </a:xfrm>
            <a:prstGeom prst="rect">
              <a:avLst/>
            </a:prstGeom>
          </p:spPr>
        </p:pic>
        <p:pic>
          <p:nvPicPr>
            <p:cNvPr id="321" name="object 321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4055649" y="4126991"/>
              <a:ext cx="102603" cy="197358"/>
            </a:xfrm>
            <a:prstGeom prst="rect">
              <a:avLst/>
            </a:prstGeom>
          </p:spPr>
        </p:pic>
        <p:pic>
          <p:nvPicPr>
            <p:cNvPr id="322" name="object 322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4195031" y="4184569"/>
              <a:ext cx="109575" cy="142980"/>
            </a:xfrm>
            <a:prstGeom prst="rect">
              <a:avLst/>
            </a:prstGeom>
          </p:spPr>
        </p:pic>
        <p:pic>
          <p:nvPicPr>
            <p:cNvPr id="323" name="object 323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4325637" y="4184569"/>
              <a:ext cx="116854" cy="142980"/>
            </a:xfrm>
            <a:prstGeom prst="rect">
              <a:avLst/>
            </a:prstGeom>
          </p:spPr>
        </p:pic>
        <p:pic>
          <p:nvPicPr>
            <p:cNvPr id="324" name="object 324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4481124" y="4184569"/>
              <a:ext cx="185813" cy="139780"/>
            </a:xfrm>
            <a:prstGeom prst="rect">
              <a:avLst/>
            </a:prstGeom>
          </p:spPr>
        </p:pic>
        <p:pic>
          <p:nvPicPr>
            <p:cNvPr id="325" name="object 325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4703842" y="4184569"/>
              <a:ext cx="116866" cy="142980"/>
            </a:xfrm>
            <a:prstGeom prst="rect">
              <a:avLst/>
            </a:prstGeom>
          </p:spPr>
        </p:pic>
      </p:grpSp>
      <p:grpSp>
        <p:nvGrpSpPr>
          <p:cNvPr id="326" name="object 326"/>
          <p:cNvGrpSpPr/>
          <p:nvPr/>
        </p:nvGrpSpPr>
        <p:grpSpPr>
          <a:xfrm>
            <a:off x="14905367" y="4149528"/>
            <a:ext cx="213995" cy="178435"/>
            <a:chOff x="14905367" y="4149528"/>
            <a:chExt cx="213995" cy="178435"/>
          </a:xfrm>
        </p:grpSpPr>
        <p:pic>
          <p:nvPicPr>
            <p:cNvPr id="327" name="object 327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4905367" y="4149528"/>
              <a:ext cx="69888" cy="174821"/>
            </a:xfrm>
            <a:prstGeom prst="rect">
              <a:avLst/>
            </a:prstGeom>
          </p:spPr>
        </p:pic>
        <p:pic>
          <p:nvPicPr>
            <p:cNvPr id="328" name="object 328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4999601" y="4184569"/>
              <a:ext cx="119507" cy="142980"/>
            </a:xfrm>
            <a:prstGeom prst="rect">
              <a:avLst/>
            </a:prstGeom>
          </p:spPr>
        </p:pic>
      </p:grpSp>
      <p:grpSp>
        <p:nvGrpSpPr>
          <p:cNvPr id="329" name="object 329"/>
          <p:cNvGrpSpPr/>
          <p:nvPr/>
        </p:nvGrpSpPr>
        <p:grpSpPr>
          <a:xfrm>
            <a:off x="15206877" y="4125124"/>
            <a:ext cx="784225" cy="252729"/>
            <a:chOff x="15206877" y="4125124"/>
            <a:chExt cx="784225" cy="252729"/>
          </a:xfrm>
        </p:grpSpPr>
        <p:pic>
          <p:nvPicPr>
            <p:cNvPr id="330" name="object 330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15206877" y="4184569"/>
              <a:ext cx="101092" cy="142980"/>
            </a:xfrm>
            <a:prstGeom prst="rect">
              <a:avLst/>
            </a:prstGeom>
          </p:spPr>
        </p:pic>
        <p:pic>
          <p:nvPicPr>
            <p:cNvPr id="331" name="object 331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5347962" y="4184569"/>
              <a:ext cx="114007" cy="193120"/>
            </a:xfrm>
            <a:prstGeom prst="rect">
              <a:avLst/>
            </a:prstGeom>
          </p:spPr>
        </p:pic>
        <p:pic>
          <p:nvPicPr>
            <p:cNvPr id="332" name="object 332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5501098" y="4184569"/>
              <a:ext cx="329831" cy="142980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15858400" y="412885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5" h="195579">
                  <a:moveTo>
                    <a:pt x="14084" y="0"/>
                  </a:moveTo>
                  <a:lnTo>
                    <a:pt x="6743" y="0"/>
                  </a:lnTo>
                  <a:lnTo>
                    <a:pt x="4114" y="902"/>
                  </a:lnTo>
                  <a:lnTo>
                    <a:pt x="812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12" y="17346"/>
                  </a:lnTo>
                  <a:lnTo>
                    <a:pt x="4114" y="20961"/>
                  </a:lnTo>
                  <a:lnTo>
                    <a:pt x="6743" y="21865"/>
                  </a:lnTo>
                  <a:lnTo>
                    <a:pt x="14084" y="21865"/>
                  </a:lnTo>
                  <a:lnTo>
                    <a:pt x="16738" y="20961"/>
                  </a:lnTo>
                  <a:lnTo>
                    <a:pt x="19926" y="17346"/>
                  </a:lnTo>
                  <a:lnTo>
                    <a:pt x="20726" y="15081"/>
                  </a:lnTo>
                  <a:lnTo>
                    <a:pt x="20726" y="6785"/>
                  </a:lnTo>
                  <a:lnTo>
                    <a:pt x="19926" y="4517"/>
                  </a:lnTo>
                  <a:lnTo>
                    <a:pt x="16738" y="902"/>
                  </a:lnTo>
                  <a:lnTo>
                    <a:pt x="14084" y="0"/>
                  </a:lnTo>
                  <a:close/>
                </a:path>
                <a:path w="20955" h="195579">
                  <a:moveTo>
                    <a:pt x="18021" y="58911"/>
                  </a:moveTo>
                  <a:lnTo>
                    <a:pt x="2806" y="58911"/>
                  </a:lnTo>
                  <a:lnTo>
                    <a:pt x="2806" y="195491"/>
                  </a:lnTo>
                  <a:lnTo>
                    <a:pt x="18021" y="195491"/>
                  </a:lnTo>
                  <a:lnTo>
                    <a:pt x="18021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4" name="object 334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5908895" y="4125124"/>
              <a:ext cx="82143" cy="199224"/>
            </a:xfrm>
            <a:prstGeom prst="rect">
              <a:avLst/>
            </a:prstGeom>
          </p:spPr>
        </p:pic>
      </p:grpSp>
      <p:grpSp>
        <p:nvGrpSpPr>
          <p:cNvPr id="335" name="object 335"/>
          <p:cNvGrpSpPr/>
          <p:nvPr/>
        </p:nvGrpSpPr>
        <p:grpSpPr>
          <a:xfrm>
            <a:off x="16067354" y="4184570"/>
            <a:ext cx="371475" cy="143510"/>
            <a:chOff x="16067354" y="4184570"/>
            <a:chExt cx="371475" cy="143510"/>
          </a:xfrm>
        </p:grpSpPr>
        <p:pic>
          <p:nvPicPr>
            <p:cNvPr id="336" name="object 336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6067354" y="4184570"/>
              <a:ext cx="109575" cy="142980"/>
            </a:xfrm>
            <a:prstGeom prst="rect">
              <a:avLst/>
            </a:prstGeom>
          </p:spPr>
        </p:pic>
        <p:pic>
          <p:nvPicPr>
            <p:cNvPr id="337" name="object 337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6197946" y="4184570"/>
              <a:ext cx="116866" cy="142980"/>
            </a:xfrm>
            <a:prstGeom prst="rect">
              <a:avLst/>
            </a:prstGeom>
          </p:spPr>
        </p:pic>
        <p:pic>
          <p:nvPicPr>
            <p:cNvPr id="338" name="object 338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6335540" y="4187770"/>
              <a:ext cx="103136" cy="136579"/>
            </a:xfrm>
            <a:prstGeom prst="rect">
              <a:avLst/>
            </a:prstGeom>
          </p:spPr>
        </p:pic>
      </p:grpSp>
      <p:pic>
        <p:nvPicPr>
          <p:cNvPr id="339" name="object 339"/>
          <p:cNvPicPr/>
          <p:nvPr/>
        </p:nvPicPr>
        <p:blipFill>
          <a:blip r:embed="rId127" cstate="print"/>
          <a:stretch>
            <a:fillRect/>
          </a:stretch>
        </p:blipFill>
        <p:spPr>
          <a:xfrm>
            <a:off x="10605685" y="4527041"/>
            <a:ext cx="1150251" cy="200558"/>
          </a:xfrm>
          <a:prstGeom prst="rect">
            <a:avLst/>
          </a:prstGeom>
        </p:spPr>
      </p:pic>
      <p:grpSp>
        <p:nvGrpSpPr>
          <p:cNvPr id="340" name="object 340"/>
          <p:cNvGrpSpPr/>
          <p:nvPr/>
        </p:nvGrpSpPr>
        <p:grpSpPr>
          <a:xfrm>
            <a:off x="11868369" y="4549578"/>
            <a:ext cx="882015" cy="228600"/>
            <a:chOff x="11868369" y="4549578"/>
            <a:chExt cx="882015" cy="228600"/>
          </a:xfrm>
        </p:grpSpPr>
        <p:pic>
          <p:nvPicPr>
            <p:cNvPr id="341" name="object 341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1868369" y="4584619"/>
              <a:ext cx="114009" cy="193120"/>
            </a:xfrm>
            <a:prstGeom prst="rect">
              <a:avLst/>
            </a:prstGeom>
          </p:spPr>
        </p:pic>
        <p:pic>
          <p:nvPicPr>
            <p:cNvPr id="342" name="object 342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2010251" y="4549578"/>
              <a:ext cx="291941" cy="178022"/>
            </a:xfrm>
            <a:prstGeom prst="rect">
              <a:avLst/>
            </a:prstGeom>
          </p:spPr>
        </p:pic>
        <p:pic>
          <p:nvPicPr>
            <p:cNvPr id="343" name="object 34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326662" y="4584619"/>
              <a:ext cx="116864" cy="142980"/>
            </a:xfrm>
            <a:prstGeom prst="rect">
              <a:avLst/>
            </a:prstGeom>
          </p:spPr>
        </p:pic>
        <p:pic>
          <p:nvPicPr>
            <p:cNvPr id="344" name="object 344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2482153" y="4587820"/>
              <a:ext cx="66316" cy="136579"/>
            </a:xfrm>
            <a:prstGeom prst="rect">
              <a:avLst/>
            </a:prstGeom>
          </p:spPr>
        </p:pic>
        <p:pic>
          <p:nvPicPr>
            <p:cNvPr id="345" name="object 3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577335" y="4584619"/>
              <a:ext cx="102604" cy="139780"/>
            </a:xfrm>
            <a:prstGeom prst="rect">
              <a:avLst/>
            </a:prstGeom>
          </p:spPr>
        </p:pic>
        <p:sp>
          <p:nvSpPr>
            <p:cNvPr id="346" name="object 346"/>
            <p:cNvSpPr/>
            <p:nvPr/>
          </p:nvSpPr>
          <p:spPr>
            <a:xfrm>
              <a:off x="12714477" y="4699838"/>
              <a:ext cx="36195" cy="61594"/>
            </a:xfrm>
            <a:custGeom>
              <a:avLst/>
              <a:gdLst/>
              <a:ahLst/>
              <a:cxnLst/>
              <a:rect l="l" t="t" r="r" b="b"/>
              <a:pathLst>
                <a:path w="36195" h="61595">
                  <a:moveTo>
                    <a:pt x="27508" y="0"/>
                  </a:moveTo>
                  <a:lnTo>
                    <a:pt x="23063" y="0"/>
                  </a:lnTo>
                  <a:lnTo>
                    <a:pt x="18656" y="0"/>
                  </a:lnTo>
                  <a:lnTo>
                    <a:pt x="15417" y="1155"/>
                  </a:lnTo>
                  <a:lnTo>
                    <a:pt x="11264" y="5778"/>
                  </a:lnTo>
                  <a:lnTo>
                    <a:pt x="10223" y="8726"/>
                  </a:lnTo>
                  <a:lnTo>
                    <a:pt x="10223" y="18322"/>
                  </a:lnTo>
                  <a:lnTo>
                    <a:pt x="10985" y="20721"/>
                  </a:lnTo>
                  <a:lnTo>
                    <a:pt x="14008" y="24730"/>
                  </a:lnTo>
                  <a:lnTo>
                    <a:pt x="16484" y="26003"/>
                  </a:lnTo>
                  <a:lnTo>
                    <a:pt x="19900" y="26545"/>
                  </a:lnTo>
                  <a:lnTo>
                    <a:pt x="18821" y="32284"/>
                  </a:lnTo>
                  <a:lnTo>
                    <a:pt x="16713" y="38016"/>
                  </a:lnTo>
                  <a:lnTo>
                    <a:pt x="10401" y="49465"/>
                  </a:lnTo>
                  <a:lnTo>
                    <a:pt x="5892" y="55380"/>
                  </a:lnTo>
                  <a:lnTo>
                    <a:pt x="0" y="61487"/>
                  </a:lnTo>
                  <a:lnTo>
                    <a:pt x="12890" y="61487"/>
                  </a:lnTo>
                  <a:lnTo>
                    <a:pt x="35699" y="23017"/>
                  </a:lnTo>
                  <a:lnTo>
                    <a:pt x="35699" y="8726"/>
                  </a:lnTo>
                  <a:lnTo>
                    <a:pt x="34709" y="5778"/>
                  </a:lnTo>
                  <a:lnTo>
                    <a:pt x="30733" y="1155"/>
                  </a:lnTo>
                  <a:lnTo>
                    <a:pt x="2750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7" name="object 347"/>
          <p:cNvGrpSpPr/>
          <p:nvPr/>
        </p:nvGrpSpPr>
        <p:grpSpPr>
          <a:xfrm>
            <a:off x="12845922" y="4520907"/>
            <a:ext cx="426720" cy="207010"/>
            <a:chOff x="12845922" y="4520907"/>
            <a:chExt cx="426720" cy="207010"/>
          </a:xfrm>
        </p:grpSpPr>
        <p:pic>
          <p:nvPicPr>
            <p:cNvPr id="348" name="object 348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2845922" y="4520907"/>
              <a:ext cx="101079" cy="206692"/>
            </a:xfrm>
            <a:prstGeom prst="rect">
              <a:avLst/>
            </a:prstGeom>
          </p:spPr>
        </p:pic>
        <p:pic>
          <p:nvPicPr>
            <p:cNvPr id="349" name="object 349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12970116" y="4549578"/>
              <a:ext cx="69888" cy="174821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3076377" y="4587820"/>
              <a:ext cx="66319" cy="136579"/>
            </a:xfrm>
            <a:prstGeom prst="rect">
              <a:avLst/>
            </a:prstGeom>
          </p:spPr>
        </p:pic>
        <p:pic>
          <p:nvPicPr>
            <p:cNvPr id="351" name="object 351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3169709" y="4587820"/>
              <a:ext cx="102603" cy="139780"/>
            </a:xfrm>
            <a:prstGeom prst="rect">
              <a:avLst/>
            </a:prstGeom>
          </p:spPr>
        </p:pic>
      </p:grpSp>
      <p:grpSp>
        <p:nvGrpSpPr>
          <p:cNvPr id="352" name="object 352"/>
          <p:cNvGrpSpPr/>
          <p:nvPr/>
        </p:nvGrpSpPr>
        <p:grpSpPr>
          <a:xfrm>
            <a:off x="13321805" y="4519574"/>
            <a:ext cx="325120" cy="208279"/>
            <a:chOff x="13321805" y="4519574"/>
            <a:chExt cx="325120" cy="208279"/>
          </a:xfrm>
        </p:grpSpPr>
        <p:pic>
          <p:nvPicPr>
            <p:cNvPr id="353" name="object 353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3321805" y="4527042"/>
              <a:ext cx="187540" cy="197358"/>
            </a:xfrm>
            <a:prstGeom prst="rect">
              <a:avLst/>
            </a:prstGeom>
          </p:spPr>
        </p:pic>
        <p:pic>
          <p:nvPicPr>
            <p:cNvPr id="354" name="object 35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543915" y="4519574"/>
              <a:ext cx="102679" cy="208025"/>
            </a:xfrm>
            <a:prstGeom prst="rect">
              <a:avLst/>
            </a:prstGeom>
          </p:spPr>
        </p:pic>
      </p:grpSp>
      <p:pic>
        <p:nvPicPr>
          <p:cNvPr id="355" name="object 355"/>
          <p:cNvPicPr/>
          <p:nvPr/>
        </p:nvPicPr>
        <p:blipFill>
          <a:blip r:embed="rId135" cstate="print"/>
          <a:stretch>
            <a:fillRect/>
          </a:stretch>
        </p:blipFill>
        <p:spPr>
          <a:xfrm>
            <a:off x="13695959" y="4584620"/>
            <a:ext cx="203847" cy="142980"/>
          </a:xfrm>
          <a:prstGeom prst="rect">
            <a:avLst/>
          </a:prstGeom>
        </p:spPr>
      </p:pic>
      <p:grpSp>
        <p:nvGrpSpPr>
          <p:cNvPr id="356" name="object 356"/>
          <p:cNvGrpSpPr/>
          <p:nvPr/>
        </p:nvGrpSpPr>
        <p:grpSpPr>
          <a:xfrm>
            <a:off x="13994294" y="4584620"/>
            <a:ext cx="259715" cy="143510"/>
            <a:chOff x="13994294" y="4584620"/>
            <a:chExt cx="259715" cy="143510"/>
          </a:xfrm>
        </p:grpSpPr>
        <p:pic>
          <p:nvPicPr>
            <p:cNvPr id="357" name="object 357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13994294" y="4584620"/>
              <a:ext cx="102603" cy="139780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14133283" y="4584620"/>
              <a:ext cx="120561" cy="142980"/>
            </a:xfrm>
            <a:prstGeom prst="rect">
              <a:avLst/>
            </a:prstGeom>
          </p:spPr>
        </p:pic>
      </p:grpSp>
      <p:grpSp>
        <p:nvGrpSpPr>
          <p:cNvPr id="359" name="object 359"/>
          <p:cNvGrpSpPr/>
          <p:nvPr/>
        </p:nvGrpSpPr>
        <p:grpSpPr>
          <a:xfrm>
            <a:off x="14331429" y="4549578"/>
            <a:ext cx="213995" cy="178435"/>
            <a:chOff x="14331429" y="4549578"/>
            <a:chExt cx="213995" cy="178435"/>
          </a:xfrm>
        </p:grpSpPr>
        <p:pic>
          <p:nvPicPr>
            <p:cNvPr id="360" name="object 3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331429" y="4549578"/>
              <a:ext cx="69888" cy="174821"/>
            </a:xfrm>
            <a:prstGeom prst="rect">
              <a:avLst/>
            </a:prstGeom>
          </p:spPr>
        </p:pic>
        <p:pic>
          <p:nvPicPr>
            <p:cNvPr id="361" name="object 361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14425663" y="4584619"/>
              <a:ext cx="119507" cy="142980"/>
            </a:xfrm>
            <a:prstGeom prst="rect">
              <a:avLst/>
            </a:prstGeom>
          </p:spPr>
        </p:pic>
      </p:grpSp>
      <p:grpSp>
        <p:nvGrpSpPr>
          <p:cNvPr id="362" name="object 362"/>
          <p:cNvGrpSpPr/>
          <p:nvPr/>
        </p:nvGrpSpPr>
        <p:grpSpPr>
          <a:xfrm>
            <a:off x="14624228" y="4528908"/>
            <a:ext cx="193675" cy="248920"/>
            <a:chOff x="14624228" y="4528908"/>
            <a:chExt cx="193675" cy="248920"/>
          </a:xfrm>
        </p:grpSpPr>
        <p:sp>
          <p:nvSpPr>
            <p:cNvPr id="363" name="object 363"/>
            <p:cNvSpPr/>
            <p:nvPr/>
          </p:nvSpPr>
          <p:spPr>
            <a:xfrm>
              <a:off x="14624228" y="4528908"/>
              <a:ext cx="40640" cy="248920"/>
            </a:xfrm>
            <a:custGeom>
              <a:avLst/>
              <a:gdLst/>
              <a:ahLst/>
              <a:cxnLst/>
              <a:rect l="l" t="t" r="r" b="b"/>
              <a:pathLst>
                <a:path w="40640" h="248920">
                  <a:moveTo>
                    <a:pt x="37719" y="58911"/>
                  </a:moveTo>
                  <a:lnTo>
                    <a:pt x="22504" y="58911"/>
                  </a:lnTo>
                  <a:lnTo>
                    <a:pt x="22504" y="235454"/>
                  </a:lnTo>
                  <a:lnTo>
                    <a:pt x="0" y="235454"/>
                  </a:lnTo>
                  <a:lnTo>
                    <a:pt x="0" y="248831"/>
                  </a:lnTo>
                  <a:lnTo>
                    <a:pt x="23799" y="248831"/>
                  </a:lnTo>
                  <a:lnTo>
                    <a:pt x="29184" y="246769"/>
                  </a:lnTo>
                  <a:lnTo>
                    <a:pt x="36017" y="238523"/>
                  </a:lnTo>
                  <a:lnTo>
                    <a:pt x="37719" y="233065"/>
                  </a:lnTo>
                  <a:lnTo>
                    <a:pt x="37719" y="58911"/>
                  </a:lnTo>
                  <a:close/>
                </a:path>
                <a:path w="40640" h="248920">
                  <a:moveTo>
                    <a:pt x="33782" y="0"/>
                  </a:moveTo>
                  <a:lnTo>
                    <a:pt x="26454" y="0"/>
                  </a:lnTo>
                  <a:lnTo>
                    <a:pt x="23812" y="902"/>
                  </a:lnTo>
                  <a:lnTo>
                    <a:pt x="20523" y="4517"/>
                  </a:lnTo>
                  <a:lnTo>
                    <a:pt x="19697" y="6785"/>
                  </a:lnTo>
                  <a:lnTo>
                    <a:pt x="19697" y="15081"/>
                  </a:lnTo>
                  <a:lnTo>
                    <a:pt x="20523" y="17346"/>
                  </a:lnTo>
                  <a:lnTo>
                    <a:pt x="23812" y="20961"/>
                  </a:lnTo>
                  <a:lnTo>
                    <a:pt x="26454" y="21865"/>
                  </a:lnTo>
                  <a:lnTo>
                    <a:pt x="33782" y="21865"/>
                  </a:lnTo>
                  <a:lnTo>
                    <a:pt x="36449" y="20961"/>
                  </a:lnTo>
                  <a:lnTo>
                    <a:pt x="39636" y="17346"/>
                  </a:lnTo>
                  <a:lnTo>
                    <a:pt x="40436" y="15081"/>
                  </a:lnTo>
                  <a:lnTo>
                    <a:pt x="40436" y="6785"/>
                  </a:lnTo>
                  <a:lnTo>
                    <a:pt x="39636" y="4517"/>
                  </a:lnTo>
                  <a:lnTo>
                    <a:pt x="36449" y="902"/>
                  </a:lnTo>
                  <a:lnTo>
                    <a:pt x="33782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4" name="object 364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4700706" y="4584619"/>
              <a:ext cx="116866" cy="142980"/>
            </a:xfrm>
            <a:prstGeom prst="rect">
              <a:avLst/>
            </a:prstGeom>
          </p:spPr>
        </p:pic>
      </p:grpSp>
      <p:pic>
        <p:nvPicPr>
          <p:cNvPr id="365" name="object 365"/>
          <p:cNvPicPr/>
          <p:nvPr/>
        </p:nvPicPr>
        <p:blipFill>
          <a:blip r:embed="rId140" cstate="print"/>
          <a:stretch>
            <a:fillRect/>
          </a:stretch>
        </p:blipFill>
        <p:spPr>
          <a:xfrm>
            <a:off x="14919134" y="4519574"/>
            <a:ext cx="1285570" cy="258165"/>
          </a:xfrm>
          <a:prstGeom prst="rect">
            <a:avLst/>
          </a:prstGeom>
        </p:spPr>
      </p:pic>
      <p:sp>
        <p:nvSpPr>
          <p:cNvPr id="366" name="object 366"/>
          <p:cNvSpPr txBox="1"/>
          <p:nvPr/>
        </p:nvSpPr>
        <p:spPr>
          <a:xfrm>
            <a:off x="9512300" y="5368925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90" dirty="0">
                <a:solidFill>
                  <a:srgbClr val="8A857C"/>
                </a:solidFill>
                <a:latin typeface="Cambria"/>
                <a:cs typeface="Cambria"/>
              </a:rPr>
              <a:t>→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367" name="object 367"/>
          <p:cNvGrpSpPr/>
          <p:nvPr/>
        </p:nvGrpSpPr>
        <p:grpSpPr>
          <a:xfrm>
            <a:off x="10621918" y="5393690"/>
            <a:ext cx="911860" cy="290830"/>
            <a:chOff x="10621918" y="5393690"/>
            <a:chExt cx="911860" cy="290830"/>
          </a:xfrm>
        </p:grpSpPr>
        <p:sp>
          <p:nvSpPr>
            <p:cNvPr id="368" name="object 368"/>
            <p:cNvSpPr/>
            <p:nvPr/>
          </p:nvSpPr>
          <p:spPr>
            <a:xfrm>
              <a:off x="10621912" y="5393689"/>
              <a:ext cx="138430" cy="226060"/>
            </a:xfrm>
            <a:custGeom>
              <a:avLst/>
              <a:gdLst/>
              <a:ahLst/>
              <a:cxnLst/>
              <a:rect l="l" t="t" r="r" b="b"/>
              <a:pathLst>
                <a:path w="138429" h="226060">
                  <a:moveTo>
                    <a:pt x="137960" y="0"/>
                  </a:moveTo>
                  <a:lnTo>
                    <a:pt x="0" y="0"/>
                  </a:lnTo>
                  <a:lnTo>
                    <a:pt x="0" y="24130"/>
                  </a:lnTo>
                  <a:lnTo>
                    <a:pt x="0" y="100330"/>
                  </a:lnTo>
                  <a:lnTo>
                    <a:pt x="0" y="123190"/>
                  </a:lnTo>
                  <a:lnTo>
                    <a:pt x="0" y="201930"/>
                  </a:lnTo>
                  <a:lnTo>
                    <a:pt x="0" y="226060"/>
                  </a:lnTo>
                  <a:lnTo>
                    <a:pt x="137960" y="226060"/>
                  </a:lnTo>
                  <a:lnTo>
                    <a:pt x="137960" y="201930"/>
                  </a:lnTo>
                  <a:lnTo>
                    <a:pt x="27203" y="201930"/>
                  </a:lnTo>
                  <a:lnTo>
                    <a:pt x="27203" y="123190"/>
                  </a:lnTo>
                  <a:lnTo>
                    <a:pt x="131483" y="123190"/>
                  </a:lnTo>
                  <a:lnTo>
                    <a:pt x="131483" y="100330"/>
                  </a:lnTo>
                  <a:lnTo>
                    <a:pt x="27203" y="100330"/>
                  </a:lnTo>
                  <a:lnTo>
                    <a:pt x="27203" y="24130"/>
                  </a:lnTo>
                  <a:lnTo>
                    <a:pt x="137960" y="24130"/>
                  </a:lnTo>
                  <a:lnTo>
                    <a:pt x="13796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9" name="object 369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0972324" y="5448757"/>
              <a:ext cx="144113" cy="235762"/>
            </a:xfrm>
            <a:prstGeom prst="rect">
              <a:avLst/>
            </a:prstGeom>
          </p:spPr>
        </p:pic>
        <p:pic>
          <p:nvPicPr>
            <p:cNvPr id="370" name="object 370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0787405" y="5452643"/>
              <a:ext cx="150590" cy="167106"/>
            </a:xfrm>
            <a:prstGeom prst="rect">
              <a:avLst/>
            </a:prstGeom>
          </p:spPr>
        </p:pic>
        <p:pic>
          <p:nvPicPr>
            <p:cNvPr id="371" name="object 3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7849" y="5448757"/>
              <a:ext cx="150914" cy="174878"/>
            </a:xfrm>
            <a:prstGeom prst="rect">
              <a:avLst/>
            </a:prstGeom>
          </p:spPr>
        </p:pic>
        <p:pic>
          <p:nvPicPr>
            <p:cNvPr id="372" name="object 372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1341511" y="5406333"/>
              <a:ext cx="192043" cy="213417"/>
            </a:xfrm>
            <a:prstGeom prst="rect">
              <a:avLst/>
            </a:prstGeom>
          </p:spPr>
        </p:pic>
      </p:grpSp>
      <p:grpSp>
        <p:nvGrpSpPr>
          <p:cNvPr id="373" name="object 373"/>
          <p:cNvGrpSpPr/>
          <p:nvPr/>
        </p:nvGrpSpPr>
        <p:grpSpPr>
          <a:xfrm>
            <a:off x="11640425" y="5380101"/>
            <a:ext cx="337820" cy="243840"/>
            <a:chOff x="11640425" y="5380101"/>
            <a:chExt cx="337820" cy="243840"/>
          </a:xfrm>
        </p:grpSpPr>
        <p:pic>
          <p:nvPicPr>
            <p:cNvPr id="374" name="object 37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40425" y="5380101"/>
              <a:ext cx="144113" cy="243535"/>
            </a:xfrm>
            <a:prstGeom prst="rect">
              <a:avLst/>
            </a:prstGeom>
          </p:spPr>
        </p:pic>
        <p:pic>
          <p:nvPicPr>
            <p:cNvPr id="375" name="object 375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1827286" y="5448757"/>
              <a:ext cx="150914" cy="174878"/>
            </a:xfrm>
            <a:prstGeom prst="rect">
              <a:avLst/>
            </a:prstGeom>
          </p:spPr>
        </p:pic>
      </p:grpSp>
      <p:grpSp>
        <p:nvGrpSpPr>
          <p:cNvPr id="376" name="object 376"/>
          <p:cNvGrpSpPr/>
          <p:nvPr/>
        </p:nvGrpSpPr>
        <p:grpSpPr>
          <a:xfrm>
            <a:off x="12083451" y="5389816"/>
            <a:ext cx="570230" cy="234315"/>
            <a:chOff x="12083451" y="5389816"/>
            <a:chExt cx="570230" cy="234315"/>
          </a:xfrm>
        </p:grpSpPr>
        <p:pic>
          <p:nvPicPr>
            <p:cNvPr id="377" name="object 377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2083451" y="5389816"/>
              <a:ext cx="157714" cy="233819"/>
            </a:xfrm>
            <a:prstGeom prst="rect">
              <a:avLst/>
            </a:prstGeom>
          </p:spPr>
        </p:pic>
        <p:pic>
          <p:nvPicPr>
            <p:cNvPr id="378" name="object 37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64483" y="5393702"/>
              <a:ext cx="184270" cy="226047"/>
            </a:xfrm>
            <a:prstGeom prst="rect">
              <a:avLst/>
            </a:prstGeom>
          </p:spPr>
        </p:pic>
        <p:pic>
          <p:nvPicPr>
            <p:cNvPr id="379" name="object 379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2470128" y="5389816"/>
              <a:ext cx="182975" cy="233819"/>
            </a:xfrm>
            <a:prstGeom prst="rect">
              <a:avLst/>
            </a:prstGeom>
          </p:spPr>
        </p:pic>
      </p:grpSp>
      <p:pic>
        <p:nvPicPr>
          <p:cNvPr id="380" name="object 380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12767094" y="5448757"/>
            <a:ext cx="149301" cy="174878"/>
          </a:xfrm>
          <a:prstGeom prst="rect">
            <a:avLst/>
          </a:prstGeom>
        </p:spPr>
      </p:pic>
      <p:grpSp>
        <p:nvGrpSpPr>
          <p:cNvPr id="381" name="object 381"/>
          <p:cNvGrpSpPr/>
          <p:nvPr/>
        </p:nvGrpSpPr>
        <p:grpSpPr>
          <a:xfrm>
            <a:off x="13032333" y="5393702"/>
            <a:ext cx="365125" cy="226060"/>
            <a:chOff x="13032333" y="5393702"/>
            <a:chExt cx="365125" cy="226060"/>
          </a:xfrm>
        </p:grpSpPr>
        <p:pic>
          <p:nvPicPr>
            <p:cNvPr id="382" name="object 382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3032333" y="5393702"/>
              <a:ext cx="153174" cy="226047"/>
            </a:xfrm>
            <a:prstGeom prst="rect">
              <a:avLst/>
            </a:prstGeom>
          </p:spPr>
        </p:pic>
        <p:pic>
          <p:nvPicPr>
            <p:cNvPr id="383" name="object 383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3228586" y="5393702"/>
              <a:ext cx="168401" cy="226047"/>
            </a:xfrm>
            <a:prstGeom prst="rect">
              <a:avLst/>
            </a:prstGeom>
          </p:spPr>
        </p:pic>
      </p:grpSp>
      <p:sp>
        <p:nvSpPr>
          <p:cNvPr id="384" name="object 384"/>
          <p:cNvSpPr/>
          <p:nvPr/>
        </p:nvSpPr>
        <p:spPr>
          <a:xfrm>
            <a:off x="13445884" y="5393689"/>
            <a:ext cx="135255" cy="226060"/>
          </a:xfrm>
          <a:custGeom>
            <a:avLst/>
            <a:gdLst/>
            <a:ahLst/>
            <a:cxnLst/>
            <a:rect l="l" t="t" r="r" b="b"/>
            <a:pathLst>
              <a:path w="135255" h="226060">
                <a:moveTo>
                  <a:pt x="134721" y="0"/>
                </a:moveTo>
                <a:lnTo>
                  <a:pt x="0" y="0"/>
                </a:lnTo>
                <a:lnTo>
                  <a:pt x="0" y="24130"/>
                </a:lnTo>
                <a:lnTo>
                  <a:pt x="0" y="100330"/>
                </a:lnTo>
                <a:lnTo>
                  <a:pt x="0" y="123190"/>
                </a:lnTo>
                <a:lnTo>
                  <a:pt x="0" y="226060"/>
                </a:lnTo>
                <a:lnTo>
                  <a:pt x="27203" y="226060"/>
                </a:lnTo>
                <a:lnTo>
                  <a:pt x="27203" y="123190"/>
                </a:lnTo>
                <a:lnTo>
                  <a:pt x="125336" y="123190"/>
                </a:lnTo>
                <a:lnTo>
                  <a:pt x="125336" y="100330"/>
                </a:lnTo>
                <a:lnTo>
                  <a:pt x="27203" y="100330"/>
                </a:lnTo>
                <a:lnTo>
                  <a:pt x="27203" y="24130"/>
                </a:lnTo>
                <a:lnTo>
                  <a:pt x="134721" y="24130"/>
                </a:lnTo>
                <a:lnTo>
                  <a:pt x="134721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85" name="object 385"/>
          <p:cNvGrpSpPr/>
          <p:nvPr/>
        </p:nvGrpSpPr>
        <p:grpSpPr>
          <a:xfrm>
            <a:off x="10597145" y="5898641"/>
            <a:ext cx="325755" cy="197485"/>
            <a:chOff x="10597145" y="5898641"/>
            <a:chExt cx="325755" cy="197485"/>
          </a:xfrm>
        </p:grpSpPr>
        <p:sp>
          <p:nvSpPr>
            <p:cNvPr id="386" name="object 386"/>
            <p:cNvSpPr/>
            <p:nvPr/>
          </p:nvSpPr>
          <p:spPr>
            <a:xfrm>
              <a:off x="10597134" y="5909309"/>
              <a:ext cx="140970" cy="186690"/>
            </a:xfrm>
            <a:custGeom>
              <a:avLst/>
              <a:gdLst/>
              <a:ahLst/>
              <a:cxnLst/>
              <a:rect l="l" t="t" r="r" b="b"/>
              <a:pathLst>
                <a:path w="140970" h="186689">
                  <a:moveTo>
                    <a:pt x="140614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62331" y="15240"/>
                  </a:lnTo>
                  <a:lnTo>
                    <a:pt x="62331" y="186690"/>
                  </a:lnTo>
                  <a:lnTo>
                    <a:pt x="78295" y="186690"/>
                  </a:lnTo>
                  <a:lnTo>
                    <a:pt x="78295" y="15240"/>
                  </a:lnTo>
                  <a:lnTo>
                    <a:pt x="140614" y="15240"/>
                  </a:lnTo>
                  <a:lnTo>
                    <a:pt x="1406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7" name="object 38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767851" y="5898641"/>
              <a:ext cx="107226" cy="197358"/>
            </a:xfrm>
            <a:prstGeom prst="rect">
              <a:avLst/>
            </a:prstGeom>
          </p:spPr>
        </p:pic>
        <p:sp>
          <p:nvSpPr>
            <p:cNvPr id="388" name="object 388"/>
            <p:cNvSpPr/>
            <p:nvPr/>
          </p:nvSpPr>
          <p:spPr>
            <a:xfrm>
              <a:off x="10901748" y="590050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4" h="195579">
                  <a:moveTo>
                    <a:pt x="14090" y="0"/>
                  </a:moveTo>
                  <a:lnTo>
                    <a:pt x="6753" y="0"/>
                  </a:lnTo>
                  <a:lnTo>
                    <a:pt x="4122" y="902"/>
                  </a:lnTo>
                  <a:lnTo>
                    <a:pt x="825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5" y="17346"/>
                  </a:lnTo>
                  <a:lnTo>
                    <a:pt x="4122" y="20961"/>
                  </a:lnTo>
                  <a:lnTo>
                    <a:pt x="6753" y="21865"/>
                  </a:lnTo>
                  <a:lnTo>
                    <a:pt x="14090" y="21865"/>
                  </a:lnTo>
                  <a:lnTo>
                    <a:pt x="16750" y="20961"/>
                  </a:lnTo>
                  <a:lnTo>
                    <a:pt x="19939" y="17346"/>
                  </a:lnTo>
                  <a:lnTo>
                    <a:pt x="20736" y="15081"/>
                  </a:lnTo>
                  <a:lnTo>
                    <a:pt x="20736" y="6785"/>
                  </a:lnTo>
                  <a:lnTo>
                    <a:pt x="19939" y="4517"/>
                  </a:lnTo>
                  <a:lnTo>
                    <a:pt x="16750" y="902"/>
                  </a:lnTo>
                  <a:lnTo>
                    <a:pt x="14090" y="0"/>
                  </a:lnTo>
                  <a:close/>
                </a:path>
                <a:path w="20954" h="195579">
                  <a:moveTo>
                    <a:pt x="18027" y="58911"/>
                  </a:moveTo>
                  <a:lnTo>
                    <a:pt x="2813" y="58911"/>
                  </a:lnTo>
                  <a:lnTo>
                    <a:pt x="2813" y="195491"/>
                  </a:lnTo>
                  <a:lnTo>
                    <a:pt x="18027" y="195491"/>
                  </a:lnTo>
                  <a:lnTo>
                    <a:pt x="18027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9" name="object 389"/>
          <p:cNvGrpSpPr/>
          <p:nvPr/>
        </p:nvGrpSpPr>
        <p:grpSpPr>
          <a:xfrm>
            <a:off x="10969264" y="5921178"/>
            <a:ext cx="449580" cy="178435"/>
            <a:chOff x="10969264" y="5921178"/>
            <a:chExt cx="449580" cy="178435"/>
          </a:xfrm>
        </p:grpSpPr>
        <p:pic>
          <p:nvPicPr>
            <p:cNvPr id="390" name="object 39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969264" y="5956219"/>
              <a:ext cx="102604" cy="139780"/>
            </a:xfrm>
            <a:prstGeom prst="rect">
              <a:avLst/>
            </a:prstGeom>
          </p:spPr>
        </p:pic>
        <p:pic>
          <p:nvPicPr>
            <p:cNvPr id="391" name="object 39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102599" y="5921178"/>
              <a:ext cx="69886" cy="174821"/>
            </a:xfrm>
            <a:prstGeom prst="rect">
              <a:avLst/>
            </a:prstGeom>
          </p:spPr>
        </p:pic>
        <p:pic>
          <p:nvPicPr>
            <p:cNvPr id="392" name="object 392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1196956" y="5956219"/>
              <a:ext cx="116864" cy="142980"/>
            </a:xfrm>
            <a:prstGeom prst="rect">
              <a:avLst/>
            </a:prstGeom>
          </p:spPr>
        </p:pic>
        <p:pic>
          <p:nvPicPr>
            <p:cNvPr id="393" name="object 393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1352448" y="5959420"/>
              <a:ext cx="66315" cy="136579"/>
            </a:xfrm>
            <a:prstGeom prst="rect">
              <a:avLst/>
            </a:prstGeom>
          </p:spPr>
        </p:pic>
      </p:grpSp>
      <p:grpSp>
        <p:nvGrpSpPr>
          <p:cNvPr id="394" name="object 394"/>
          <p:cNvGrpSpPr/>
          <p:nvPr/>
        </p:nvGrpSpPr>
        <p:grpSpPr>
          <a:xfrm>
            <a:off x="11499710" y="5956220"/>
            <a:ext cx="784860" cy="143510"/>
            <a:chOff x="11499710" y="5956220"/>
            <a:chExt cx="784860" cy="143510"/>
          </a:xfrm>
        </p:grpSpPr>
        <p:pic>
          <p:nvPicPr>
            <p:cNvPr id="395" name="object 395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1499710" y="5956220"/>
              <a:ext cx="109579" cy="142980"/>
            </a:xfrm>
            <a:prstGeom prst="rect">
              <a:avLst/>
            </a:prstGeom>
          </p:spPr>
        </p:pic>
        <p:pic>
          <p:nvPicPr>
            <p:cNvPr id="396" name="object 39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1631812" y="5956220"/>
              <a:ext cx="120564" cy="142980"/>
            </a:xfrm>
            <a:prstGeom prst="rect">
              <a:avLst/>
            </a:prstGeom>
          </p:spPr>
        </p:pic>
        <p:pic>
          <p:nvPicPr>
            <p:cNvPr id="397" name="object 39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783919" y="5956220"/>
              <a:ext cx="102604" cy="139780"/>
            </a:xfrm>
            <a:prstGeom prst="rect">
              <a:avLst/>
            </a:prstGeom>
          </p:spPr>
        </p:pic>
        <p:pic>
          <p:nvPicPr>
            <p:cNvPr id="398" name="object 398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1912600" y="5956220"/>
              <a:ext cx="371938" cy="142980"/>
            </a:xfrm>
            <a:prstGeom prst="rect">
              <a:avLst/>
            </a:prstGeom>
          </p:spPr>
        </p:pic>
      </p:grpSp>
      <p:grpSp>
        <p:nvGrpSpPr>
          <p:cNvPr id="399" name="object 399"/>
          <p:cNvGrpSpPr/>
          <p:nvPr/>
        </p:nvGrpSpPr>
        <p:grpSpPr>
          <a:xfrm>
            <a:off x="12387469" y="5891174"/>
            <a:ext cx="342900" cy="208279"/>
            <a:chOff x="12387469" y="5891174"/>
            <a:chExt cx="342900" cy="208279"/>
          </a:xfrm>
        </p:grpSpPr>
        <p:pic>
          <p:nvPicPr>
            <p:cNvPr id="400" name="object 40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387469" y="5956220"/>
              <a:ext cx="185814" cy="139780"/>
            </a:xfrm>
            <a:prstGeom prst="rect">
              <a:avLst/>
            </a:prstGeom>
          </p:spPr>
        </p:pic>
        <p:pic>
          <p:nvPicPr>
            <p:cNvPr id="401" name="object 401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2609777" y="5891174"/>
              <a:ext cx="120549" cy="208025"/>
            </a:xfrm>
            <a:prstGeom prst="rect">
              <a:avLst/>
            </a:prstGeom>
          </p:spPr>
        </p:pic>
      </p:grpSp>
      <p:sp>
        <p:nvSpPr>
          <p:cNvPr id="402" name="object 402"/>
          <p:cNvSpPr txBox="1"/>
          <p:nvPr/>
        </p:nvSpPr>
        <p:spPr>
          <a:xfrm>
            <a:off x="12787414" y="5816600"/>
            <a:ext cx="19526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360" dirty="0">
                <a:solidFill>
                  <a:srgbClr val="8A857C"/>
                </a:solidFill>
                <a:latin typeface="Cambria"/>
                <a:cs typeface="Cambria"/>
              </a:rPr>
              <a:t>postscript()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03" name="object 403"/>
          <p:cNvSpPr/>
          <p:nvPr/>
        </p:nvSpPr>
        <p:spPr>
          <a:xfrm>
            <a:off x="14738641" y="6071438"/>
            <a:ext cx="36195" cy="61594"/>
          </a:xfrm>
          <a:custGeom>
            <a:avLst/>
            <a:gdLst/>
            <a:ahLst/>
            <a:cxnLst/>
            <a:rect l="l" t="t" r="r" b="b"/>
            <a:pathLst>
              <a:path w="36194" h="61595">
                <a:moveTo>
                  <a:pt x="27508" y="0"/>
                </a:moveTo>
                <a:lnTo>
                  <a:pt x="23063" y="0"/>
                </a:lnTo>
                <a:lnTo>
                  <a:pt x="18656" y="0"/>
                </a:lnTo>
                <a:lnTo>
                  <a:pt x="15417" y="1155"/>
                </a:lnTo>
                <a:lnTo>
                  <a:pt x="11252" y="5778"/>
                </a:lnTo>
                <a:lnTo>
                  <a:pt x="10210" y="8726"/>
                </a:lnTo>
                <a:lnTo>
                  <a:pt x="10210" y="18322"/>
                </a:lnTo>
                <a:lnTo>
                  <a:pt x="10972" y="20721"/>
                </a:lnTo>
                <a:lnTo>
                  <a:pt x="14008" y="24730"/>
                </a:lnTo>
                <a:lnTo>
                  <a:pt x="16471" y="26003"/>
                </a:lnTo>
                <a:lnTo>
                  <a:pt x="19888" y="26545"/>
                </a:lnTo>
                <a:lnTo>
                  <a:pt x="18821" y="32284"/>
                </a:lnTo>
                <a:lnTo>
                  <a:pt x="16700" y="38016"/>
                </a:lnTo>
                <a:lnTo>
                  <a:pt x="10401" y="49465"/>
                </a:lnTo>
                <a:lnTo>
                  <a:pt x="5880" y="55380"/>
                </a:lnTo>
                <a:lnTo>
                  <a:pt x="0" y="61487"/>
                </a:lnTo>
                <a:lnTo>
                  <a:pt x="12877" y="61487"/>
                </a:lnTo>
                <a:lnTo>
                  <a:pt x="35699" y="23017"/>
                </a:lnTo>
                <a:lnTo>
                  <a:pt x="35699" y="8726"/>
                </a:lnTo>
                <a:lnTo>
                  <a:pt x="34709" y="5778"/>
                </a:lnTo>
                <a:lnTo>
                  <a:pt x="30721" y="1155"/>
                </a:lnTo>
                <a:lnTo>
                  <a:pt x="27508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4" name="object 404"/>
          <p:cNvGrpSpPr/>
          <p:nvPr/>
        </p:nvGrpSpPr>
        <p:grpSpPr>
          <a:xfrm>
            <a:off x="14866988" y="5892507"/>
            <a:ext cx="608965" cy="207010"/>
            <a:chOff x="14866988" y="5892507"/>
            <a:chExt cx="608965" cy="207010"/>
          </a:xfrm>
        </p:grpSpPr>
        <p:pic>
          <p:nvPicPr>
            <p:cNvPr id="405" name="object 405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4866988" y="5921178"/>
              <a:ext cx="69888" cy="174821"/>
            </a:xfrm>
            <a:prstGeom prst="rect">
              <a:avLst/>
            </a:prstGeom>
          </p:spPr>
        </p:pic>
        <p:pic>
          <p:nvPicPr>
            <p:cNvPr id="406" name="object 406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4962010" y="5956219"/>
              <a:ext cx="120561" cy="142980"/>
            </a:xfrm>
            <a:prstGeom prst="rect">
              <a:avLst/>
            </a:prstGeom>
          </p:spPr>
        </p:pic>
        <p:pic>
          <p:nvPicPr>
            <p:cNvPr id="407" name="object 407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15114117" y="5892507"/>
              <a:ext cx="223177" cy="203492"/>
            </a:xfrm>
            <a:prstGeom prst="rect">
              <a:avLst/>
            </a:prstGeom>
          </p:spPr>
        </p:pic>
        <p:pic>
          <p:nvPicPr>
            <p:cNvPr id="408" name="object 408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5358959" y="5956219"/>
              <a:ext cx="116866" cy="142980"/>
            </a:xfrm>
            <a:prstGeom prst="rect">
              <a:avLst/>
            </a:prstGeom>
          </p:spPr>
        </p:pic>
      </p:grpSp>
      <p:grpSp>
        <p:nvGrpSpPr>
          <p:cNvPr id="409" name="object 409"/>
          <p:cNvGrpSpPr/>
          <p:nvPr/>
        </p:nvGrpSpPr>
        <p:grpSpPr>
          <a:xfrm>
            <a:off x="15577388" y="5891174"/>
            <a:ext cx="477520" cy="258445"/>
            <a:chOff x="15577388" y="5891174"/>
            <a:chExt cx="477520" cy="258445"/>
          </a:xfrm>
        </p:grpSpPr>
        <p:pic>
          <p:nvPicPr>
            <p:cNvPr id="410" name="object 410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5577388" y="5956220"/>
              <a:ext cx="114020" cy="193120"/>
            </a:xfrm>
            <a:prstGeom prst="rect">
              <a:avLst/>
            </a:prstGeom>
          </p:spPr>
        </p:pic>
        <p:pic>
          <p:nvPicPr>
            <p:cNvPr id="411" name="object 411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15730525" y="5959420"/>
              <a:ext cx="195668" cy="136579"/>
            </a:xfrm>
            <a:prstGeom prst="rect">
              <a:avLst/>
            </a:prstGeom>
          </p:spPr>
        </p:pic>
        <p:sp>
          <p:nvSpPr>
            <p:cNvPr id="412" name="object 412"/>
            <p:cNvSpPr/>
            <p:nvPr/>
          </p:nvSpPr>
          <p:spPr>
            <a:xfrm>
              <a:off x="15937065" y="5891174"/>
              <a:ext cx="118110" cy="258445"/>
            </a:xfrm>
            <a:custGeom>
              <a:avLst/>
              <a:gdLst/>
              <a:ahLst/>
              <a:cxnLst/>
              <a:rect l="l" t="t" r="r" b="b"/>
              <a:pathLst>
                <a:path w="118109" h="258445">
                  <a:moveTo>
                    <a:pt x="15468" y="68275"/>
                  </a:moveTo>
                  <a:lnTo>
                    <a:pt x="0" y="68275"/>
                  </a:lnTo>
                  <a:lnTo>
                    <a:pt x="51206" y="208826"/>
                  </a:lnTo>
                  <a:lnTo>
                    <a:pt x="38138" y="244830"/>
                  </a:lnTo>
                  <a:lnTo>
                    <a:pt x="15201" y="244830"/>
                  </a:lnTo>
                  <a:lnTo>
                    <a:pt x="15201" y="258165"/>
                  </a:lnTo>
                  <a:lnTo>
                    <a:pt x="35293" y="258165"/>
                  </a:lnTo>
                  <a:lnTo>
                    <a:pt x="39027" y="257721"/>
                  </a:lnTo>
                  <a:lnTo>
                    <a:pt x="53340" y="243230"/>
                  </a:lnTo>
                  <a:lnTo>
                    <a:pt x="73229" y="189090"/>
                  </a:lnTo>
                  <a:lnTo>
                    <a:pt x="57873" y="189090"/>
                  </a:lnTo>
                  <a:lnTo>
                    <a:pt x="47472" y="157886"/>
                  </a:lnTo>
                  <a:lnTo>
                    <a:pt x="15468" y="68275"/>
                  </a:lnTo>
                  <a:close/>
                </a:path>
                <a:path w="118109" h="258445">
                  <a:moveTo>
                    <a:pt x="117614" y="68275"/>
                  </a:moveTo>
                  <a:lnTo>
                    <a:pt x="102412" y="68275"/>
                  </a:lnTo>
                  <a:lnTo>
                    <a:pt x="58940" y="189090"/>
                  </a:lnTo>
                  <a:lnTo>
                    <a:pt x="73229" y="189090"/>
                  </a:lnTo>
                  <a:lnTo>
                    <a:pt x="117614" y="68275"/>
                  </a:lnTo>
                  <a:close/>
                </a:path>
                <a:path w="118109" h="258445">
                  <a:moveTo>
                    <a:pt x="73609" y="0"/>
                  </a:moveTo>
                  <a:lnTo>
                    <a:pt x="48272" y="43738"/>
                  </a:lnTo>
                  <a:lnTo>
                    <a:pt x="58140" y="48539"/>
                  </a:lnTo>
                  <a:lnTo>
                    <a:pt x="87477" y="6934"/>
                  </a:lnTo>
                  <a:lnTo>
                    <a:pt x="736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3" name="object 413"/>
          <p:cNvGrpSpPr/>
          <p:nvPr/>
        </p:nvGrpSpPr>
        <p:grpSpPr>
          <a:xfrm>
            <a:off x="16147617" y="5898641"/>
            <a:ext cx="926465" cy="250825"/>
            <a:chOff x="16147617" y="5898641"/>
            <a:chExt cx="926465" cy="250825"/>
          </a:xfrm>
        </p:grpSpPr>
        <p:pic>
          <p:nvPicPr>
            <p:cNvPr id="414" name="object 414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16147617" y="5956219"/>
              <a:ext cx="114007" cy="193120"/>
            </a:xfrm>
            <a:prstGeom prst="rect">
              <a:avLst/>
            </a:prstGeom>
          </p:spPr>
        </p:pic>
        <p:pic>
          <p:nvPicPr>
            <p:cNvPr id="415" name="object 415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6300741" y="5956219"/>
              <a:ext cx="200494" cy="142980"/>
            </a:xfrm>
            <a:prstGeom prst="rect">
              <a:avLst/>
            </a:prstGeom>
          </p:spPr>
        </p:pic>
        <p:pic>
          <p:nvPicPr>
            <p:cNvPr id="416" name="object 416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6529011" y="5956219"/>
              <a:ext cx="109575" cy="142980"/>
            </a:xfrm>
            <a:prstGeom prst="rect">
              <a:avLst/>
            </a:prstGeom>
          </p:spPr>
        </p:pic>
        <p:pic>
          <p:nvPicPr>
            <p:cNvPr id="417" name="object 417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6672356" y="5898641"/>
              <a:ext cx="102603" cy="197358"/>
            </a:xfrm>
            <a:prstGeom prst="rect">
              <a:avLst/>
            </a:prstGeom>
          </p:spPr>
        </p:pic>
        <p:pic>
          <p:nvPicPr>
            <p:cNvPr id="418" name="object 418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6811738" y="5956219"/>
              <a:ext cx="119507" cy="142980"/>
            </a:xfrm>
            <a:prstGeom prst="rect">
              <a:avLst/>
            </a:prstGeom>
          </p:spPr>
        </p:pic>
        <p:pic>
          <p:nvPicPr>
            <p:cNvPr id="419" name="object 419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16959503" y="5898641"/>
              <a:ext cx="114007" cy="200558"/>
            </a:xfrm>
            <a:prstGeom prst="rect">
              <a:avLst/>
            </a:prstGeom>
          </p:spPr>
        </p:pic>
      </p:grpSp>
      <p:pic>
        <p:nvPicPr>
          <p:cNvPr id="420" name="object 420"/>
          <p:cNvPicPr/>
          <p:nvPr/>
        </p:nvPicPr>
        <p:blipFill>
          <a:blip r:embed="rId162" cstate="print"/>
          <a:stretch>
            <a:fillRect/>
          </a:stretch>
        </p:blipFill>
        <p:spPr>
          <a:xfrm>
            <a:off x="10616545" y="6308216"/>
            <a:ext cx="249890" cy="250698"/>
          </a:xfrm>
          <a:prstGeom prst="rect">
            <a:avLst/>
          </a:prstGeom>
        </p:spPr>
      </p:pic>
      <p:grpSp>
        <p:nvGrpSpPr>
          <p:cNvPr id="421" name="object 421"/>
          <p:cNvGrpSpPr/>
          <p:nvPr/>
        </p:nvGrpSpPr>
        <p:grpSpPr>
          <a:xfrm>
            <a:off x="10959486" y="6308216"/>
            <a:ext cx="337185" cy="200660"/>
            <a:chOff x="10959486" y="6308216"/>
            <a:chExt cx="337185" cy="200660"/>
          </a:xfrm>
        </p:grpSpPr>
        <p:pic>
          <p:nvPicPr>
            <p:cNvPr id="422" name="object 422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10959486" y="6308216"/>
              <a:ext cx="114009" cy="200558"/>
            </a:xfrm>
            <a:prstGeom prst="rect">
              <a:avLst/>
            </a:prstGeom>
          </p:spPr>
        </p:pic>
        <p:pic>
          <p:nvPicPr>
            <p:cNvPr id="423" name="object 42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101756" y="6365794"/>
              <a:ext cx="119506" cy="142980"/>
            </a:xfrm>
            <a:prstGeom prst="rect">
              <a:avLst/>
            </a:prstGeom>
          </p:spPr>
        </p:pic>
        <p:sp>
          <p:nvSpPr>
            <p:cNvPr id="424" name="object 424"/>
            <p:cNvSpPr/>
            <p:nvPr/>
          </p:nvSpPr>
          <p:spPr>
            <a:xfrm>
              <a:off x="11259891" y="6308216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29" h="197484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7" y="189765"/>
                  </a:lnTo>
                  <a:lnTo>
                    <a:pt x="7185" y="195839"/>
                  </a:lnTo>
                  <a:lnTo>
                    <a:pt x="11366" y="197358"/>
                  </a:lnTo>
                  <a:lnTo>
                    <a:pt x="36417" y="197358"/>
                  </a:lnTo>
                  <a:lnTo>
                    <a:pt x="36417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5" name="object 425"/>
          <p:cNvGrpSpPr/>
          <p:nvPr/>
        </p:nvGrpSpPr>
        <p:grpSpPr>
          <a:xfrm>
            <a:off x="11393195" y="6300749"/>
            <a:ext cx="460375" cy="258445"/>
            <a:chOff x="11393195" y="6300749"/>
            <a:chExt cx="460375" cy="258445"/>
          </a:xfrm>
        </p:grpSpPr>
        <p:pic>
          <p:nvPicPr>
            <p:cNvPr id="426" name="object 4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393195" y="6368995"/>
              <a:ext cx="66316" cy="136579"/>
            </a:xfrm>
            <a:prstGeom prst="rect">
              <a:avLst/>
            </a:prstGeom>
          </p:spPr>
        </p:pic>
        <p:sp>
          <p:nvSpPr>
            <p:cNvPr id="427" name="object 427"/>
            <p:cNvSpPr/>
            <p:nvPr/>
          </p:nvSpPr>
          <p:spPr>
            <a:xfrm>
              <a:off x="11472669" y="6300749"/>
              <a:ext cx="118110" cy="258445"/>
            </a:xfrm>
            <a:custGeom>
              <a:avLst/>
              <a:gdLst/>
              <a:ahLst/>
              <a:cxnLst/>
              <a:rect l="l" t="t" r="r" b="b"/>
              <a:pathLst>
                <a:path w="118109" h="258445">
                  <a:moveTo>
                    <a:pt x="15468" y="68275"/>
                  </a:moveTo>
                  <a:lnTo>
                    <a:pt x="0" y="68275"/>
                  </a:lnTo>
                  <a:lnTo>
                    <a:pt x="51206" y="208826"/>
                  </a:lnTo>
                  <a:lnTo>
                    <a:pt x="38138" y="244830"/>
                  </a:lnTo>
                  <a:lnTo>
                    <a:pt x="15201" y="244830"/>
                  </a:lnTo>
                  <a:lnTo>
                    <a:pt x="15201" y="258165"/>
                  </a:lnTo>
                  <a:lnTo>
                    <a:pt x="35293" y="258165"/>
                  </a:lnTo>
                  <a:lnTo>
                    <a:pt x="39027" y="257721"/>
                  </a:lnTo>
                  <a:lnTo>
                    <a:pt x="53340" y="243230"/>
                  </a:lnTo>
                  <a:lnTo>
                    <a:pt x="73229" y="189090"/>
                  </a:lnTo>
                  <a:lnTo>
                    <a:pt x="57873" y="189090"/>
                  </a:lnTo>
                  <a:lnTo>
                    <a:pt x="47472" y="157886"/>
                  </a:lnTo>
                  <a:lnTo>
                    <a:pt x="15468" y="68275"/>
                  </a:lnTo>
                  <a:close/>
                </a:path>
                <a:path w="118109" h="258445">
                  <a:moveTo>
                    <a:pt x="117614" y="68275"/>
                  </a:moveTo>
                  <a:lnTo>
                    <a:pt x="102412" y="68275"/>
                  </a:lnTo>
                  <a:lnTo>
                    <a:pt x="58940" y="189090"/>
                  </a:lnTo>
                  <a:lnTo>
                    <a:pt x="73229" y="189090"/>
                  </a:lnTo>
                  <a:lnTo>
                    <a:pt x="117614" y="68275"/>
                  </a:lnTo>
                  <a:close/>
                </a:path>
                <a:path w="118109" h="258445">
                  <a:moveTo>
                    <a:pt x="73609" y="0"/>
                  </a:moveTo>
                  <a:lnTo>
                    <a:pt x="48272" y="43738"/>
                  </a:lnTo>
                  <a:lnTo>
                    <a:pt x="58140" y="48539"/>
                  </a:lnTo>
                  <a:lnTo>
                    <a:pt x="87477" y="6934"/>
                  </a:lnTo>
                  <a:lnTo>
                    <a:pt x="7360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8" name="object 428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1607573" y="6365795"/>
              <a:ext cx="109579" cy="142980"/>
            </a:xfrm>
            <a:prstGeom prst="rect">
              <a:avLst/>
            </a:prstGeom>
          </p:spPr>
        </p:pic>
        <p:pic>
          <p:nvPicPr>
            <p:cNvPr id="429" name="object 429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1750922" y="6308217"/>
              <a:ext cx="102604" cy="197358"/>
            </a:xfrm>
            <a:prstGeom prst="rect">
              <a:avLst/>
            </a:prstGeom>
          </p:spPr>
        </p:pic>
      </p:grpSp>
      <p:pic>
        <p:nvPicPr>
          <p:cNvPr id="430" name="object 430"/>
          <p:cNvPicPr/>
          <p:nvPr/>
        </p:nvPicPr>
        <p:blipFill>
          <a:blip r:embed="rId165" cstate="print"/>
          <a:stretch>
            <a:fillRect/>
          </a:stretch>
        </p:blipFill>
        <p:spPr>
          <a:xfrm>
            <a:off x="11901162" y="6308216"/>
            <a:ext cx="203320" cy="250698"/>
          </a:xfrm>
          <a:prstGeom prst="rect">
            <a:avLst/>
          </a:prstGeom>
        </p:spPr>
      </p:pic>
      <p:sp>
        <p:nvSpPr>
          <p:cNvPr id="431" name="object 431"/>
          <p:cNvSpPr txBox="1"/>
          <p:nvPr/>
        </p:nvSpPr>
        <p:spPr>
          <a:xfrm>
            <a:off x="9512300" y="7150100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90" dirty="0">
                <a:solidFill>
                  <a:srgbClr val="8A857C"/>
                </a:solidFill>
                <a:latin typeface="Cambria"/>
                <a:cs typeface="Cambria"/>
              </a:rPr>
              <a:t>→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32" name="object 432"/>
          <p:cNvPicPr/>
          <p:nvPr/>
        </p:nvPicPr>
        <p:blipFill>
          <a:blip r:embed="rId166" cstate="print"/>
          <a:stretch>
            <a:fillRect/>
          </a:stretch>
        </p:blipFill>
        <p:spPr>
          <a:xfrm>
            <a:off x="10621918" y="7161276"/>
            <a:ext cx="1824569" cy="243535"/>
          </a:xfrm>
          <a:prstGeom prst="rect">
            <a:avLst/>
          </a:prstGeom>
        </p:spPr>
      </p:pic>
      <p:sp>
        <p:nvSpPr>
          <p:cNvPr id="433" name="object 433"/>
          <p:cNvSpPr/>
          <p:nvPr/>
        </p:nvSpPr>
        <p:spPr>
          <a:xfrm>
            <a:off x="12549795" y="7290168"/>
            <a:ext cx="229870" cy="24765"/>
          </a:xfrm>
          <a:custGeom>
            <a:avLst/>
            <a:gdLst/>
            <a:ahLst/>
            <a:cxnLst/>
            <a:rect l="l" t="t" r="r" b="b"/>
            <a:pathLst>
              <a:path w="229870" h="24765">
                <a:moveTo>
                  <a:pt x="229287" y="0"/>
                </a:moveTo>
                <a:lnTo>
                  <a:pt x="0" y="0"/>
                </a:lnTo>
                <a:lnTo>
                  <a:pt x="0" y="24612"/>
                </a:lnTo>
                <a:lnTo>
                  <a:pt x="229287" y="24612"/>
                </a:lnTo>
                <a:lnTo>
                  <a:pt x="229287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4" name="object 434"/>
          <p:cNvGrpSpPr/>
          <p:nvPr/>
        </p:nvGrpSpPr>
        <p:grpSpPr>
          <a:xfrm>
            <a:off x="12894691" y="7161276"/>
            <a:ext cx="930910" cy="243840"/>
            <a:chOff x="12894691" y="7161276"/>
            <a:chExt cx="930910" cy="243840"/>
          </a:xfrm>
        </p:grpSpPr>
        <p:pic>
          <p:nvPicPr>
            <p:cNvPr id="435" name="object 435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12894691" y="7233818"/>
              <a:ext cx="85826" cy="167106"/>
            </a:xfrm>
            <a:prstGeom prst="rect">
              <a:avLst/>
            </a:prstGeom>
          </p:spPr>
        </p:pic>
        <p:pic>
          <p:nvPicPr>
            <p:cNvPr id="436" name="object 436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12999618" y="7229932"/>
              <a:ext cx="147358" cy="174879"/>
            </a:xfrm>
            <a:prstGeom prst="rect">
              <a:avLst/>
            </a:prstGeom>
          </p:spPr>
        </p:pic>
        <p:pic>
          <p:nvPicPr>
            <p:cNvPr id="437" name="object 437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13189724" y="7229932"/>
              <a:ext cx="130505" cy="170992"/>
            </a:xfrm>
            <a:prstGeom prst="rect">
              <a:avLst/>
            </a:prstGeom>
          </p:spPr>
        </p:pic>
        <p:pic>
          <p:nvPicPr>
            <p:cNvPr id="438" name="object 438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13362330" y="7161276"/>
              <a:ext cx="144119" cy="243535"/>
            </a:xfrm>
            <a:prstGeom prst="rect">
              <a:avLst/>
            </a:prstGeom>
          </p:spPr>
        </p:pic>
        <p:pic>
          <p:nvPicPr>
            <p:cNvPr id="439" name="object 439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3549198" y="7229932"/>
              <a:ext cx="147345" cy="174879"/>
            </a:xfrm>
            <a:prstGeom prst="rect">
              <a:avLst/>
            </a:prstGeom>
          </p:spPr>
        </p:pic>
        <p:pic>
          <p:nvPicPr>
            <p:cNvPr id="440" name="object 440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13739291" y="7233818"/>
              <a:ext cx="85826" cy="167106"/>
            </a:xfrm>
            <a:prstGeom prst="rect">
              <a:avLst/>
            </a:prstGeom>
          </p:spPr>
        </p:pic>
      </p:grpSp>
      <p:grpSp>
        <p:nvGrpSpPr>
          <p:cNvPr id="441" name="object 441"/>
          <p:cNvGrpSpPr/>
          <p:nvPr/>
        </p:nvGrpSpPr>
        <p:grpSpPr>
          <a:xfrm>
            <a:off x="13934580" y="7161276"/>
            <a:ext cx="396875" cy="243840"/>
            <a:chOff x="13934580" y="7161276"/>
            <a:chExt cx="396875" cy="243840"/>
          </a:xfrm>
        </p:grpSpPr>
        <p:sp>
          <p:nvSpPr>
            <p:cNvPr id="442" name="object 442"/>
            <p:cNvSpPr/>
            <p:nvPr/>
          </p:nvSpPr>
          <p:spPr>
            <a:xfrm>
              <a:off x="13934580" y="7161276"/>
              <a:ext cx="50800" cy="240029"/>
            </a:xfrm>
            <a:custGeom>
              <a:avLst/>
              <a:gdLst/>
              <a:ahLst/>
              <a:cxnLst/>
              <a:rect l="l" t="t" r="r" b="b"/>
              <a:pathLst>
                <a:path w="50800" h="240029">
                  <a:moveTo>
                    <a:pt x="25907" y="0"/>
                  </a:moveTo>
                  <a:lnTo>
                    <a:pt x="0" y="0"/>
                  </a:lnTo>
                  <a:lnTo>
                    <a:pt x="0" y="220541"/>
                  </a:lnTo>
                  <a:lnTo>
                    <a:pt x="2374" y="226964"/>
                  </a:lnTo>
                  <a:lnTo>
                    <a:pt x="11874" y="237111"/>
                  </a:lnTo>
                  <a:lnTo>
                    <a:pt x="18669" y="239649"/>
                  </a:lnTo>
                  <a:lnTo>
                    <a:pt x="50520" y="239649"/>
                  </a:lnTo>
                  <a:lnTo>
                    <a:pt x="50520" y="216979"/>
                  </a:lnTo>
                  <a:lnTo>
                    <a:pt x="25907" y="216979"/>
                  </a:lnTo>
                  <a:lnTo>
                    <a:pt x="25907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3" name="object 443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4010361" y="7229932"/>
              <a:ext cx="147345" cy="174879"/>
            </a:xfrm>
            <a:prstGeom prst="rect">
              <a:avLst/>
            </a:prstGeom>
          </p:spPr>
        </p:pic>
        <p:pic>
          <p:nvPicPr>
            <p:cNvPr id="444" name="object 444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4200454" y="7229932"/>
              <a:ext cx="130517" cy="170992"/>
            </a:xfrm>
            <a:prstGeom prst="rect">
              <a:avLst/>
            </a:prstGeom>
          </p:spPr>
        </p:pic>
      </p:grpSp>
      <p:grpSp>
        <p:nvGrpSpPr>
          <p:cNvPr id="445" name="object 445"/>
          <p:cNvGrpSpPr/>
          <p:nvPr/>
        </p:nvGrpSpPr>
        <p:grpSpPr>
          <a:xfrm>
            <a:off x="14443989" y="7148645"/>
            <a:ext cx="1624330" cy="317500"/>
            <a:chOff x="14443989" y="7148645"/>
            <a:chExt cx="1624330" cy="317500"/>
          </a:xfrm>
        </p:grpSpPr>
        <p:pic>
          <p:nvPicPr>
            <p:cNvPr id="446" name="object 446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4443989" y="7233818"/>
              <a:ext cx="128892" cy="167106"/>
            </a:xfrm>
            <a:prstGeom prst="rect">
              <a:avLst/>
            </a:prstGeom>
          </p:spPr>
        </p:pic>
        <p:pic>
          <p:nvPicPr>
            <p:cNvPr id="447" name="object 447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14611096" y="7229932"/>
              <a:ext cx="229285" cy="170992"/>
            </a:xfrm>
            <a:prstGeom prst="rect">
              <a:avLst/>
            </a:prstGeom>
          </p:spPr>
        </p:pic>
        <p:pic>
          <p:nvPicPr>
            <p:cNvPr id="448" name="object 448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4881517" y="7229932"/>
              <a:ext cx="147345" cy="174879"/>
            </a:xfrm>
            <a:prstGeom prst="rect">
              <a:avLst/>
            </a:prstGeom>
          </p:spPr>
        </p:pic>
        <p:pic>
          <p:nvPicPr>
            <p:cNvPr id="449" name="object 449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5071610" y="7229932"/>
              <a:ext cx="130517" cy="170992"/>
            </a:xfrm>
            <a:prstGeom prst="rect">
              <a:avLst/>
            </a:prstGeom>
          </p:spPr>
        </p:pic>
        <p:pic>
          <p:nvPicPr>
            <p:cNvPr id="450" name="object 450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15243251" y="7229932"/>
              <a:ext cx="147358" cy="174879"/>
            </a:xfrm>
            <a:prstGeom prst="rect">
              <a:avLst/>
            </a:prstGeom>
          </p:spPr>
        </p:pic>
        <p:pic>
          <p:nvPicPr>
            <p:cNvPr id="451" name="object 451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15433357" y="7229932"/>
              <a:ext cx="130505" cy="170992"/>
            </a:xfrm>
            <a:prstGeom prst="rect">
              <a:avLst/>
            </a:prstGeom>
          </p:spPr>
        </p:pic>
        <p:sp>
          <p:nvSpPr>
            <p:cNvPr id="452" name="object 452"/>
            <p:cNvSpPr/>
            <p:nvPr/>
          </p:nvSpPr>
          <p:spPr>
            <a:xfrm>
              <a:off x="15592691" y="7148645"/>
              <a:ext cx="151130" cy="317500"/>
            </a:xfrm>
            <a:custGeom>
              <a:avLst/>
              <a:gdLst/>
              <a:ahLst/>
              <a:cxnLst/>
              <a:rect l="l" t="t" r="r" b="b"/>
              <a:pathLst>
                <a:path w="151130" h="317500">
                  <a:moveTo>
                    <a:pt x="25907" y="85172"/>
                  </a:moveTo>
                  <a:lnTo>
                    <a:pt x="0" y="85172"/>
                  </a:lnTo>
                  <a:lnTo>
                    <a:pt x="62496" y="258756"/>
                  </a:lnTo>
                  <a:lnTo>
                    <a:pt x="49872" y="294379"/>
                  </a:lnTo>
                  <a:lnTo>
                    <a:pt x="23634" y="294379"/>
                  </a:lnTo>
                  <a:lnTo>
                    <a:pt x="23634" y="317049"/>
                  </a:lnTo>
                  <a:lnTo>
                    <a:pt x="45123" y="317049"/>
                  </a:lnTo>
                  <a:lnTo>
                    <a:pt x="51600" y="316293"/>
                  </a:lnTo>
                  <a:lnTo>
                    <a:pt x="75780" y="291141"/>
                  </a:lnTo>
                  <a:lnTo>
                    <a:pt x="99421" y="226047"/>
                  </a:lnTo>
                  <a:lnTo>
                    <a:pt x="73837" y="226047"/>
                  </a:lnTo>
                  <a:lnTo>
                    <a:pt x="66065" y="198843"/>
                  </a:lnTo>
                  <a:lnTo>
                    <a:pt x="25907" y="85172"/>
                  </a:lnTo>
                  <a:close/>
                </a:path>
                <a:path w="151130" h="317500">
                  <a:moveTo>
                    <a:pt x="150583" y="85172"/>
                  </a:moveTo>
                  <a:lnTo>
                    <a:pt x="125006" y="85172"/>
                  </a:lnTo>
                  <a:lnTo>
                    <a:pt x="84518" y="198843"/>
                  </a:lnTo>
                  <a:lnTo>
                    <a:pt x="75450" y="226047"/>
                  </a:lnTo>
                  <a:lnTo>
                    <a:pt x="99421" y="226047"/>
                  </a:lnTo>
                  <a:lnTo>
                    <a:pt x="150583" y="85172"/>
                  </a:lnTo>
                  <a:close/>
                </a:path>
                <a:path w="151130" h="317500">
                  <a:moveTo>
                    <a:pt x="88404" y="0"/>
                  </a:moveTo>
                  <a:lnTo>
                    <a:pt x="60883" y="55054"/>
                  </a:lnTo>
                  <a:lnTo>
                    <a:pt x="77724" y="62826"/>
                  </a:lnTo>
                  <a:lnTo>
                    <a:pt x="112052" y="11334"/>
                  </a:lnTo>
                  <a:lnTo>
                    <a:pt x="88404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3" name="object 453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15762389" y="7229932"/>
              <a:ext cx="138607" cy="174879"/>
            </a:xfrm>
            <a:prstGeom prst="rect">
              <a:avLst/>
            </a:prstGeom>
          </p:spPr>
        </p:pic>
        <p:pic>
          <p:nvPicPr>
            <p:cNvPr id="454" name="object 454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15937585" y="7161275"/>
              <a:ext cx="130517" cy="239649"/>
            </a:xfrm>
            <a:prstGeom prst="rect">
              <a:avLst/>
            </a:prstGeom>
          </p:spPr>
        </p:pic>
      </p:grpSp>
      <p:grpSp>
        <p:nvGrpSpPr>
          <p:cNvPr id="455" name="object 455"/>
          <p:cNvGrpSpPr/>
          <p:nvPr/>
        </p:nvGrpSpPr>
        <p:grpSpPr>
          <a:xfrm>
            <a:off x="10607020" y="7647051"/>
            <a:ext cx="1224915" cy="304800"/>
            <a:chOff x="10607020" y="7647051"/>
            <a:chExt cx="1224915" cy="304800"/>
          </a:xfrm>
        </p:grpSpPr>
        <p:pic>
          <p:nvPicPr>
            <p:cNvPr id="456" name="object 45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0607020" y="7715707"/>
              <a:ext cx="150914" cy="174879"/>
            </a:xfrm>
            <a:prstGeom prst="rect">
              <a:avLst/>
            </a:prstGeom>
          </p:spPr>
        </p:pic>
        <p:pic>
          <p:nvPicPr>
            <p:cNvPr id="457" name="object 457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0800683" y="7647051"/>
              <a:ext cx="144113" cy="243535"/>
            </a:xfrm>
            <a:prstGeom prst="rect">
              <a:avLst/>
            </a:prstGeom>
          </p:spPr>
        </p:pic>
        <p:sp>
          <p:nvSpPr>
            <p:cNvPr id="458" name="object 458"/>
            <p:cNvSpPr/>
            <p:nvPr/>
          </p:nvSpPr>
          <p:spPr>
            <a:xfrm>
              <a:off x="10961311" y="7647051"/>
              <a:ext cx="56515" cy="304800"/>
            </a:xfrm>
            <a:custGeom>
              <a:avLst/>
              <a:gdLst/>
              <a:ahLst/>
              <a:cxnLst/>
              <a:rect l="l" t="t" r="r" b="b"/>
              <a:pathLst>
                <a:path w="56515" h="304800">
                  <a:moveTo>
                    <a:pt x="53111" y="72542"/>
                  </a:moveTo>
                  <a:lnTo>
                    <a:pt x="27203" y="72542"/>
                  </a:lnTo>
                  <a:lnTo>
                    <a:pt x="27203" y="281749"/>
                  </a:lnTo>
                  <a:lnTo>
                    <a:pt x="0" y="281749"/>
                  </a:lnTo>
                  <a:lnTo>
                    <a:pt x="0" y="304419"/>
                  </a:lnTo>
                  <a:lnTo>
                    <a:pt x="16840" y="304419"/>
                  </a:lnTo>
                  <a:lnTo>
                    <a:pt x="50925" y="281141"/>
                  </a:lnTo>
                  <a:lnTo>
                    <a:pt x="53111" y="265556"/>
                  </a:lnTo>
                  <a:lnTo>
                    <a:pt x="53111" y="72542"/>
                  </a:lnTo>
                  <a:close/>
                </a:path>
                <a:path w="56515" h="304800">
                  <a:moveTo>
                    <a:pt x="45770" y="0"/>
                  </a:moveTo>
                  <a:lnTo>
                    <a:pt x="34759" y="0"/>
                  </a:lnTo>
                  <a:lnTo>
                    <a:pt x="30765" y="1348"/>
                  </a:lnTo>
                  <a:lnTo>
                    <a:pt x="25584" y="6746"/>
                  </a:lnTo>
                  <a:lnTo>
                    <a:pt x="24288" y="10255"/>
                  </a:lnTo>
                  <a:lnTo>
                    <a:pt x="24288" y="23101"/>
                  </a:lnTo>
                  <a:lnTo>
                    <a:pt x="25584" y="26609"/>
                  </a:lnTo>
                  <a:lnTo>
                    <a:pt x="30765" y="32006"/>
                  </a:lnTo>
                  <a:lnTo>
                    <a:pt x="34759" y="33356"/>
                  </a:lnTo>
                  <a:lnTo>
                    <a:pt x="45770" y="33356"/>
                  </a:lnTo>
                  <a:lnTo>
                    <a:pt x="49819" y="32006"/>
                  </a:lnTo>
                  <a:lnTo>
                    <a:pt x="54785" y="26609"/>
                  </a:lnTo>
                  <a:lnTo>
                    <a:pt x="56026" y="23101"/>
                  </a:lnTo>
                  <a:lnTo>
                    <a:pt x="56026" y="10255"/>
                  </a:lnTo>
                  <a:lnTo>
                    <a:pt x="54785" y="6746"/>
                  </a:lnTo>
                  <a:lnTo>
                    <a:pt x="49819" y="1348"/>
                  </a:lnTo>
                  <a:lnTo>
                    <a:pt x="45770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9" name="object 4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57171" y="7715707"/>
              <a:ext cx="147351" cy="174879"/>
            </a:xfrm>
            <a:prstGeom prst="rect">
              <a:avLst/>
            </a:prstGeom>
          </p:spPr>
        </p:pic>
        <p:pic>
          <p:nvPicPr>
            <p:cNvPr id="460" name="object 46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1247270" y="7647051"/>
              <a:ext cx="239325" cy="239649"/>
            </a:xfrm>
            <a:prstGeom prst="rect">
              <a:avLst/>
            </a:prstGeom>
          </p:spPr>
        </p:pic>
        <p:pic>
          <p:nvPicPr>
            <p:cNvPr id="461" name="object 461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11514771" y="7715707"/>
              <a:ext cx="317049" cy="174879"/>
            </a:xfrm>
            <a:prstGeom prst="rect">
              <a:avLst/>
            </a:prstGeom>
          </p:spPr>
        </p:pic>
      </p:grpSp>
      <p:grpSp>
        <p:nvGrpSpPr>
          <p:cNvPr id="462" name="object 462"/>
          <p:cNvGrpSpPr/>
          <p:nvPr/>
        </p:nvGrpSpPr>
        <p:grpSpPr>
          <a:xfrm>
            <a:off x="10618161" y="8173593"/>
            <a:ext cx="421005" cy="193040"/>
            <a:chOff x="10618161" y="8173593"/>
            <a:chExt cx="421005" cy="193040"/>
          </a:xfrm>
        </p:grpSpPr>
        <p:sp>
          <p:nvSpPr>
            <p:cNvPr id="463" name="object 463"/>
            <p:cNvSpPr/>
            <p:nvPr/>
          </p:nvSpPr>
          <p:spPr>
            <a:xfrm>
              <a:off x="10618152" y="8176260"/>
              <a:ext cx="106680" cy="186690"/>
            </a:xfrm>
            <a:custGeom>
              <a:avLst/>
              <a:gdLst/>
              <a:ahLst/>
              <a:cxnLst/>
              <a:rect l="l" t="t" r="r" b="b"/>
              <a:pathLst>
                <a:path w="106679" h="186690">
                  <a:moveTo>
                    <a:pt x="106489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85090"/>
                  </a:lnTo>
                  <a:lnTo>
                    <a:pt x="0" y="99060"/>
                  </a:lnTo>
                  <a:lnTo>
                    <a:pt x="0" y="186690"/>
                  </a:lnTo>
                  <a:lnTo>
                    <a:pt x="15963" y="186690"/>
                  </a:lnTo>
                  <a:lnTo>
                    <a:pt x="15963" y="99060"/>
                  </a:lnTo>
                  <a:lnTo>
                    <a:pt x="100304" y="99060"/>
                  </a:lnTo>
                  <a:lnTo>
                    <a:pt x="100304" y="85090"/>
                  </a:lnTo>
                  <a:lnTo>
                    <a:pt x="15963" y="85090"/>
                  </a:lnTo>
                  <a:lnTo>
                    <a:pt x="15963" y="15240"/>
                  </a:lnTo>
                  <a:lnTo>
                    <a:pt x="106489" y="15240"/>
                  </a:lnTo>
                  <a:lnTo>
                    <a:pt x="106489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4" name="object 464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10764754" y="8176793"/>
              <a:ext cx="122932" cy="186156"/>
            </a:xfrm>
            <a:prstGeom prst="rect">
              <a:avLst/>
            </a:prstGeom>
          </p:spPr>
        </p:pic>
        <p:pic>
          <p:nvPicPr>
            <p:cNvPr id="465" name="object 465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10913083" y="8173593"/>
              <a:ext cx="125732" cy="192557"/>
            </a:xfrm>
            <a:prstGeom prst="rect">
              <a:avLst/>
            </a:prstGeom>
          </p:spPr>
        </p:pic>
      </p:grpSp>
      <p:grpSp>
        <p:nvGrpSpPr>
          <p:cNvPr id="466" name="object 466"/>
          <p:cNvGrpSpPr/>
          <p:nvPr/>
        </p:nvGrpSpPr>
        <p:grpSpPr>
          <a:xfrm>
            <a:off x="11130131" y="8223170"/>
            <a:ext cx="389890" cy="143510"/>
            <a:chOff x="11130131" y="8223170"/>
            <a:chExt cx="389890" cy="143510"/>
          </a:xfrm>
        </p:grpSpPr>
        <p:pic>
          <p:nvPicPr>
            <p:cNvPr id="467" name="object 46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130131" y="8223170"/>
              <a:ext cx="109580" cy="142980"/>
            </a:xfrm>
            <a:prstGeom prst="rect">
              <a:avLst/>
            </a:prstGeom>
          </p:spPr>
        </p:pic>
        <p:pic>
          <p:nvPicPr>
            <p:cNvPr id="468" name="object 468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1260606" y="8223170"/>
              <a:ext cx="119507" cy="142980"/>
            </a:xfrm>
            <a:prstGeom prst="rect">
              <a:avLst/>
            </a:prstGeom>
          </p:spPr>
        </p:pic>
        <p:pic>
          <p:nvPicPr>
            <p:cNvPr id="469" name="object 469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1416892" y="8226370"/>
              <a:ext cx="102599" cy="139780"/>
            </a:xfrm>
            <a:prstGeom prst="rect">
              <a:avLst/>
            </a:prstGeom>
          </p:spPr>
        </p:pic>
      </p:grpSp>
      <p:grpSp>
        <p:nvGrpSpPr>
          <p:cNvPr id="470" name="object 470"/>
          <p:cNvGrpSpPr/>
          <p:nvPr/>
        </p:nvGrpSpPr>
        <p:grpSpPr>
          <a:xfrm>
            <a:off x="11568982" y="8188128"/>
            <a:ext cx="449580" cy="178435"/>
            <a:chOff x="11568982" y="8188128"/>
            <a:chExt cx="449580" cy="178435"/>
          </a:xfrm>
        </p:grpSpPr>
        <p:pic>
          <p:nvPicPr>
            <p:cNvPr id="471" name="object 47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568982" y="8223169"/>
              <a:ext cx="102604" cy="139780"/>
            </a:xfrm>
            <a:prstGeom prst="rect">
              <a:avLst/>
            </a:prstGeom>
          </p:spPr>
        </p:pic>
        <p:pic>
          <p:nvPicPr>
            <p:cNvPr id="472" name="object 47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702315" y="8188128"/>
              <a:ext cx="69888" cy="174821"/>
            </a:xfrm>
            <a:prstGeom prst="rect">
              <a:avLst/>
            </a:prstGeom>
          </p:spPr>
        </p:pic>
        <p:pic>
          <p:nvPicPr>
            <p:cNvPr id="473" name="object 47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796674" y="8223169"/>
              <a:ext cx="116862" cy="142980"/>
            </a:xfrm>
            <a:prstGeom prst="rect">
              <a:avLst/>
            </a:prstGeom>
          </p:spPr>
        </p:pic>
        <p:pic>
          <p:nvPicPr>
            <p:cNvPr id="474" name="object 47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952165" y="8226370"/>
              <a:ext cx="66316" cy="136579"/>
            </a:xfrm>
            <a:prstGeom prst="rect">
              <a:avLst/>
            </a:prstGeom>
          </p:spPr>
        </p:pic>
      </p:grpSp>
      <p:grpSp>
        <p:nvGrpSpPr>
          <p:cNvPr id="475" name="object 475"/>
          <p:cNvGrpSpPr/>
          <p:nvPr/>
        </p:nvGrpSpPr>
        <p:grpSpPr>
          <a:xfrm>
            <a:off x="12108436" y="8159457"/>
            <a:ext cx="238760" cy="207010"/>
            <a:chOff x="12108436" y="8159457"/>
            <a:chExt cx="238760" cy="207010"/>
          </a:xfrm>
        </p:grpSpPr>
        <p:pic>
          <p:nvPicPr>
            <p:cNvPr id="476" name="object 476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12108436" y="8226370"/>
              <a:ext cx="102600" cy="139780"/>
            </a:xfrm>
            <a:prstGeom prst="rect">
              <a:avLst/>
            </a:prstGeom>
          </p:spPr>
        </p:pic>
        <p:pic>
          <p:nvPicPr>
            <p:cNvPr id="477" name="object 477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12244050" y="8159457"/>
              <a:ext cx="102946" cy="203492"/>
            </a:xfrm>
            <a:prstGeom prst="rect">
              <a:avLst/>
            </a:prstGeom>
          </p:spPr>
        </p:pic>
      </p:grpSp>
      <p:pic>
        <p:nvPicPr>
          <p:cNvPr id="478" name="object 478"/>
          <p:cNvPicPr/>
          <p:nvPr/>
        </p:nvPicPr>
        <p:blipFill>
          <a:blip r:embed="rId184" cstate="print"/>
          <a:stretch>
            <a:fillRect/>
          </a:stretch>
        </p:blipFill>
        <p:spPr>
          <a:xfrm>
            <a:off x="12440487" y="8226370"/>
            <a:ext cx="102600" cy="139780"/>
          </a:xfrm>
          <a:prstGeom prst="rect">
            <a:avLst/>
          </a:prstGeom>
        </p:spPr>
      </p:pic>
      <p:grpSp>
        <p:nvGrpSpPr>
          <p:cNvPr id="479" name="object 479"/>
          <p:cNvGrpSpPr/>
          <p:nvPr/>
        </p:nvGrpSpPr>
        <p:grpSpPr>
          <a:xfrm>
            <a:off x="12592578" y="8165592"/>
            <a:ext cx="772795" cy="250825"/>
            <a:chOff x="12592578" y="8165592"/>
            <a:chExt cx="772795" cy="250825"/>
          </a:xfrm>
        </p:grpSpPr>
        <p:pic>
          <p:nvPicPr>
            <p:cNvPr id="480" name="object 480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12592578" y="8165592"/>
              <a:ext cx="363847" cy="200558"/>
            </a:xfrm>
            <a:prstGeom prst="rect">
              <a:avLst/>
            </a:prstGeom>
          </p:spPr>
        </p:pic>
        <p:pic>
          <p:nvPicPr>
            <p:cNvPr id="481" name="object 481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12986880" y="8226370"/>
              <a:ext cx="102590" cy="139780"/>
            </a:xfrm>
            <a:prstGeom prst="rect">
              <a:avLst/>
            </a:prstGeom>
          </p:spPr>
        </p:pic>
        <p:sp>
          <p:nvSpPr>
            <p:cNvPr id="482" name="object 482"/>
            <p:cNvSpPr/>
            <p:nvPr/>
          </p:nvSpPr>
          <p:spPr>
            <a:xfrm>
              <a:off x="13116458" y="8167459"/>
              <a:ext cx="40640" cy="248920"/>
            </a:xfrm>
            <a:custGeom>
              <a:avLst/>
              <a:gdLst/>
              <a:ahLst/>
              <a:cxnLst/>
              <a:rect l="l" t="t" r="r" b="b"/>
              <a:pathLst>
                <a:path w="40640" h="248920">
                  <a:moveTo>
                    <a:pt x="37719" y="58911"/>
                  </a:moveTo>
                  <a:lnTo>
                    <a:pt x="22504" y="58911"/>
                  </a:lnTo>
                  <a:lnTo>
                    <a:pt x="22504" y="235454"/>
                  </a:lnTo>
                  <a:lnTo>
                    <a:pt x="0" y="235454"/>
                  </a:lnTo>
                  <a:lnTo>
                    <a:pt x="0" y="248831"/>
                  </a:lnTo>
                  <a:lnTo>
                    <a:pt x="23799" y="248831"/>
                  </a:lnTo>
                  <a:lnTo>
                    <a:pt x="29184" y="246769"/>
                  </a:lnTo>
                  <a:lnTo>
                    <a:pt x="36017" y="238523"/>
                  </a:lnTo>
                  <a:lnTo>
                    <a:pt x="37719" y="233065"/>
                  </a:lnTo>
                  <a:lnTo>
                    <a:pt x="37719" y="58911"/>
                  </a:lnTo>
                  <a:close/>
                </a:path>
                <a:path w="40640" h="248920">
                  <a:moveTo>
                    <a:pt x="33782" y="0"/>
                  </a:moveTo>
                  <a:lnTo>
                    <a:pt x="26454" y="0"/>
                  </a:lnTo>
                  <a:lnTo>
                    <a:pt x="23812" y="902"/>
                  </a:lnTo>
                  <a:lnTo>
                    <a:pt x="20523" y="4517"/>
                  </a:lnTo>
                  <a:lnTo>
                    <a:pt x="19697" y="6785"/>
                  </a:lnTo>
                  <a:lnTo>
                    <a:pt x="19697" y="15081"/>
                  </a:lnTo>
                  <a:lnTo>
                    <a:pt x="20523" y="17346"/>
                  </a:lnTo>
                  <a:lnTo>
                    <a:pt x="23812" y="20961"/>
                  </a:lnTo>
                  <a:lnTo>
                    <a:pt x="26454" y="21864"/>
                  </a:lnTo>
                  <a:lnTo>
                    <a:pt x="33782" y="21864"/>
                  </a:lnTo>
                  <a:lnTo>
                    <a:pt x="36449" y="20961"/>
                  </a:lnTo>
                  <a:lnTo>
                    <a:pt x="39636" y="17346"/>
                  </a:lnTo>
                  <a:lnTo>
                    <a:pt x="40424" y="15081"/>
                  </a:lnTo>
                  <a:lnTo>
                    <a:pt x="40424" y="6785"/>
                  </a:lnTo>
                  <a:lnTo>
                    <a:pt x="39636" y="4517"/>
                  </a:lnTo>
                  <a:lnTo>
                    <a:pt x="36449" y="902"/>
                  </a:lnTo>
                  <a:lnTo>
                    <a:pt x="33782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3" name="object 483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13192936" y="8223170"/>
              <a:ext cx="116866" cy="142980"/>
            </a:xfrm>
            <a:prstGeom prst="rect">
              <a:avLst/>
            </a:prstGeom>
          </p:spPr>
        </p:pic>
        <p:sp>
          <p:nvSpPr>
            <p:cNvPr id="484" name="object 484"/>
            <p:cNvSpPr/>
            <p:nvPr/>
          </p:nvSpPr>
          <p:spPr>
            <a:xfrm>
              <a:off x="13329475" y="8338388"/>
              <a:ext cx="36195" cy="61594"/>
            </a:xfrm>
            <a:custGeom>
              <a:avLst/>
              <a:gdLst/>
              <a:ahLst/>
              <a:cxnLst/>
              <a:rect l="l" t="t" r="r" b="b"/>
              <a:pathLst>
                <a:path w="36194" h="61595">
                  <a:moveTo>
                    <a:pt x="27508" y="0"/>
                  </a:moveTo>
                  <a:lnTo>
                    <a:pt x="23063" y="0"/>
                  </a:lnTo>
                  <a:lnTo>
                    <a:pt x="18656" y="0"/>
                  </a:lnTo>
                  <a:lnTo>
                    <a:pt x="15417" y="1155"/>
                  </a:lnTo>
                  <a:lnTo>
                    <a:pt x="11264" y="5778"/>
                  </a:lnTo>
                  <a:lnTo>
                    <a:pt x="10223" y="8726"/>
                  </a:lnTo>
                  <a:lnTo>
                    <a:pt x="10223" y="18322"/>
                  </a:lnTo>
                  <a:lnTo>
                    <a:pt x="10985" y="20721"/>
                  </a:lnTo>
                  <a:lnTo>
                    <a:pt x="14020" y="24730"/>
                  </a:lnTo>
                  <a:lnTo>
                    <a:pt x="16484" y="26003"/>
                  </a:lnTo>
                  <a:lnTo>
                    <a:pt x="19900" y="26545"/>
                  </a:lnTo>
                  <a:lnTo>
                    <a:pt x="18821" y="32284"/>
                  </a:lnTo>
                  <a:lnTo>
                    <a:pt x="16713" y="38016"/>
                  </a:lnTo>
                  <a:lnTo>
                    <a:pt x="10401" y="49465"/>
                  </a:lnTo>
                  <a:lnTo>
                    <a:pt x="5892" y="55380"/>
                  </a:lnTo>
                  <a:lnTo>
                    <a:pt x="0" y="61487"/>
                  </a:lnTo>
                  <a:lnTo>
                    <a:pt x="12890" y="61487"/>
                  </a:lnTo>
                  <a:lnTo>
                    <a:pt x="35699" y="23016"/>
                  </a:lnTo>
                  <a:lnTo>
                    <a:pt x="35699" y="8726"/>
                  </a:lnTo>
                  <a:lnTo>
                    <a:pt x="34709" y="5778"/>
                  </a:lnTo>
                  <a:lnTo>
                    <a:pt x="30733" y="1155"/>
                  </a:lnTo>
                  <a:lnTo>
                    <a:pt x="27508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5" name="object 485"/>
          <p:cNvGrpSpPr/>
          <p:nvPr/>
        </p:nvGrpSpPr>
        <p:grpSpPr>
          <a:xfrm>
            <a:off x="13474738" y="8165592"/>
            <a:ext cx="393065" cy="200660"/>
            <a:chOff x="13474738" y="8165592"/>
            <a:chExt cx="393065" cy="200660"/>
          </a:xfrm>
        </p:grpSpPr>
        <p:pic>
          <p:nvPicPr>
            <p:cNvPr id="486" name="object 486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13474738" y="8165592"/>
              <a:ext cx="236867" cy="200558"/>
            </a:xfrm>
            <a:prstGeom prst="rect">
              <a:avLst/>
            </a:prstGeom>
          </p:spPr>
        </p:pic>
        <p:pic>
          <p:nvPicPr>
            <p:cNvPr id="487" name="object 487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13750365" y="8223170"/>
              <a:ext cx="116854" cy="142980"/>
            </a:xfrm>
            <a:prstGeom prst="rect">
              <a:avLst/>
            </a:prstGeom>
          </p:spPr>
        </p:pic>
      </p:grpSp>
      <p:grpSp>
        <p:nvGrpSpPr>
          <p:cNvPr id="488" name="object 488"/>
          <p:cNvGrpSpPr/>
          <p:nvPr/>
        </p:nvGrpSpPr>
        <p:grpSpPr>
          <a:xfrm>
            <a:off x="13951889" y="8188128"/>
            <a:ext cx="213995" cy="178435"/>
            <a:chOff x="13951889" y="8188128"/>
            <a:chExt cx="213995" cy="178435"/>
          </a:xfrm>
        </p:grpSpPr>
        <p:pic>
          <p:nvPicPr>
            <p:cNvPr id="489" name="object 489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13951889" y="8188128"/>
              <a:ext cx="69888" cy="174821"/>
            </a:xfrm>
            <a:prstGeom prst="rect">
              <a:avLst/>
            </a:prstGeom>
          </p:spPr>
        </p:pic>
        <p:pic>
          <p:nvPicPr>
            <p:cNvPr id="490" name="object 490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14046123" y="8223169"/>
              <a:ext cx="119507" cy="142980"/>
            </a:xfrm>
            <a:prstGeom prst="rect">
              <a:avLst/>
            </a:prstGeom>
          </p:spPr>
        </p:pic>
      </p:grpSp>
      <p:grpSp>
        <p:nvGrpSpPr>
          <p:cNvPr id="491" name="object 491"/>
          <p:cNvGrpSpPr/>
          <p:nvPr/>
        </p:nvGrpSpPr>
        <p:grpSpPr>
          <a:xfrm>
            <a:off x="14267192" y="8158124"/>
            <a:ext cx="461009" cy="241935"/>
            <a:chOff x="14267192" y="8158124"/>
            <a:chExt cx="461009" cy="241935"/>
          </a:xfrm>
        </p:grpSpPr>
        <p:pic>
          <p:nvPicPr>
            <p:cNvPr id="492" name="object 492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14267192" y="8165592"/>
              <a:ext cx="114007" cy="200558"/>
            </a:xfrm>
            <a:prstGeom prst="rect">
              <a:avLst/>
            </a:prstGeom>
          </p:spPr>
        </p:pic>
        <p:pic>
          <p:nvPicPr>
            <p:cNvPr id="493" name="object 493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14409470" y="8223170"/>
              <a:ext cx="119494" cy="142980"/>
            </a:xfrm>
            <a:prstGeom prst="rect">
              <a:avLst/>
            </a:prstGeom>
          </p:spPr>
        </p:pic>
        <p:sp>
          <p:nvSpPr>
            <p:cNvPr id="494" name="object 494"/>
            <p:cNvSpPr/>
            <p:nvPr/>
          </p:nvSpPr>
          <p:spPr>
            <a:xfrm>
              <a:off x="14567598" y="8165592"/>
              <a:ext cx="36830" cy="197485"/>
            </a:xfrm>
            <a:custGeom>
              <a:avLst/>
              <a:gdLst/>
              <a:ahLst/>
              <a:cxnLst/>
              <a:rect l="l" t="t" r="r" b="b"/>
              <a:pathLst>
                <a:path w="36830" h="197484">
                  <a:moveTo>
                    <a:pt x="15214" y="0"/>
                  </a:moveTo>
                  <a:lnTo>
                    <a:pt x="0" y="0"/>
                  </a:lnTo>
                  <a:lnTo>
                    <a:pt x="0" y="185774"/>
                  </a:lnTo>
                  <a:lnTo>
                    <a:pt x="1435" y="189765"/>
                  </a:lnTo>
                  <a:lnTo>
                    <a:pt x="7188" y="195839"/>
                  </a:lnTo>
                  <a:lnTo>
                    <a:pt x="11366" y="197357"/>
                  </a:lnTo>
                  <a:lnTo>
                    <a:pt x="36423" y="197357"/>
                  </a:lnTo>
                  <a:lnTo>
                    <a:pt x="36423" y="183981"/>
                  </a:lnTo>
                  <a:lnTo>
                    <a:pt x="15214" y="183981"/>
                  </a:lnTo>
                  <a:lnTo>
                    <a:pt x="15214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5" name="object 495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14634819" y="8158124"/>
              <a:ext cx="93243" cy="241630"/>
            </a:xfrm>
            <a:prstGeom prst="rect">
              <a:avLst/>
            </a:prstGeom>
          </p:spPr>
        </p:pic>
      </p:grpSp>
      <p:grpSp>
        <p:nvGrpSpPr>
          <p:cNvPr id="496" name="object 496"/>
          <p:cNvGrpSpPr/>
          <p:nvPr/>
        </p:nvGrpSpPr>
        <p:grpSpPr>
          <a:xfrm>
            <a:off x="14829307" y="8158124"/>
            <a:ext cx="746125" cy="208279"/>
            <a:chOff x="14829307" y="8158124"/>
            <a:chExt cx="746125" cy="208279"/>
          </a:xfrm>
        </p:grpSpPr>
        <p:pic>
          <p:nvPicPr>
            <p:cNvPr id="497" name="object 497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14973642" y="8223170"/>
              <a:ext cx="101092" cy="142980"/>
            </a:xfrm>
            <a:prstGeom prst="rect">
              <a:avLst/>
            </a:prstGeom>
          </p:spPr>
        </p:pic>
        <p:pic>
          <p:nvPicPr>
            <p:cNvPr id="498" name="object 498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14829307" y="8223170"/>
              <a:ext cx="119506" cy="142980"/>
            </a:xfrm>
            <a:prstGeom prst="rect">
              <a:avLst/>
            </a:prstGeom>
          </p:spPr>
        </p:pic>
        <p:pic>
          <p:nvPicPr>
            <p:cNvPr id="499" name="object 49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096680" y="8188128"/>
              <a:ext cx="69888" cy="174821"/>
            </a:xfrm>
            <a:prstGeom prst="rect">
              <a:avLst/>
            </a:prstGeom>
          </p:spPr>
        </p:pic>
        <p:pic>
          <p:nvPicPr>
            <p:cNvPr id="500" name="object 500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15191803" y="8158124"/>
              <a:ext cx="383540" cy="208025"/>
            </a:xfrm>
            <a:prstGeom prst="rect">
              <a:avLst/>
            </a:prstGeom>
          </p:spPr>
        </p:pic>
      </p:grpSp>
      <p:grpSp>
        <p:nvGrpSpPr>
          <p:cNvPr id="501" name="object 501"/>
          <p:cNvGrpSpPr/>
          <p:nvPr/>
        </p:nvGrpSpPr>
        <p:grpSpPr>
          <a:xfrm>
            <a:off x="15652914" y="8188128"/>
            <a:ext cx="213995" cy="178435"/>
            <a:chOff x="15652914" y="8188128"/>
            <a:chExt cx="213995" cy="178435"/>
          </a:xfrm>
        </p:grpSpPr>
        <p:pic>
          <p:nvPicPr>
            <p:cNvPr id="502" name="object 502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5652914" y="8188128"/>
              <a:ext cx="69888" cy="174821"/>
            </a:xfrm>
            <a:prstGeom prst="rect">
              <a:avLst/>
            </a:prstGeom>
          </p:spPr>
        </p:pic>
        <p:pic>
          <p:nvPicPr>
            <p:cNvPr id="503" name="object 503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15747148" y="8223169"/>
              <a:ext cx="119507" cy="142980"/>
            </a:xfrm>
            <a:prstGeom prst="rect">
              <a:avLst/>
            </a:prstGeom>
          </p:spPr>
        </p:pic>
      </p:grpSp>
      <p:grpSp>
        <p:nvGrpSpPr>
          <p:cNvPr id="504" name="object 504"/>
          <p:cNvGrpSpPr/>
          <p:nvPr/>
        </p:nvGrpSpPr>
        <p:grpSpPr>
          <a:xfrm>
            <a:off x="15954438" y="8163724"/>
            <a:ext cx="831215" cy="252729"/>
            <a:chOff x="15954438" y="8163724"/>
            <a:chExt cx="831215" cy="252729"/>
          </a:xfrm>
        </p:grpSpPr>
        <p:pic>
          <p:nvPicPr>
            <p:cNvPr id="505" name="object 505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15954438" y="8223169"/>
              <a:ext cx="101091" cy="142980"/>
            </a:xfrm>
            <a:prstGeom prst="rect">
              <a:avLst/>
            </a:prstGeom>
          </p:spPr>
        </p:pic>
        <p:pic>
          <p:nvPicPr>
            <p:cNvPr id="506" name="object 506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16095510" y="8223169"/>
              <a:ext cx="114020" cy="193120"/>
            </a:xfrm>
            <a:prstGeom prst="rect">
              <a:avLst/>
            </a:prstGeom>
          </p:spPr>
        </p:pic>
        <p:pic>
          <p:nvPicPr>
            <p:cNvPr id="507" name="object 507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16248646" y="8223169"/>
              <a:ext cx="329844" cy="142980"/>
            </a:xfrm>
            <a:prstGeom prst="rect">
              <a:avLst/>
            </a:prstGeom>
          </p:spPr>
        </p:pic>
        <p:sp>
          <p:nvSpPr>
            <p:cNvPr id="508" name="object 508"/>
            <p:cNvSpPr/>
            <p:nvPr/>
          </p:nvSpPr>
          <p:spPr>
            <a:xfrm>
              <a:off x="16605948" y="8167458"/>
              <a:ext cx="20955" cy="195580"/>
            </a:xfrm>
            <a:custGeom>
              <a:avLst/>
              <a:gdLst/>
              <a:ahLst/>
              <a:cxnLst/>
              <a:rect l="l" t="t" r="r" b="b"/>
              <a:pathLst>
                <a:path w="20955" h="195579">
                  <a:moveTo>
                    <a:pt x="14084" y="0"/>
                  </a:moveTo>
                  <a:lnTo>
                    <a:pt x="6756" y="0"/>
                  </a:lnTo>
                  <a:lnTo>
                    <a:pt x="4114" y="902"/>
                  </a:lnTo>
                  <a:lnTo>
                    <a:pt x="825" y="4517"/>
                  </a:lnTo>
                  <a:lnTo>
                    <a:pt x="0" y="6785"/>
                  </a:lnTo>
                  <a:lnTo>
                    <a:pt x="0" y="15081"/>
                  </a:lnTo>
                  <a:lnTo>
                    <a:pt x="825" y="17346"/>
                  </a:lnTo>
                  <a:lnTo>
                    <a:pt x="4114" y="20961"/>
                  </a:lnTo>
                  <a:lnTo>
                    <a:pt x="6756" y="21864"/>
                  </a:lnTo>
                  <a:lnTo>
                    <a:pt x="14084" y="21864"/>
                  </a:lnTo>
                  <a:lnTo>
                    <a:pt x="16751" y="20961"/>
                  </a:lnTo>
                  <a:lnTo>
                    <a:pt x="19938" y="17346"/>
                  </a:lnTo>
                  <a:lnTo>
                    <a:pt x="20739" y="15081"/>
                  </a:lnTo>
                  <a:lnTo>
                    <a:pt x="20739" y="6785"/>
                  </a:lnTo>
                  <a:lnTo>
                    <a:pt x="19938" y="4517"/>
                  </a:lnTo>
                  <a:lnTo>
                    <a:pt x="16751" y="902"/>
                  </a:lnTo>
                  <a:lnTo>
                    <a:pt x="14084" y="0"/>
                  </a:lnTo>
                  <a:close/>
                </a:path>
                <a:path w="20955" h="195579">
                  <a:moveTo>
                    <a:pt x="18021" y="58911"/>
                  </a:moveTo>
                  <a:lnTo>
                    <a:pt x="2806" y="58911"/>
                  </a:lnTo>
                  <a:lnTo>
                    <a:pt x="2806" y="195491"/>
                  </a:lnTo>
                  <a:lnTo>
                    <a:pt x="18021" y="195491"/>
                  </a:lnTo>
                  <a:lnTo>
                    <a:pt x="18021" y="58911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9" name="object 509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6656456" y="8163724"/>
              <a:ext cx="82143" cy="199224"/>
            </a:xfrm>
            <a:prstGeom prst="rect">
              <a:avLst/>
            </a:prstGeom>
          </p:spPr>
        </p:pic>
        <p:sp>
          <p:nvSpPr>
            <p:cNvPr id="510" name="object 510"/>
            <p:cNvSpPr/>
            <p:nvPr/>
          </p:nvSpPr>
          <p:spPr>
            <a:xfrm>
              <a:off x="16759948" y="8338388"/>
              <a:ext cx="26034" cy="27305"/>
            </a:xfrm>
            <a:custGeom>
              <a:avLst/>
              <a:gdLst/>
              <a:ahLst/>
              <a:cxnLst/>
              <a:rect l="l" t="t" r="r" b="b"/>
              <a:pathLst>
                <a:path w="26034" h="27304">
                  <a:moveTo>
                    <a:pt x="17183" y="0"/>
                  </a:moveTo>
                  <a:lnTo>
                    <a:pt x="8470" y="0"/>
                  </a:lnTo>
                  <a:lnTo>
                    <a:pt x="5283" y="1093"/>
                  </a:lnTo>
                  <a:lnTo>
                    <a:pt x="1054" y="5469"/>
                  </a:lnTo>
                  <a:lnTo>
                    <a:pt x="0" y="8389"/>
                  </a:lnTo>
                  <a:lnTo>
                    <a:pt x="0" y="18538"/>
                  </a:lnTo>
                  <a:lnTo>
                    <a:pt x="1054" y="21432"/>
                  </a:lnTo>
                  <a:lnTo>
                    <a:pt x="5283" y="25915"/>
                  </a:lnTo>
                  <a:lnTo>
                    <a:pt x="8470" y="27037"/>
                  </a:lnTo>
                  <a:lnTo>
                    <a:pt x="12738" y="27037"/>
                  </a:lnTo>
                  <a:lnTo>
                    <a:pt x="17183" y="27037"/>
                  </a:lnTo>
                  <a:lnTo>
                    <a:pt x="20408" y="25915"/>
                  </a:lnTo>
                  <a:lnTo>
                    <a:pt x="24460" y="21432"/>
                  </a:lnTo>
                  <a:lnTo>
                    <a:pt x="25476" y="18538"/>
                  </a:lnTo>
                  <a:lnTo>
                    <a:pt x="25476" y="8389"/>
                  </a:lnTo>
                  <a:lnTo>
                    <a:pt x="24460" y="5469"/>
                  </a:lnTo>
                  <a:lnTo>
                    <a:pt x="20408" y="1093"/>
                  </a:lnTo>
                  <a:lnTo>
                    <a:pt x="17183" y="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11" name="object 511"/>
          <p:cNvPicPr/>
          <p:nvPr/>
        </p:nvPicPr>
        <p:blipFill>
          <a:blip r:embed="rId203" cstate="print"/>
          <a:stretch>
            <a:fillRect/>
          </a:stretch>
        </p:blipFill>
        <p:spPr>
          <a:xfrm>
            <a:off x="952499" y="590550"/>
            <a:ext cx="95250" cy="95230"/>
          </a:xfrm>
          <a:prstGeom prst="rect">
            <a:avLst/>
          </a:prstGeom>
        </p:spPr>
      </p:pic>
      <p:sp>
        <p:nvSpPr>
          <p:cNvPr id="512" name="object 512"/>
          <p:cNvSpPr txBox="1"/>
          <p:nvPr/>
        </p:nvSpPr>
        <p:spPr>
          <a:xfrm>
            <a:off x="1149350" y="454025"/>
            <a:ext cx="1772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17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OUTLOOK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13" name="object 513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14" name="object 514"/>
          <p:cNvSpPr txBox="1"/>
          <p:nvPr/>
        </p:nvSpPr>
        <p:spPr>
          <a:xfrm>
            <a:off x="939800" y="9636125"/>
            <a:ext cx="1772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17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OUTLOOK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15" name="object 515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07176" y="4578350"/>
            <a:ext cx="268097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700" spc="75" dirty="0">
                <a:solidFill>
                  <a:srgbClr val="1A1A1A"/>
                </a:solidFill>
              </a:rPr>
              <a:t>Otázky?</a:t>
            </a:r>
            <a:endParaRPr sz="5700"/>
          </a:p>
        </p:txBody>
      </p:sp>
      <p:grpSp>
        <p:nvGrpSpPr>
          <p:cNvPr id="3" name="object 3"/>
          <p:cNvGrpSpPr/>
          <p:nvPr/>
        </p:nvGrpSpPr>
        <p:grpSpPr>
          <a:xfrm>
            <a:off x="4928600" y="5917691"/>
            <a:ext cx="4922520" cy="254000"/>
            <a:chOff x="4928600" y="5917691"/>
            <a:chExt cx="4922520" cy="254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8600" y="5917691"/>
              <a:ext cx="3706860" cy="2538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5730" y="5917691"/>
              <a:ext cx="1194816" cy="253898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0011366" y="6016637"/>
            <a:ext cx="33020" cy="34925"/>
          </a:xfrm>
          <a:custGeom>
            <a:avLst/>
            <a:gdLst/>
            <a:ahLst/>
            <a:cxnLst/>
            <a:rect l="l" t="t" r="r" b="b"/>
            <a:pathLst>
              <a:path w="33020" h="34925">
                <a:moveTo>
                  <a:pt x="21958" y="0"/>
                </a:moveTo>
                <a:lnTo>
                  <a:pt x="10756" y="0"/>
                </a:lnTo>
                <a:lnTo>
                  <a:pt x="6667" y="1422"/>
                </a:lnTo>
                <a:lnTo>
                  <a:pt x="1333" y="7112"/>
                </a:lnTo>
                <a:lnTo>
                  <a:pt x="0" y="10845"/>
                </a:lnTo>
                <a:lnTo>
                  <a:pt x="0" y="23380"/>
                </a:lnTo>
                <a:lnTo>
                  <a:pt x="1333" y="27070"/>
                </a:lnTo>
                <a:lnTo>
                  <a:pt x="6667" y="32937"/>
                </a:lnTo>
                <a:lnTo>
                  <a:pt x="10756" y="34404"/>
                </a:lnTo>
                <a:lnTo>
                  <a:pt x="16268" y="34404"/>
                </a:lnTo>
                <a:lnTo>
                  <a:pt x="21958" y="34404"/>
                </a:lnTo>
                <a:lnTo>
                  <a:pt x="26092" y="32937"/>
                </a:lnTo>
                <a:lnTo>
                  <a:pt x="31248" y="27070"/>
                </a:lnTo>
                <a:lnTo>
                  <a:pt x="32537" y="23380"/>
                </a:lnTo>
                <a:lnTo>
                  <a:pt x="32537" y="10845"/>
                </a:lnTo>
                <a:lnTo>
                  <a:pt x="31248" y="7112"/>
                </a:lnTo>
                <a:lnTo>
                  <a:pt x="26092" y="1422"/>
                </a:lnTo>
                <a:lnTo>
                  <a:pt x="21958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0221791" y="5928359"/>
            <a:ext cx="235585" cy="190500"/>
            <a:chOff x="10221791" y="5928359"/>
            <a:chExt cx="235585" cy="190500"/>
          </a:xfrm>
        </p:grpSpPr>
        <p:sp>
          <p:nvSpPr>
            <p:cNvPr id="8" name="object 8"/>
            <p:cNvSpPr/>
            <p:nvPr/>
          </p:nvSpPr>
          <p:spPr>
            <a:xfrm>
              <a:off x="10221785" y="5928359"/>
              <a:ext cx="102235" cy="186690"/>
            </a:xfrm>
            <a:custGeom>
              <a:avLst/>
              <a:gdLst/>
              <a:ahLst/>
              <a:cxnLst/>
              <a:rect l="l" t="t" r="r" b="b"/>
              <a:pathLst>
                <a:path w="102234" h="186689">
                  <a:moveTo>
                    <a:pt x="101612" y="166370"/>
                  </a:moveTo>
                  <a:lnTo>
                    <a:pt x="22402" y="166370"/>
                  </a:lnTo>
                  <a:lnTo>
                    <a:pt x="22402" y="0"/>
                  </a:lnTo>
                  <a:lnTo>
                    <a:pt x="0" y="0"/>
                  </a:lnTo>
                  <a:lnTo>
                    <a:pt x="0" y="166370"/>
                  </a:lnTo>
                  <a:lnTo>
                    <a:pt x="0" y="186690"/>
                  </a:lnTo>
                  <a:lnTo>
                    <a:pt x="101612" y="186690"/>
                  </a:lnTo>
                  <a:lnTo>
                    <a:pt x="101612" y="166370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9274" y="5977432"/>
              <a:ext cx="107480" cy="14081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02093" y="5907290"/>
            <a:ext cx="373913" cy="2109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73086" y="5925692"/>
            <a:ext cx="158953" cy="19255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1217382" y="5917691"/>
            <a:ext cx="681990" cy="200660"/>
            <a:chOff x="11217382" y="5917691"/>
            <a:chExt cx="681990" cy="20066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17382" y="5925692"/>
              <a:ext cx="157886" cy="19255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413401" y="5917691"/>
              <a:ext cx="96520" cy="197485"/>
            </a:xfrm>
            <a:custGeom>
              <a:avLst/>
              <a:gdLst/>
              <a:ahLst/>
              <a:cxnLst/>
              <a:rect l="l" t="t" r="r" b="b"/>
              <a:pathLst>
                <a:path w="96520" h="197485">
                  <a:moveTo>
                    <a:pt x="41605" y="178689"/>
                  </a:moveTo>
                  <a:lnTo>
                    <a:pt x="21336" y="178689"/>
                  </a:lnTo>
                  <a:lnTo>
                    <a:pt x="21336" y="0"/>
                  </a:lnTo>
                  <a:lnTo>
                    <a:pt x="0" y="0"/>
                  </a:lnTo>
                  <a:lnTo>
                    <a:pt x="0" y="181622"/>
                  </a:lnTo>
                  <a:lnTo>
                    <a:pt x="1955" y="186918"/>
                  </a:lnTo>
                  <a:lnTo>
                    <a:pt x="9779" y="195275"/>
                  </a:lnTo>
                  <a:lnTo>
                    <a:pt x="15379" y="197358"/>
                  </a:lnTo>
                  <a:lnTo>
                    <a:pt x="41605" y="197358"/>
                  </a:lnTo>
                  <a:lnTo>
                    <a:pt x="41605" y="178689"/>
                  </a:lnTo>
                  <a:close/>
                </a:path>
                <a:path w="96520" h="197485">
                  <a:moveTo>
                    <a:pt x="93878" y="59740"/>
                  </a:moveTo>
                  <a:lnTo>
                    <a:pt x="72542" y="59740"/>
                  </a:lnTo>
                  <a:lnTo>
                    <a:pt x="72542" y="197358"/>
                  </a:lnTo>
                  <a:lnTo>
                    <a:pt x="93878" y="197358"/>
                  </a:lnTo>
                  <a:lnTo>
                    <a:pt x="93878" y="59740"/>
                  </a:lnTo>
                  <a:close/>
                </a:path>
                <a:path w="96520" h="197485">
                  <a:moveTo>
                    <a:pt x="96278" y="8445"/>
                  </a:moveTo>
                  <a:lnTo>
                    <a:pt x="95262" y="5562"/>
                  </a:lnTo>
                  <a:lnTo>
                    <a:pt x="91173" y="1117"/>
                  </a:lnTo>
                  <a:lnTo>
                    <a:pt x="87833" y="0"/>
                  </a:lnTo>
                  <a:lnTo>
                    <a:pt x="78765" y="0"/>
                  </a:lnTo>
                  <a:lnTo>
                    <a:pt x="75476" y="1117"/>
                  </a:lnTo>
                  <a:lnTo>
                    <a:pt x="71208" y="5562"/>
                  </a:lnTo>
                  <a:lnTo>
                    <a:pt x="70142" y="8445"/>
                  </a:lnTo>
                  <a:lnTo>
                    <a:pt x="70142" y="19024"/>
                  </a:lnTo>
                  <a:lnTo>
                    <a:pt x="71208" y="21920"/>
                  </a:lnTo>
                  <a:lnTo>
                    <a:pt x="75476" y="26365"/>
                  </a:lnTo>
                  <a:lnTo>
                    <a:pt x="78765" y="27470"/>
                  </a:lnTo>
                  <a:lnTo>
                    <a:pt x="87833" y="27470"/>
                  </a:lnTo>
                  <a:lnTo>
                    <a:pt x="91173" y="26365"/>
                  </a:lnTo>
                  <a:lnTo>
                    <a:pt x="95262" y="21920"/>
                  </a:lnTo>
                  <a:lnTo>
                    <a:pt x="96278" y="19024"/>
                  </a:lnTo>
                  <a:lnTo>
                    <a:pt x="96278" y="8445"/>
                  </a:lnTo>
                  <a:close/>
                </a:path>
              </a:pathLst>
            </a:custGeom>
            <a:solidFill>
              <a:srgbClr val="8A85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4755" y="5974232"/>
              <a:ext cx="258165" cy="1440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828124" y="5977432"/>
              <a:ext cx="70675" cy="137617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2056419" y="6016637"/>
            <a:ext cx="33020" cy="34925"/>
          </a:xfrm>
          <a:custGeom>
            <a:avLst/>
            <a:gdLst/>
            <a:ahLst/>
            <a:cxnLst/>
            <a:rect l="l" t="t" r="r" b="b"/>
            <a:pathLst>
              <a:path w="33020" h="34925">
                <a:moveTo>
                  <a:pt x="21958" y="0"/>
                </a:moveTo>
                <a:lnTo>
                  <a:pt x="10756" y="0"/>
                </a:lnTo>
                <a:lnTo>
                  <a:pt x="6667" y="1422"/>
                </a:lnTo>
                <a:lnTo>
                  <a:pt x="1333" y="7112"/>
                </a:lnTo>
                <a:lnTo>
                  <a:pt x="0" y="10845"/>
                </a:lnTo>
                <a:lnTo>
                  <a:pt x="0" y="23380"/>
                </a:lnTo>
                <a:lnTo>
                  <a:pt x="1333" y="27070"/>
                </a:lnTo>
                <a:lnTo>
                  <a:pt x="6667" y="32937"/>
                </a:lnTo>
                <a:lnTo>
                  <a:pt x="10756" y="34404"/>
                </a:lnTo>
                <a:lnTo>
                  <a:pt x="16268" y="34404"/>
                </a:lnTo>
                <a:lnTo>
                  <a:pt x="21958" y="34404"/>
                </a:lnTo>
                <a:lnTo>
                  <a:pt x="26092" y="32937"/>
                </a:lnTo>
                <a:lnTo>
                  <a:pt x="31248" y="27070"/>
                </a:lnTo>
                <a:lnTo>
                  <a:pt x="32537" y="23380"/>
                </a:lnTo>
                <a:lnTo>
                  <a:pt x="32537" y="10845"/>
                </a:lnTo>
                <a:lnTo>
                  <a:pt x="31248" y="7112"/>
                </a:lnTo>
                <a:lnTo>
                  <a:pt x="26092" y="1422"/>
                </a:lnTo>
                <a:lnTo>
                  <a:pt x="21958" y="0"/>
                </a:lnTo>
                <a:close/>
              </a:path>
            </a:pathLst>
          </a:custGeom>
          <a:solidFill>
            <a:srgbClr val="8A85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12266845" y="5907290"/>
            <a:ext cx="381000" cy="261620"/>
            <a:chOff x="12266845" y="5907290"/>
            <a:chExt cx="381000" cy="26162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266845" y="5928893"/>
              <a:ext cx="166954" cy="1861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470337" y="5907290"/>
              <a:ext cx="177088" cy="261099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2749034" y="5925692"/>
            <a:ext cx="603885" cy="193040"/>
            <a:chOff x="12749034" y="5925692"/>
            <a:chExt cx="603885" cy="193040"/>
          </a:xfrm>
        </p:grpSpPr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49034" y="5925692"/>
              <a:ext cx="123748" cy="18935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906654" y="5925692"/>
              <a:ext cx="128016" cy="19255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69075" y="5925692"/>
              <a:ext cx="123748" cy="18935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228664" y="5928893"/>
              <a:ext cx="124179" cy="189357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52499" y="590550"/>
            <a:ext cx="95250" cy="9523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149350" y="454025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18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KONIEC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59673" y="454025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39800" y="9636125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18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7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KONIEC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372458" y="9636125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8A857C"/>
                </a:solidFill>
                <a:latin typeface="Courier New"/>
                <a:cs typeface="Courier New"/>
              </a:rPr>
              <a:t>PyGeogebra</a:t>
            </a:r>
            <a:r>
              <a:rPr sz="1800" spc="145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·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55" dirty="0">
                <a:solidFill>
                  <a:srgbClr val="8A857C"/>
                </a:solidFill>
                <a:latin typeface="Courier New"/>
                <a:cs typeface="Courier New"/>
              </a:rPr>
              <a:t>Lukáš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A857C"/>
                </a:solidFill>
                <a:latin typeface="Courier New"/>
                <a:cs typeface="Courier New"/>
              </a:rPr>
              <a:t>&amp;</a:t>
            </a:r>
            <a:r>
              <a:rPr sz="1800" spc="150" dirty="0">
                <a:solidFill>
                  <a:srgbClr val="8A857C"/>
                </a:solidFill>
                <a:latin typeface="Courier New"/>
                <a:cs typeface="Courier New"/>
              </a:rPr>
              <a:t> </a:t>
            </a:r>
            <a:r>
              <a:rPr sz="1800" spc="45" dirty="0">
                <a:solidFill>
                  <a:srgbClr val="8A857C"/>
                </a:solidFill>
                <a:latin typeface="Courier New"/>
                <a:cs typeface="Courier New"/>
              </a:rPr>
              <a:t>Oliver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995</Words>
  <Application>Microsoft Macintosh PowerPoint</Application>
  <PresentationFormat>Custom</PresentationFormat>
  <Paragraphs>278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Calibri</vt:lpstr>
      <vt:lpstr>Cambria</vt:lpstr>
      <vt:lpstr>Courier New</vt:lpstr>
      <vt:lpstr>Georgia</vt:lpstr>
      <vt:lpstr>Times New Roman</vt:lpstr>
      <vt:lpstr>Office Theme</vt:lpstr>
      <vt:lpstr>S E M I N Á R N A P R Á C A · </vt:lpstr>
      <vt:lpstr>Chceli sme si postaviť nástroj, ktorý budeme reálne používať na hodinách matematiky a informatiky.</vt:lpstr>
      <vt:lpstr>03 · ROZSAH Čo malo finálne dielo vedieť.</vt:lpstr>
      <vt:lpstr>Päť fáz vývoja, postupne podľa hornej lišty GeoGebry.</vt:lpstr>
      <vt:lpstr>Python, Tkinter — a niekoľko kamarátov navyše.</vt:lpstr>
      <vt:lpstr>Modulárna štruktúra — UI, motions, tools, flask, locales.</vt:lpstr>
      <vt:lpstr>PowerPoint Presentation</vt:lpstr>
      <vt:lpstr>/ / d r u h ý p o l r o k</vt:lpstr>
      <vt:lpstr>Prehľad zmien medzi polročnou a finálnou verziou.</vt:lpstr>
      <vt:lpstr>Vyše tridsať nástrojov v štyroch rodinách.</vt:lpstr>
      <vt:lpstr>11 · SIDEBAR</vt:lpstr>
      <vt:lpstr>Scény vieme zdieľať medzi zariadeniami a celé UI vieme prepnúť za behu.</vt:lpstr>
      <vt:lpstr>/ / h l b š í p o h ľ a d</vt:lpstr>
      <vt:lpstr>Hľadanie priesečníka s polyline — krok za krokom.</vt:lpstr>
      <vt:lpstr>PowerPoint Presentation</vt:lpstr>
      <vt:lpstr>PowerPoint Presentation</vt:lpstr>
      <vt:lpstr>Debugging a riešenie problémov, ktoré sa počas vývoja vyskytli.</vt:lpstr>
      <vt:lpstr>Tri okruhy: my dvaja, spolužiaci, naši súrodenci.</vt:lpstr>
      <vt:lpstr>Niečo sme si naplánovali a nestihli — a vieme prečo.</vt:lpstr>
      <vt:lpstr>Otázky?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PyGeogebra — záverečná prezentácia</dc:title>
  <cp:lastModifiedBy>BRUNOVSKÝ Oliver</cp:lastModifiedBy>
  <cp:revision>12</cp:revision>
  <dcterms:created xsi:type="dcterms:W3CDTF">2026-05-04T19:30:37Z</dcterms:created>
  <dcterms:modified xsi:type="dcterms:W3CDTF">2026-05-06T19:56:41Z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2026-05-04T00:00:00Z</vt:filetime>
  </property>
  <property fmtid="{D5CDD505-2E9C-101B-9397-08002B2CF9AE}" pid="3" name="Creator">
    <vt:lpwstr>Mozilla/5.0 (Macintosh; Intel Mac OS X 10_15_7) AppleWebKit/537.36 (KHTML, like Gecko) HeadlessChrome/147.0.0.0 Safari/537.36</vt:lpwstr>
  </property>
  <property fmtid="{D5CDD505-2E9C-101B-9397-08002B2CF9AE}" pid="4" name="LastSaved">
    <vt:filetime>2026-05-04T00:00:00Z</vt:filetime>
  </property>
  <property fmtid="{D5CDD505-2E9C-101B-9397-08002B2CF9AE}" pid="5" name="Producer">
    <vt:lpwstr>macOS Version 26.4.1 (Build 25E253) Quartz PDFContext</vt:lpwstr>
  </property>
</Properties>
</file>